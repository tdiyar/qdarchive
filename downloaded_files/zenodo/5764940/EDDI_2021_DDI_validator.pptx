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62" r:id="rId3"/>
    <p:sldId id="263" r:id="rId4"/>
    <p:sldId id="264" r:id="rId5"/>
    <p:sldId id="265" r:id="rId6"/>
    <p:sldId id="260" r:id="rId7"/>
    <p:sldId id="266" r:id="rId8"/>
    <p:sldId id="267" r:id="rId9"/>
    <p:sldId id="268" r:id="rId10"/>
    <p:sldId id="269" r:id="rId1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tja Moilanen (TAU)" initials="KM(" lastIdx="3" clrIdx="0">
    <p:extLst>
      <p:ext uri="{19B8F6BF-5375-455C-9EA6-DF929625EA0E}">
        <p15:presenceInfo xmlns:p15="http://schemas.microsoft.com/office/powerpoint/2012/main" userId="S::katja.moilanen@tuni.fi::ba2b4024-c58c-4e48-89a2-56ee2839d7d8" providerId="AD"/>
      </p:ext>
    </p:extLst>
  </p:cmAuthor>
  <p:cmAuthor id="2" name="Matti Heinonen (TAU)" initials="MH(" lastIdx="5" clrIdx="1">
    <p:extLst>
      <p:ext uri="{19B8F6BF-5375-455C-9EA6-DF929625EA0E}">
        <p15:presenceInfo xmlns:p15="http://schemas.microsoft.com/office/powerpoint/2012/main" userId="S::matti.heinonen@tuni.fi::c82b95d6-55b2-4371-ac43-e0136d9488c3" providerId="AD"/>
      </p:ext>
    </p:extLst>
  </p:cmAuthor>
  <p:cmAuthor id="3" name="Oskari Niskanen (TAU)" initials="ON(" lastIdx="1" clrIdx="2">
    <p:extLst>
      <p:ext uri="{19B8F6BF-5375-455C-9EA6-DF929625EA0E}">
        <p15:presenceInfo xmlns:p15="http://schemas.microsoft.com/office/powerpoint/2012/main" userId="S::oskari.niskanen@tuni.fi::22235918-ff9b-47fa-aa2c-930b007c539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36CE15-B05E-F227-4AD0-E590B3B84D01}" v="399" dt="2021-11-17T09:46:48.979"/>
    <p1510:client id="{0F99DD5F-FEF6-7845-01BF-11910C2DAAC1}" v="741" dt="2021-11-17T10:06:24.486"/>
    <p1510:client id="{8CECE7C0-336E-46DB-911C-7C37EA5B5BC4}" v="746" dt="2021-11-17T10:11:14.761"/>
    <p1510:client id="{C9D1A404-07C0-47EB-B919-BC8D686A8CE2}" v="239" dt="2021-11-17T10:29:26.597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BE9CB"/>
          </a:solidFill>
        </a:fill>
      </a:tcStyle>
    </a:wholeTbl>
    <a:band2H>
      <a:tcTxStyle/>
      <a:tcStyle>
        <a:tcBdr/>
        <a:fill>
          <a:solidFill>
            <a:srgbClr val="EEF4E7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5E6CB"/>
          </a:solidFill>
        </a:fill>
      </a:tcStyle>
    </a:wholeTbl>
    <a:band2H>
      <a:tcTxStyle/>
      <a:tcStyle>
        <a:tcBdr/>
        <a:fill>
          <a:solidFill>
            <a:srgbClr val="FAF3E7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BD8D0"/>
          </a:solidFill>
        </a:fill>
      </a:tcStyle>
    </a:wholeTbl>
    <a:band2H>
      <a:tcTxStyle/>
      <a:tcStyle>
        <a:tcBdr/>
        <a:fill>
          <a:solidFill>
            <a:srgbClr val="EEEDE9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3792" autoAdjust="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kari Niskanen (TAU)" userId="S::oskari.niskanen@tuni.fi::22235918-ff9b-47fa-aa2c-930b007c539a" providerId="AD" clId="Web-{0F36CE15-B05E-F227-4AD0-E590B3B84D01}"/>
    <pc:docChg chg="modSld">
      <pc:chgData name="Oskari Niskanen (TAU)" userId="S::oskari.niskanen@tuni.fi::22235918-ff9b-47fa-aa2c-930b007c539a" providerId="AD" clId="Web-{0F36CE15-B05E-F227-4AD0-E590B3B84D01}" dt="2021-11-17T09:46:47.604" v="378" actId="20577"/>
      <pc:docMkLst>
        <pc:docMk/>
      </pc:docMkLst>
      <pc:sldChg chg="modSp">
        <pc:chgData name="Oskari Niskanen (TAU)" userId="S::oskari.niskanen@tuni.fi::22235918-ff9b-47fa-aa2c-930b007c539a" providerId="AD" clId="Web-{0F36CE15-B05E-F227-4AD0-E590B3B84D01}" dt="2021-11-17T09:46:47.604" v="378" actId="20577"/>
        <pc:sldMkLst>
          <pc:docMk/>
          <pc:sldMk cId="0" sldId="260"/>
        </pc:sldMkLst>
        <pc:spChg chg="mod">
          <ac:chgData name="Oskari Niskanen (TAU)" userId="S::oskari.niskanen@tuni.fi::22235918-ff9b-47fa-aa2c-930b007c539a" providerId="AD" clId="Web-{0F36CE15-B05E-F227-4AD0-E590B3B84D01}" dt="2021-11-17T09:44:35.913" v="352" actId="20577"/>
          <ac:spMkLst>
            <pc:docMk/>
            <pc:sldMk cId="0" sldId="260"/>
            <ac:spMk id="186" creationId="{00000000-0000-0000-0000-000000000000}"/>
          </ac:spMkLst>
        </pc:spChg>
        <pc:spChg chg="mod">
          <ac:chgData name="Oskari Niskanen (TAU)" userId="S::oskari.niskanen@tuni.fi::22235918-ff9b-47fa-aa2c-930b007c539a" providerId="AD" clId="Web-{0F36CE15-B05E-F227-4AD0-E590B3B84D01}" dt="2021-11-17T09:44:39.226" v="353" actId="1076"/>
          <ac:spMkLst>
            <pc:docMk/>
            <pc:sldMk cId="0" sldId="260"/>
            <ac:spMk id="187" creationId="{00000000-0000-0000-0000-000000000000}"/>
          </ac:spMkLst>
        </pc:spChg>
        <pc:spChg chg="mod">
          <ac:chgData name="Oskari Niskanen (TAU)" userId="S::oskari.niskanen@tuni.fi::22235918-ff9b-47fa-aa2c-930b007c539a" providerId="AD" clId="Web-{0F36CE15-B05E-F227-4AD0-E590B3B84D01}" dt="2021-11-17T09:44:45.726" v="357" actId="20577"/>
          <ac:spMkLst>
            <pc:docMk/>
            <pc:sldMk cId="0" sldId="260"/>
            <ac:spMk id="189" creationId="{00000000-0000-0000-0000-000000000000}"/>
          </ac:spMkLst>
        </pc:spChg>
        <pc:spChg chg="mod">
          <ac:chgData name="Oskari Niskanen (TAU)" userId="S::oskari.niskanen@tuni.fi::22235918-ff9b-47fa-aa2c-930b007c539a" providerId="AD" clId="Web-{0F36CE15-B05E-F227-4AD0-E590B3B84D01}" dt="2021-11-17T09:46:07.056" v="375" actId="14100"/>
          <ac:spMkLst>
            <pc:docMk/>
            <pc:sldMk cId="0" sldId="260"/>
            <ac:spMk id="192" creationId="{00000000-0000-0000-0000-000000000000}"/>
          </ac:spMkLst>
        </pc:spChg>
        <pc:spChg chg="mod">
          <ac:chgData name="Oskari Niskanen (TAU)" userId="S::oskari.niskanen@tuni.fi::22235918-ff9b-47fa-aa2c-930b007c539a" providerId="AD" clId="Web-{0F36CE15-B05E-F227-4AD0-E590B3B84D01}" dt="2021-11-17T09:46:04.431" v="374" actId="1076"/>
          <ac:spMkLst>
            <pc:docMk/>
            <pc:sldMk cId="0" sldId="260"/>
            <ac:spMk id="193" creationId="{00000000-0000-0000-0000-000000000000}"/>
          </ac:spMkLst>
        </pc:spChg>
        <pc:spChg chg="mod">
          <ac:chgData name="Oskari Niskanen (TAU)" userId="S::oskari.niskanen@tuni.fi::22235918-ff9b-47fa-aa2c-930b007c539a" providerId="AD" clId="Web-{0F36CE15-B05E-F227-4AD0-E590B3B84D01}" dt="2021-11-17T09:44:31.648" v="348" actId="20577"/>
          <ac:spMkLst>
            <pc:docMk/>
            <pc:sldMk cId="0" sldId="260"/>
            <ac:spMk id="195" creationId="{00000000-0000-0000-0000-000000000000}"/>
          </ac:spMkLst>
        </pc:spChg>
        <pc:spChg chg="mod">
          <ac:chgData name="Oskari Niskanen (TAU)" userId="S::oskari.niskanen@tuni.fi::22235918-ff9b-47fa-aa2c-930b007c539a" providerId="AD" clId="Web-{0F36CE15-B05E-F227-4AD0-E590B3B84D01}" dt="2021-11-17T09:46:47.604" v="378" actId="20577"/>
          <ac:spMkLst>
            <pc:docMk/>
            <pc:sldMk cId="0" sldId="260"/>
            <ac:spMk id="200" creationId="{00000000-0000-0000-0000-000000000000}"/>
          </ac:spMkLst>
        </pc:spChg>
        <pc:grpChg chg="mod">
          <ac:chgData name="Oskari Niskanen (TAU)" userId="S::oskari.niskanen@tuni.fi::22235918-ff9b-47fa-aa2c-930b007c539a" providerId="AD" clId="Web-{0F36CE15-B05E-F227-4AD0-E590B3B84D01}" dt="2021-11-17T09:44:49.492" v="358" actId="14100"/>
          <ac:grpSpMkLst>
            <pc:docMk/>
            <pc:sldMk cId="0" sldId="260"/>
            <ac:grpSpMk id="191" creationId="{00000000-0000-0000-0000-000000000000}"/>
          </ac:grpSpMkLst>
        </pc:grpChg>
      </pc:sldChg>
      <pc:sldChg chg="modSp">
        <pc:chgData name="Oskari Niskanen (TAU)" userId="S::oskari.niskanen@tuni.fi::22235918-ff9b-47fa-aa2c-930b007c539a" providerId="AD" clId="Web-{0F36CE15-B05E-F227-4AD0-E590B3B84D01}" dt="2021-11-17T09:33:38.320" v="304" actId="20577"/>
        <pc:sldMkLst>
          <pc:docMk/>
          <pc:sldMk cId="3581572822" sldId="262"/>
        </pc:sldMkLst>
        <pc:spChg chg="mod">
          <ac:chgData name="Oskari Niskanen (TAU)" userId="S::oskari.niskanen@tuni.fi::22235918-ff9b-47fa-aa2c-930b007c539a" providerId="AD" clId="Web-{0F36CE15-B05E-F227-4AD0-E590B3B84D01}" dt="2021-11-17T09:33:38.320" v="304" actId="20577"/>
          <ac:spMkLst>
            <pc:docMk/>
            <pc:sldMk cId="3581572822" sldId="262"/>
            <ac:spMk id="3" creationId="{238070E5-2DD6-4DBB-A2EE-0E247E04FE1D}"/>
          </ac:spMkLst>
        </pc:spChg>
      </pc:sldChg>
      <pc:sldChg chg="modSp">
        <pc:chgData name="Oskari Niskanen (TAU)" userId="S::oskari.niskanen@tuni.fi::22235918-ff9b-47fa-aa2c-930b007c539a" providerId="AD" clId="Web-{0F36CE15-B05E-F227-4AD0-E590B3B84D01}" dt="2021-11-17T09:33:35.757" v="302" actId="20577"/>
        <pc:sldMkLst>
          <pc:docMk/>
          <pc:sldMk cId="2441422467" sldId="263"/>
        </pc:sldMkLst>
        <pc:spChg chg="mod">
          <ac:chgData name="Oskari Niskanen (TAU)" userId="S::oskari.niskanen@tuni.fi::22235918-ff9b-47fa-aa2c-930b007c539a" providerId="AD" clId="Web-{0F36CE15-B05E-F227-4AD0-E590B3B84D01}" dt="2021-11-17T09:24:17.541" v="151" actId="20577"/>
          <ac:spMkLst>
            <pc:docMk/>
            <pc:sldMk cId="2441422467" sldId="263"/>
            <ac:spMk id="2" creationId="{DC4A1216-1D43-450C-ACA9-C3BDE2B67A61}"/>
          </ac:spMkLst>
        </pc:spChg>
        <pc:spChg chg="mod">
          <ac:chgData name="Oskari Niskanen (TAU)" userId="S::oskari.niskanen@tuni.fi::22235918-ff9b-47fa-aa2c-930b007c539a" providerId="AD" clId="Web-{0F36CE15-B05E-F227-4AD0-E590B3B84D01}" dt="2021-11-17T09:33:35.757" v="302" actId="20577"/>
          <ac:spMkLst>
            <pc:docMk/>
            <pc:sldMk cId="2441422467" sldId="263"/>
            <ac:spMk id="3" creationId="{50C6B12A-138D-4443-8815-2A3EE2EA02A5}"/>
          </ac:spMkLst>
        </pc:spChg>
      </pc:sldChg>
      <pc:sldChg chg="modSp">
        <pc:chgData name="Oskari Niskanen (TAU)" userId="S::oskari.niskanen@tuni.fi::22235918-ff9b-47fa-aa2c-930b007c539a" providerId="AD" clId="Web-{0F36CE15-B05E-F227-4AD0-E590B3B84D01}" dt="2021-11-17T09:35:29.369" v="321" actId="20577"/>
        <pc:sldMkLst>
          <pc:docMk/>
          <pc:sldMk cId="1427182139" sldId="264"/>
        </pc:sldMkLst>
        <pc:spChg chg="mod">
          <ac:chgData name="Oskari Niskanen (TAU)" userId="S::oskari.niskanen@tuni.fi::22235918-ff9b-47fa-aa2c-930b007c539a" providerId="AD" clId="Web-{0F36CE15-B05E-F227-4AD0-E590B3B84D01}" dt="2021-11-17T09:33:29.757" v="299" actId="20577"/>
          <ac:spMkLst>
            <pc:docMk/>
            <pc:sldMk cId="1427182139" sldId="264"/>
            <ac:spMk id="2" creationId="{7D0C0CE8-CE50-459B-9427-829B728EB6B3}"/>
          </ac:spMkLst>
        </pc:spChg>
        <pc:spChg chg="mod">
          <ac:chgData name="Oskari Niskanen (TAU)" userId="S::oskari.niskanen@tuni.fi::22235918-ff9b-47fa-aa2c-930b007c539a" providerId="AD" clId="Web-{0F36CE15-B05E-F227-4AD0-E590B3B84D01}" dt="2021-11-17T09:35:29.369" v="321" actId="20577"/>
          <ac:spMkLst>
            <pc:docMk/>
            <pc:sldMk cId="1427182139" sldId="264"/>
            <ac:spMk id="3" creationId="{97017DD9-9E96-4C58-8E84-FE90981343D2}"/>
          </ac:spMkLst>
        </pc:spChg>
      </pc:sldChg>
      <pc:sldChg chg="modSp">
        <pc:chgData name="Oskari Niskanen (TAU)" userId="S::oskari.niskanen@tuni.fi::22235918-ff9b-47fa-aa2c-930b007c539a" providerId="AD" clId="Web-{0F36CE15-B05E-F227-4AD0-E590B3B84D01}" dt="2021-11-17T09:39:38.469" v="345" actId="20577"/>
        <pc:sldMkLst>
          <pc:docMk/>
          <pc:sldMk cId="1980698095" sldId="265"/>
        </pc:sldMkLst>
        <pc:spChg chg="mod">
          <ac:chgData name="Oskari Niskanen (TAU)" userId="S::oskari.niskanen@tuni.fi::22235918-ff9b-47fa-aa2c-930b007c539a" providerId="AD" clId="Web-{0F36CE15-B05E-F227-4AD0-E590B3B84D01}" dt="2021-11-17T09:39:38.469" v="345" actId="20577"/>
          <ac:spMkLst>
            <pc:docMk/>
            <pc:sldMk cId="1980698095" sldId="265"/>
            <ac:spMk id="2" creationId="{EAFEEBB9-3306-4F15-9FD8-D7AFF1B9898E}"/>
          </ac:spMkLst>
        </pc:spChg>
        <pc:spChg chg="mod">
          <ac:chgData name="Oskari Niskanen (TAU)" userId="S::oskari.niskanen@tuni.fi::22235918-ff9b-47fa-aa2c-930b007c539a" providerId="AD" clId="Web-{0F36CE15-B05E-F227-4AD0-E590B3B84D01}" dt="2021-11-17T09:39:26.750" v="342" actId="20577"/>
          <ac:spMkLst>
            <pc:docMk/>
            <pc:sldMk cId="1980698095" sldId="265"/>
            <ac:spMk id="3" creationId="{F27D0FB6-88E8-4DF1-8E92-A35F94DAF0BA}"/>
          </ac:spMkLst>
        </pc:spChg>
      </pc:sldChg>
    </pc:docChg>
  </pc:docChgLst>
  <pc:docChgLst>
    <pc:chgData name="Oskari Niskanen (TAU)" userId="22235918-ff9b-47fa-aa2c-930b007c539a" providerId="ADAL" clId="{C9D1A404-07C0-47EB-B919-BC8D686A8CE2}"/>
    <pc:docChg chg="delSld modSld">
      <pc:chgData name="Oskari Niskanen (TAU)" userId="22235918-ff9b-47fa-aa2c-930b007c539a" providerId="ADAL" clId="{C9D1A404-07C0-47EB-B919-BC8D686A8CE2}" dt="2021-11-17T10:29:26.597" v="238" actId="1076"/>
      <pc:docMkLst>
        <pc:docMk/>
      </pc:docMkLst>
      <pc:sldChg chg="modNotesTx">
        <pc:chgData name="Oskari Niskanen (TAU)" userId="22235918-ff9b-47fa-aa2c-930b007c539a" providerId="ADAL" clId="{C9D1A404-07C0-47EB-B919-BC8D686A8CE2}" dt="2021-11-17T10:25:50.247" v="38" actId="20577"/>
        <pc:sldMkLst>
          <pc:docMk/>
          <pc:sldMk cId="0" sldId="256"/>
        </pc:sldMkLst>
      </pc:sldChg>
      <pc:sldChg chg="del">
        <pc:chgData name="Oskari Niskanen (TAU)" userId="22235918-ff9b-47fa-aa2c-930b007c539a" providerId="ADAL" clId="{C9D1A404-07C0-47EB-B919-BC8D686A8CE2}" dt="2021-11-17T10:27:31.181" v="235" actId="2696"/>
        <pc:sldMkLst>
          <pc:docMk/>
          <pc:sldMk cId="0" sldId="257"/>
        </pc:sldMkLst>
      </pc:sldChg>
      <pc:sldChg chg="del">
        <pc:chgData name="Oskari Niskanen (TAU)" userId="22235918-ff9b-47fa-aa2c-930b007c539a" providerId="ADAL" clId="{C9D1A404-07C0-47EB-B919-BC8D686A8CE2}" dt="2021-11-17T10:27:38.537" v="237" actId="2696"/>
        <pc:sldMkLst>
          <pc:docMk/>
          <pc:sldMk cId="0" sldId="258"/>
        </pc:sldMkLst>
      </pc:sldChg>
      <pc:sldChg chg="modSp mod modNotesTx">
        <pc:chgData name="Oskari Niskanen (TAU)" userId="22235918-ff9b-47fa-aa2c-930b007c539a" providerId="ADAL" clId="{C9D1A404-07C0-47EB-B919-BC8D686A8CE2}" dt="2021-11-17T10:26:33.785" v="136" actId="20577"/>
        <pc:sldMkLst>
          <pc:docMk/>
          <pc:sldMk cId="0" sldId="260"/>
        </pc:sldMkLst>
        <pc:spChg chg="mod">
          <ac:chgData name="Oskari Niskanen (TAU)" userId="22235918-ff9b-47fa-aa2c-930b007c539a" providerId="ADAL" clId="{C9D1A404-07C0-47EB-B919-BC8D686A8CE2}" dt="2021-11-17T10:19:44.937" v="3" actId="20577"/>
          <ac:spMkLst>
            <pc:docMk/>
            <pc:sldMk cId="0" sldId="260"/>
            <ac:spMk id="183" creationId="{00000000-0000-0000-0000-000000000000}"/>
          </ac:spMkLst>
        </pc:spChg>
        <pc:spChg chg="mod">
          <ac:chgData name="Oskari Niskanen (TAU)" userId="22235918-ff9b-47fa-aa2c-930b007c539a" providerId="ADAL" clId="{C9D1A404-07C0-47EB-B919-BC8D686A8CE2}" dt="2021-11-17T10:19:50.196" v="10" actId="20577"/>
          <ac:spMkLst>
            <pc:docMk/>
            <pc:sldMk cId="0" sldId="260"/>
            <ac:spMk id="186" creationId="{00000000-0000-0000-0000-000000000000}"/>
          </ac:spMkLst>
        </pc:spChg>
        <pc:spChg chg="mod">
          <ac:chgData name="Oskari Niskanen (TAU)" userId="22235918-ff9b-47fa-aa2c-930b007c539a" providerId="ADAL" clId="{C9D1A404-07C0-47EB-B919-BC8D686A8CE2}" dt="2021-11-17T10:19:53.956" v="14" actId="20577"/>
          <ac:spMkLst>
            <pc:docMk/>
            <pc:sldMk cId="0" sldId="260"/>
            <ac:spMk id="189" creationId="{00000000-0000-0000-0000-000000000000}"/>
          </ac:spMkLst>
        </pc:spChg>
        <pc:spChg chg="mod">
          <ac:chgData name="Oskari Niskanen (TAU)" userId="22235918-ff9b-47fa-aa2c-930b007c539a" providerId="ADAL" clId="{C9D1A404-07C0-47EB-B919-BC8D686A8CE2}" dt="2021-11-17T10:20:03.198" v="25" actId="20577"/>
          <ac:spMkLst>
            <pc:docMk/>
            <pc:sldMk cId="0" sldId="260"/>
            <ac:spMk id="192" creationId="{00000000-0000-0000-0000-000000000000}"/>
          </ac:spMkLst>
        </pc:spChg>
        <pc:spChg chg="mod">
          <ac:chgData name="Oskari Niskanen (TAU)" userId="22235918-ff9b-47fa-aa2c-930b007c539a" providerId="ADAL" clId="{C9D1A404-07C0-47EB-B919-BC8D686A8CE2}" dt="2021-11-17T10:19:47.708" v="7" actId="20577"/>
          <ac:spMkLst>
            <pc:docMk/>
            <pc:sldMk cId="0" sldId="260"/>
            <ac:spMk id="195" creationId="{00000000-0000-0000-0000-000000000000}"/>
          </ac:spMkLst>
        </pc:spChg>
        <pc:spChg chg="mod">
          <ac:chgData name="Oskari Niskanen (TAU)" userId="22235918-ff9b-47fa-aa2c-930b007c539a" providerId="ADAL" clId="{C9D1A404-07C0-47EB-B919-BC8D686A8CE2}" dt="2021-11-17T10:19:56.757" v="17" actId="20577"/>
          <ac:spMkLst>
            <pc:docMk/>
            <pc:sldMk cId="0" sldId="260"/>
            <ac:spMk id="200" creationId="{00000000-0000-0000-0000-000000000000}"/>
          </ac:spMkLst>
        </pc:spChg>
      </pc:sldChg>
      <pc:sldChg chg="del">
        <pc:chgData name="Oskari Niskanen (TAU)" userId="22235918-ff9b-47fa-aa2c-930b007c539a" providerId="ADAL" clId="{C9D1A404-07C0-47EB-B919-BC8D686A8CE2}" dt="2021-11-17T10:27:34.132" v="236" actId="2696"/>
        <pc:sldMkLst>
          <pc:docMk/>
          <pc:sldMk cId="0" sldId="261"/>
        </pc:sldMkLst>
      </pc:sldChg>
      <pc:sldChg chg="modNotesTx">
        <pc:chgData name="Oskari Niskanen (TAU)" userId="22235918-ff9b-47fa-aa2c-930b007c539a" providerId="ADAL" clId="{C9D1A404-07C0-47EB-B919-BC8D686A8CE2}" dt="2021-11-17T10:26:01.671" v="81" actId="20577"/>
        <pc:sldMkLst>
          <pc:docMk/>
          <pc:sldMk cId="3581572822" sldId="262"/>
        </pc:sldMkLst>
      </pc:sldChg>
      <pc:sldChg chg="modNotesTx">
        <pc:chgData name="Oskari Niskanen (TAU)" userId="22235918-ff9b-47fa-aa2c-930b007c539a" providerId="ADAL" clId="{C9D1A404-07C0-47EB-B919-BC8D686A8CE2}" dt="2021-11-17T10:26:12.104" v="95" actId="20577"/>
        <pc:sldMkLst>
          <pc:docMk/>
          <pc:sldMk cId="2441422467" sldId="263"/>
        </pc:sldMkLst>
      </pc:sldChg>
      <pc:sldChg chg="modNotesTx">
        <pc:chgData name="Oskari Niskanen (TAU)" userId="22235918-ff9b-47fa-aa2c-930b007c539a" providerId="ADAL" clId="{C9D1A404-07C0-47EB-B919-BC8D686A8CE2}" dt="2021-11-17T10:26:25.055" v="114" actId="20577"/>
        <pc:sldMkLst>
          <pc:docMk/>
          <pc:sldMk cId="1427182139" sldId="264"/>
        </pc:sldMkLst>
      </pc:sldChg>
      <pc:sldChg chg="modNotesTx">
        <pc:chgData name="Oskari Niskanen (TAU)" userId="22235918-ff9b-47fa-aa2c-930b007c539a" providerId="ADAL" clId="{C9D1A404-07C0-47EB-B919-BC8D686A8CE2}" dt="2021-11-17T10:26:28.230" v="125" actId="20577"/>
        <pc:sldMkLst>
          <pc:docMk/>
          <pc:sldMk cId="1980698095" sldId="265"/>
        </pc:sldMkLst>
      </pc:sldChg>
      <pc:sldChg chg="modNotesTx">
        <pc:chgData name="Oskari Niskanen (TAU)" userId="22235918-ff9b-47fa-aa2c-930b007c539a" providerId="ADAL" clId="{C9D1A404-07C0-47EB-B919-BC8D686A8CE2}" dt="2021-11-17T10:26:40.023" v="162" actId="20577"/>
        <pc:sldMkLst>
          <pc:docMk/>
          <pc:sldMk cId="2931047994" sldId="266"/>
        </pc:sldMkLst>
      </pc:sldChg>
      <pc:sldChg chg="modNotesTx">
        <pc:chgData name="Oskari Niskanen (TAU)" userId="22235918-ff9b-47fa-aa2c-930b007c539a" providerId="ADAL" clId="{C9D1A404-07C0-47EB-B919-BC8D686A8CE2}" dt="2021-11-17T10:26:44.554" v="179" actId="20577"/>
        <pc:sldMkLst>
          <pc:docMk/>
          <pc:sldMk cId="3629045024" sldId="267"/>
        </pc:sldMkLst>
      </pc:sldChg>
      <pc:sldChg chg="modNotesTx">
        <pc:chgData name="Oskari Niskanen (TAU)" userId="22235918-ff9b-47fa-aa2c-930b007c539a" providerId="ADAL" clId="{C9D1A404-07C0-47EB-B919-BC8D686A8CE2}" dt="2021-11-17T10:27:25.455" v="234" actId="20577"/>
        <pc:sldMkLst>
          <pc:docMk/>
          <pc:sldMk cId="2980215841" sldId="268"/>
        </pc:sldMkLst>
      </pc:sldChg>
      <pc:sldChg chg="modSp mod">
        <pc:chgData name="Oskari Niskanen (TAU)" userId="22235918-ff9b-47fa-aa2c-930b007c539a" providerId="ADAL" clId="{C9D1A404-07C0-47EB-B919-BC8D686A8CE2}" dt="2021-11-17T10:29:26.597" v="238" actId="1076"/>
        <pc:sldMkLst>
          <pc:docMk/>
          <pc:sldMk cId="2029776226" sldId="269"/>
        </pc:sldMkLst>
        <pc:spChg chg="mod">
          <ac:chgData name="Oskari Niskanen (TAU)" userId="22235918-ff9b-47fa-aa2c-930b007c539a" providerId="ADAL" clId="{C9D1A404-07C0-47EB-B919-BC8D686A8CE2}" dt="2021-11-17T10:29:26.597" v="238" actId="1076"/>
          <ac:spMkLst>
            <pc:docMk/>
            <pc:sldMk cId="2029776226" sldId="269"/>
            <ac:spMk id="2" creationId="{3F8E2E85-38ED-4799-857C-2662941DCBA3}"/>
          </ac:spMkLst>
        </pc:spChg>
      </pc:sldChg>
    </pc:docChg>
  </pc:docChgLst>
  <pc:docChgLst>
    <pc:chgData name="Emil Rekola (TAU)" userId="4af87759-5bf8-458f-bb04-4e961e52d62d" providerId="ADAL" clId="{8CECE7C0-336E-46DB-911C-7C37EA5B5BC4}"/>
    <pc:docChg chg="undo custSel modSld sldOrd">
      <pc:chgData name="Emil Rekola (TAU)" userId="4af87759-5bf8-458f-bb04-4e961e52d62d" providerId="ADAL" clId="{8CECE7C0-336E-46DB-911C-7C37EA5B5BC4}" dt="2021-11-17T10:11:14.761" v="746" actId="20577"/>
      <pc:docMkLst>
        <pc:docMk/>
      </pc:docMkLst>
      <pc:sldChg chg="modSp mod modNotesTx">
        <pc:chgData name="Emil Rekola (TAU)" userId="4af87759-5bf8-458f-bb04-4e961e52d62d" providerId="ADAL" clId="{8CECE7C0-336E-46DB-911C-7C37EA5B5BC4}" dt="2021-11-17T09:46:21.025" v="533" actId="20577"/>
        <pc:sldMkLst>
          <pc:docMk/>
          <pc:sldMk cId="0" sldId="260"/>
        </pc:sldMkLst>
        <pc:spChg chg="mod">
          <ac:chgData name="Emil Rekola (TAU)" userId="4af87759-5bf8-458f-bb04-4e961e52d62d" providerId="ADAL" clId="{8CECE7C0-336E-46DB-911C-7C37EA5B5BC4}" dt="2021-11-17T09:44:29.102" v="470" actId="20577"/>
          <ac:spMkLst>
            <pc:docMk/>
            <pc:sldMk cId="0" sldId="260"/>
            <ac:spMk id="183" creationId="{00000000-0000-0000-0000-000000000000}"/>
          </ac:spMkLst>
        </pc:spChg>
        <pc:spChg chg="mod">
          <ac:chgData name="Emil Rekola (TAU)" userId="4af87759-5bf8-458f-bb04-4e961e52d62d" providerId="ADAL" clId="{8CECE7C0-336E-46DB-911C-7C37EA5B5BC4}" dt="2021-11-17T09:46:21.025" v="533" actId="20577"/>
          <ac:spMkLst>
            <pc:docMk/>
            <pc:sldMk cId="0" sldId="260"/>
            <ac:spMk id="189" creationId="{00000000-0000-0000-0000-000000000000}"/>
          </ac:spMkLst>
        </pc:spChg>
      </pc:sldChg>
      <pc:sldChg chg="modSp mod modNotesTx">
        <pc:chgData name="Emil Rekola (TAU)" userId="4af87759-5bf8-458f-bb04-4e961e52d62d" providerId="ADAL" clId="{8CECE7C0-336E-46DB-911C-7C37EA5B5BC4}" dt="2021-11-17T10:01:14.790" v="661" actId="790"/>
        <pc:sldMkLst>
          <pc:docMk/>
          <pc:sldMk cId="3581572822" sldId="262"/>
        </pc:sldMkLst>
        <pc:spChg chg="mod">
          <ac:chgData name="Emil Rekola (TAU)" userId="4af87759-5bf8-458f-bb04-4e961e52d62d" providerId="ADAL" clId="{8CECE7C0-336E-46DB-911C-7C37EA5B5BC4}" dt="2021-11-17T10:01:14.790" v="661" actId="790"/>
          <ac:spMkLst>
            <pc:docMk/>
            <pc:sldMk cId="3581572822" sldId="262"/>
            <ac:spMk id="2" creationId="{0C83402A-0FE9-4DEA-9076-9FA967340748}"/>
          </ac:spMkLst>
        </pc:spChg>
        <pc:spChg chg="mod">
          <ac:chgData name="Emil Rekola (TAU)" userId="4af87759-5bf8-458f-bb04-4e961e52d62d" providerId="ADAL" clId="{8CECE7C0-336E-46DB-911C-7C37EA5B5BC4}" dt="2021-11-17T10:00:52.599" v="658" actId="790"/>
          <ac:spMkLst>
            <pc:docMk/>
            <pc:sldMk cId="3581572822" sldId="262"/>
            <ac:spMk id="3" creationId="{238070E5-2DD6-4DBB-A2EE-0E247E04FE1D}"/>
          </ac:spMkLst>
        </pc:spChg>
      </pc:sldChg>
      <pc:sldChg chg="modSp mod modNotesTx">
        <pc:chgData name="Emil Rekola (TAU)" userId="4af87759-5bf8-458f-bb04-4e961e52d62d" providerId="ADAL" clId="{8CECE7C0-336E-46DB-911C-7C37EA5B5BC4}" dt="2021-11-17T10:11:14.761" v="746" actId="20577"/>
        <pc:sldMkLst>
          <pc:docMk/>
          <pc:sldMk cId="2441422467" sldId="263"/>
        </pc:sldMkLst>
        <pc:spChg chg="mod">
          <ac:chgData name="Emil Rekola (TAU)" userId="4af87759-5bf8-458f-bb04-4e961e52d62d" providerId="ADAL" clId="{8CECE7C0-336E-46DB-911C-7C37EA5B5BC4}" dt="2021-11-17T10:01:24.787" v="662" actId="790"/>
          <ac:spMkLst>
            <pc:docMk/>
            <pc:sldMk cId="2441422467" sldId="263"/>
            <ac:spMk id="2" creationId="{DC4A1216-1D43-450C-ACA9-C3BDE2B67A61}"/>
          </ac:spMkLst>
        </pc:spChg>
        <pc:spChg chg="mod">
          <ac:chgData name="Emil Rekola (TAU)" userId="4af87759-5bf8-458f-bb04-4e961e52d62d" providerId="ADAL" clId="{8CECE7C0-336E-46DB-911C-7C37EA5B5BC4}" dt="2021-11-17T10:01:06.311" v="660" actId="790"/>
          <ac:spMkLst>
            <pc:docMk/>
            <pc:sldMk cId="2441422467" sldId="263"/>
            <ac:spMk id="3" creationId="{50C6B12A-138D-4443-8815-2A3EE2EA02A5}"/>
          </ac:spMkLst>
        </pc:spChg>
      </pc:sldChg>
      <pc:sldChg chg="modSp mod ord">
        <pc:chgData name="Emil Rekola (TAU)" userId="4af87759-5bf8-458f-bb04-4e961e52d62d" providerId="ADAL" clId="{8CECE7C0-336E-46DB-911C-7C37EA5B5BC4}" dt="2021-11-17T10:01:43.102" v="664" actId="790"/>
        <pc:sldMkLst>
          <pc:docMk/>
          <pc:sldMk cId="1427182139" sldId="264"/>
        </pc:sldMkLst>
        <pc:spChg chg="mod">
          <ac:chgData name="Emil Rekola (TAU)" userId="4af87759-5bf8-458f-bb04-4e961e52d62d" providerId="ADAL" clId="{8CECE7C0-336E-46DB-911C-7C37EA5B5BC4}" dt="2021-11-17T10:01:36.346" v="663" actId="790"/>
          <ac:spMkLst>
            <pc:docMk/>
            <pc:sldMk cId="1427182139" sldId="264"/>
            <ac:spMk id="2" creationId="{7D0C0CE8-CE50-459B-9427-829B728EB6B3}"/>
          </ac:spMkLst>
        </pc:spChg>
        <pc:spChg chg="mod">
          <ac:chgData name="Emil Rekola (TAU)" userId="4af87759-5bf8-458f-bb04-4e961e52d62d" providerId="ADAL" clId="{8CECE7C0-336E-46DB-911C-7C37EA5B5BC4}" dt="2021-11-17T10:01:43.102" v="664" actId="790"/>
          <ac:spMkLst>
            <pc:docMk/>
            <pc:sldMk cId="1427182139" sldId="264"/>
            <ac:spMk id="3" creationId="{97017DD9-9E96-4C58-8E84-FE90981343D2}"/>
          </ac:spMkLst>
        </pc:spChg>
      </pc:sldChg>
      <pc:sldChg chg="modSp mod">
        <pc:chgData name="Emil Rekola (TAU)" userId="4af87759-5bf8-458f-bb04-4e961e52d62d" providerId="ADAL" clId="{8CECE7C0-336E-46DB-911C-7C37EA5B5BC4}" dt="2021-11-17T10:02:06.681" v="668" actId="313"/>
        <pc:sldMkLst>
          <pc:docMk/>
          <pc:sldMk cId="1980698095" sldId="265"/>
        </pc:sldMkLst>
        <pc:spChg chg="mod">
          <ac:chgData name="Emil Rekola (TAU)" userId="4af87759-5bf8-458f-bb04-4e961e52d62d" providerId="ADAL" clId="{8CECE7C0-336E-46DB-911C-7C37EA5B5BC4}" dt="2021-11-17T10:02:00.343" v="666" actId="790"/>
          <ac:spMkLst>
            <pc:docMk/>
            <pc:sldMk cId="1980698095" sldId="265"/>
            <ac:spMk id="2" creationId="{EAFEEBB9-3306-4F15-9FD8-D7AFF1B9898E}"/>
          </ac:spMkLst>
        </pc:spChg>
        <pc:spChg chg="mod">
          <ac:chgData name="Emil Rekola (TAU)" userId="4af87759-5bf8-458f-bb04-4e961e52d62d" providerId="ADAL" clId="{8CECE7C0-336E-46DB-911C-7C37EA5B5BC4}" dt="2021-11-17T10:02:06.681" v="668" actId="313"/>
          <ac:spMkLst>
            <pc:docMk/>
            <pc:sldMk cId="1980698095" sldId="265"/>
            <ac:spMk id="3" creationId="{F27D0FB6-88E8-4DF1-8E92-A35F94DAF0BA}"/>
          </ac:spMkLst>
        </pc:spChg>
      </pc:sldChg>
      <pc:sldChg chg="modSp mod">
        <pc:chgData name="Emil Rekola (TAU)" userId="4af87759-5bf8-458f-bb04-4e961e52d62d" providerId="ADAL" clId="{8CECE7C0-336E-46DB-911C-7C37EA5B5BC4}" dt="2021-11-17T09:50:02.363" v="539" actId="20577"/>
        <pc:sldMkLst>
          <pc:docMk/>
          <pc:sldMk cId="2931047994" sldId="266"/>
        </pc:sldMkLst>
        <pc:spChg chg="mod">
          <ac:chgData name="Emil Rekola (TAU)" userId="4af87759-5bf8-458f-bb04-4e961e52d62d" providerId="ADAL" clId="{8CECE7C0-336E-46DB-911C-7C37EA5B5BC4}" dt="2021-11-17T09:50:02.363" v="539" actId="20577"/>
          <ac:spMkLst>
            <pc:docMk/>
            <pc:sldMk cId="2931047994" sldId="266"/>
            <ac:spMk id="3" creationId="{BB2A1E3C-B279-471D-9385-5AC02C30F46E}"/>
          </ac:spMkLst>
        </pc:spChg>
      </pc:sldChg>
      <pc:sldChg chg="modSp mod">
        <pc:chgData name="Emil Rekola (TAU)" userId="4af87759-5bf8-458f-bb04-4e961e52d62d" providerId="ADAL" clId="{8CECE7C0-336E-46DB-911C-7C37EA5B5BC4}" dt="2021-11-17T09:51:43.134" v="603" actId="20577"/>
        <pc:sldMkLst>
          <pc:docMk/>
          <pc:sldMk cId="3629045024" sldId="267"/>
        </pc:sldMkLst>
        <pc:spChg chg="mod">
          <ac:chgData name="Emil Rekola (TAU)" userId="4af87759-5bf8-458f-bb04-4e961e52d62d" providerId="ADAL" clId="{8CECE7C0-336E-46DB-911C-7C37EA5B5BC4}" dt="2021-11-17T09:51:43.134" v="603" actId="20577"/>
          <ac:spMkLst>
            <pc:docMk/>
            <pc:sldMk cId="3629045024" sldId="267"/>
            <ac:spMk id="3" creationId="{370FBCD9-A2B0-47D2-97B1-46383C54AB13}"/>
          </ac:spMkLst>
        </pc:spChg>
      </pc:sldChg>
      <pc:sldChg chg="modSp mod">
        <pc:chgData name="Emil Rekola (TAU)" userId="4af87759-5bf8-458f-bb04-4e961e52d62d" providerId="ADAL" clId="{8CECE7C0-336E-46DB-911C-7C37EA5B5BC4}" dt="2021-11-17T09:57:25.438" v="653" actId="20577"/>
        <pc:sldMkLst>
          <pc:docMk/>
          <pc:sldMk cId="2980215841" sldId="268"/>
        </pc:sldMkLst>
        <pc:spChg chg="mod">
          <ac:chgData name="Emil Rekola (TAU)" userId="4af87759-5bf8-458f-bb04-4e961e52d62d" providerId="ADAL" clId="{8CECE7C0-336E-46DB-911C-7C37EA5B5BC4}" dt="2021-11-17T09:57:25.438" v="653" actId="20577"/>
          <ac:spMkLst>
            <pc:docMk/>
            <pc:sldMk cId="2980215841" sldId="268"/>
            <ac:spMk id="3" creationId="{7B8D2A99-89B9-4F32-B695-C771900E104D}"/>
          </ac:spMkLst>
        </pc:spChg>
      </pc:sldChg>
    </pc:docChg>
  </pc:docChgLst>
  <pc:docChgLst>
    <pc:chgData name="Oskari Niskanen (TAU)" userId="S::oskari.niskanen@tuni.fi::22235918-ff9b-47fa-aa2c-930b007c539a" providerId="AD" clId="Web-{0F99DD5F-FEF6-7845-01BF-11910C2DAAC1}"/>
    <pc:docChg chg="addSld delSld modSld">
      <pc:chgData name="Oskari Niskanen (TAU)" userId="S::oskari.niskanen@tuni.fi::22235918-ff9b-47fa-aa2c-930b007c539a" providerId="AD" clId="Web-{0F99DD5F-FEF6-7845-01BF-11910C2DAAC1}" dt="2021-11-17T10:06:23.127" v="722" actId="20577"/>
      <pc:docMkLst>
        <pc:docMk/>
      </pc:docMkLst>
      <pc:sldChg chg="modSp">
        <pc:chgData name="Oskari Niskanen (TAU)" userId="S::oskari.niskanen@tuni.fi::22235918-ff9b-47fa-aa2c-930b007c539a" providerId="AD" clId="Web-{0F99DD5F-FEF6-7845-01BF-11910C2DAAC1}" dt="2021-11-17T10:04:25.373" v="677" actId="1076"/>
        <pc:sldMkLst>
          <pc:docMk/>
          <pc:sldMk cId="0" sldId="261"/>
        </pc:sldMkLst>
        <pc:picChg chg="mod">
          <ac:chgData name="Oskari Niskanen (TAU)" userId="S::oskari.niskanen@tuni.fi::22235918-ff9b-47fa-aa2c-930b007c539a" providerId="AD" clId="Web-{0F99DD5F-FEF6-7845-01BF-11910C2DAAC1}" dt="2021-11-17T10:04:25.373" v="677" actId="1076"/>
          <ac:picMkLst>
            <pc:docMk/>
            <pc:sldMk cId="0" sldId="261"/>
            <ac:picMk id="261" creationId="{00000000-0000-0000-0000-000000000000}"/>
          </ac:picMkLst>
        </pc:picChg>
      </pc:sldChg>
      <pc:sldChg chg="modSp">
        <pc:chgData name="Oskari Niskanen (TAU)" userId="S::oskari.niskanen@tuni.fi::22235918-ff9b-47fa-aa2c-930b007c539a" providerId="AD" clId="Web-{0F99DD5F-FEF6-7845-01BF-11910C2DAAC1}" dt="2021-11-17T10:06:06.845" v="709" actId="20577"/>
        <pc:sldMkLst>
          <pc:docMk/>
          <pc:sldMk cId="3581572822" sldId="262"/>
        </pc:sldMkLst>
        <pc:spChg chg="mod">
          <ac:chgData name="Oskari Niskanen (TAU)" userId="S::oskari.niskanen@tuni.fi::22235918-ff9b-47fa-aa2c-930b007c539a" providerId="AD" clId="Web-{0F99DD5F-FEF6-7845-01BF-11910C2DAAC1}" dt="2021-11-17T10:06:06.845" v="709" actId="20577"/>
          <ac:spMkLst>
            <pc:docMk/>
            <pc:sldMk cId="3581572822" sldId="262"/>
            <ac:spMk id="3" creationId="{238070E5-2DD6-4DBB-A2EE-0E247E04FE1D}"/>
          </ac:spMkLst>
        </pc:spChg>
      </pc:sldChg>
      <pc:sldChg chg="addSp delSp modSp">
        <pc:chgData name="Oskari Niskanen (TAU)" userId="S::oskari.niskanen@tuni.fi::22235918-ff9b-47fa-aa2c-930b007c539a" providerId="AD" clId="Web-{0F99DD5F-FEF6-7845-01BF-11910C2DAAC1}" dt="2021-11-17T10:02:44.621" v="643"/>
        <pc:sldMkLst>
          <pc:docMk/>
          <pc:sldMk cId="1980698095" sldId="265"/>
        </pc:sldMkLst>
        <pc:spChg chg="add del mod">
          <ac:chgData name="Oskari Niskanen (TAU)" userId="S::oskari.niskanen@tuni.fi::22235918-ff9b-47fa-aa2c-930b007c539a" providerId="AD" clId="Web-{0F99DD5F-FEF6-7845-01BF-11910C2DAAC1}" dt="2021-11-17T10:02:44.621" v="643"/>
          <ac:spMkLst>
            <pc:docMk/>
            <pc:sldMk cId="1980698095" sldId="265"/>
            <ac:spMk id="4" creationId="{33729B58-7788-4EF8-965C-3DC42324220F}"/>
          </ac:spMkLst>
        </pc:spChg>
      </pc:sldChg>
      <pc:sldChg chg="addSp delSp modSp">
        <pc:chgData name="Oskari Niskanen (TAU)" userId="S::oskari.niskanen@tuni.fi::22235918-ff9b-47fa-aa2c-930b007c539a" providerId="AD" clId="Web-{0F99DD5F-FEF6-7845-01BF-11910C2DAAC1}" dt="2021-11-17T10:06:23.127" v="722" actId="20577"/>
        <pc:sldMkLst>
          <pc:docMk/>
          <pc:sldMk cId="2931047994" sldId="266"/>
        </pc:sldMkLst>
        <pc:spChg chg="mod">
          <ac:chgData name="Oskari Niskanen (TAU)" userId="S::oskari.niskanen@tuni.fi::22235918-ff9b-47fa-aa2c-930b007c539a" providerId="AD" clId="Web-{0F99DD5F-FEF6-7845-01BF-11910C2DAAC1}" dt="2021-11-17T10:06:23.127" v="722" actId="20577"/>
          <ac:spMkLst>
            <pc:docMk/>
            <pc:sldMk cId="2931047994" sldId="266"/>
            <ac:spMk id="2" creationId="{3390ADB1-52A1-4444-B0EA-835CE38BC471}"/>
          </ac:spMkLst>
        </pc:spChg>
        <pc:spChg chg="mod">
          <ac:chgData name="Oskari Niskanen (TAU)" userId="S::oskari.niskanen@tuni.fi::22235918-ff9b-47fa-aa2c-930b007c539a" providerId="AD" clId="Web-{0F99DD5F-FEF6-7845-01BF-11910C2DAAC1}" dt="2021-11-17T10:04:06.217" v="676" actId="20577"/>
          <ac:spMkLst>
            <pc:docMk/>
            <pc:sldMk cId="2931047994" sldId="266"/>
            <ac:spMk id="3" creationId="{BB2A1E3C-B279-471D-9385-5AC02C30F46E}"/>
          </ac:spMkLst>
        </pc:spChg>
        <pc:picChg chg="add del mod">
          <ac:chgData name="Oskari Niskanen (TAU)" userId="S::oskari.niskanen@tuni.fi::22235918-ff9b-47fa-aa2c-930b007c539a" providerId="AD" clId="Web-{0F99DD5F-FEF6-7845-01BF-11910C2DAAC1}" dt="2021-11-17T10:05:02.218" v="684"/>
          <ac:picMkLst>
            <pc:docMk/>
            <pc:sldMk cId="2931047994" sldId="266"/>
            <ac:picMk id="5" creationId="{84A2DF03-2C0A-426F-AF8B-9CF03F170BBA}"/>
          </ac:picMkLst>
        </pc:picChg>
      </pc:sldChg>
      <pc:sldChg chg="addSp modSp">
        <pc:chgData name="Oskari Niskanen (TAU)" userId="S::oskari.niskanen@tuni.fi::22235918-ff9b-47fa-aa2c-930b007c539a" providerId="AD" clId="Web-{0F99DD5F-FEF6-7845-01BF-11910C2DAAC1}" dt="2021-11-17T10:04:48.749" v="681" actId="1076"/>
        <pc:sldMkLst>
          <pc:docMk/>
          <pc:sldMk cId="3629045024" sldId="267"/>
        </pc:sldMkLst>
        <pc:spChg chg="mod">
          <ac:chgData name="Oskari Niskanen (TAU)" userId="S::oskari.niskanen@tuni.fi::22235918-ff9b-47fa-aa2c-930b007c539a" providerId="AD" clId="Web-{0F99DD5F-FEF6-7845-01BF-11910C2DAAC1}" dt="2021-11-17T09:53:07.481" v="109" actId="20577"/>
          <ac:spMkLst>
            <pc:docMk/>
            <pc:sldMk cId="3629045024" sldId="267"/>
            <ac:spMk id="3" creationId="{370FBCD9-A2B0-47D2-97B1-46383C54AB13}"/>
          </ac:spMkLst>
        </pc:spChg>
        <pc:picChg chg="add mod">
          <ac:chgData name="Oskari Niskanen (TAU)" userId="S::oskari.niskanen@tuni.fi::22235918-ff9b-47fa-aa2c-930b007c539a" providerId="AD" clId="Web-{0F99DD5F-FEF6-7845-01BF-11910C2DAAC1}" dt="2021-11-17T10:04:48.749" v="681" actId="1076"/>
          <ac:picMkLst>
            <pc:docMk/>
            <pc:sldMk cId="3629045024" sldId="267"/>
            <ac:picMk id="5" creationId="{0C8F50D6-0F60-4D9B-9247-80CE77ABC7AD}"/>
          </ac:picMkLst>
        </pc:picChg>
      </pc:sldChg>
      <pc:sldChg chg="modSp">
        <pc:chgData name="Oskari Niskanen (TAU)" userId="S::oskari.niskanen@tuni.fi::22235918-ff9b-47fa-aa2c-930b007c539a" providerId="AD" clId="Web-{0F99DD5F-FEF6-7845-01BF-11910C2DAAC1}" dt="2021-11-17T09:56:53.908" v="451" actId="20577"/>
        <pc:sldMkLst>
          <pc:docMk/>
          <pc:sldMk cId="2980215841" sldId="268"/>
        </pc:sldMkLst>
        <pc:spChg chg="mod">
          <ac:chgData name="Oskari Niskanen (TAU)" userId="S::oskari.niskanen@tuni.fi::22235918-ff9b-47fa-aa2c-930b007c539a" providerId="AD" clId="Web-{0F99DD5F-FEF6-7845-01BF-11910C2DAAC1}" dt="2021-11-17T09:56:53.908" v="451" actId="20577"/>
          <ac:spMkLst>
            <pc:docMk/>
            <pc:sldMk cId="2980215841" sldId="268"/>
            <ac:spMk id="2" creationId="{31A2A8DF-F62F-49AF-9181-1B038E4B9FBA}"/>
          </ac:spMkLst>
        </pc:spChg>
        <pc:spChg chg="mod">
          <ac:chgData name="Oskari Niskanen (TAU)" userId="S::oskari.niskanen@tuni.fi::22235918-ff9b-47fa-aa2c-930b007c539a" providerId="AD" clId="Web-{0F99DD5F-FEF6-7845-01BF-11910C2DAAC1}" dt="2021-11-17T09:56:47.564" v="439" actId="20577"/>
          <ac:spMkLst>
            <pc:docMk/>
            <pc:sldMk cId="2980215841" sldId="268"/>
            <ac:spMk id="3" creationId="{7B8D2A99-89B9-4F32-B695-C771900E104D}"/>
          </ac:spMkLst>
        </pc:spChg>
      </pc:sldChg>
      <pc:sldChg chg="delSp modSp new">
        <pc:chgData name="Oskari Niskanen (TAU)" userId="S::oskari.niskanen@tuni.fi::22235918-ff9b-47fa-aa2c-930b007c539a" providerId="AD" clId="Web-{0F99DD5F-FEF6-7845-01BF-11910C2DAAC1}" dt="2021-11-17T09:58:03.488" v="467" actId="1076"/>
        <pc:sldMkLst>
          <pc:docMk/>
          <pc:sldMk cId="2029776226" sldId="269"/>
        </pc:sldMkLst>
        <pc:spChg chg="mod">
          <ac:chgData name="Oskari Niskanen (TAU)" userId="S::oskari.niskanen@tuni.fi::22235918-ff9b-47fa-aa2c-930b007c539a" providerId="AD" clId="Web-{0F99DD5F-FEF6-7845-01BF-11910C2DAAC1}" dt="2021-11-17T09:58:03.488" v="467" actId="1076"/>
          <ac:spMkLst>
            <pc:docMk/>
            <pc:sldMk cId="2029776226" sldId="269"/>
            <ac:spMk id="2" creationId="{3F8E2E85-38ED-4799-857C-2662941DCBA3}"/>
          </ac:spMkLst>
        </pc:spChg>
        <pc:spChg chg="del">
          <ac:chgData name="Oskari Niskanen (TAU)" userId="S::oskari.niskanen@tuni.fi::22235918-ff9b-47fa-aa2c-930b007c539a" providerId="AD" clId="Web-{0F99DD5F-FEF6-7845-01BF-11910C2DAAC1}" dt="2021-11-17T09:57:48.066" v="462"/>
          <ac:spMkLst>
            <pc:docMk/>
            <pc:sldMk cId="2029776226" sldId="269"/>
            <ac:spMk id="3" creationId="{3972F84D-E67B-465A-AE9D-3F00FE0CC61E}"/>
          </ac:spMkLst>
        </pc:spChg>
      </pc:sldChg>
      <pc:sldChg chg="modSp new del">
        <pc:chgData name="Oskari Niskanen (TAU)" userId="S::oskari.niskanen@tuni.fi::22235918-ff9b-47fa-aa2c-930b007c539a" providerId="AD" clId="Web-{0F99DD5F-FEF6-7845-01BF-11910C2DAAC1}" dt="2021-11-17T10:03:08.184" v="644"/>
        <pc:sldMkLst>
          <pc:docMk/>
          <pc:sldMk cId="1422830013" sldId="270"/>
        </pc:sldMkLst>
        <pc:spChg chg="mod">
          <ac:chgData name="Oskari Niskanen (TAU)" userId="S::oskari.niskanen@tuni.fi::22235918-ff9b-47fa-aa2c-930b007c539a" providerId="AD" clId="Web-{0F99DD5F-FEF6-7845-01BF-11910C2DAAC1}" dt="2021-11-17T10:00:08.335" v="486" actId="20577"/>
          <ac:spMkLst>
            <pc:docMk/>
            <pc:sldMk cId="1422830013" sldId="270"/>
            <ac:spMk id="2" creationId="{42D8E35B-DCB3-404B-9C8F-8E2ECF7EE6B8}"/>
          </ac:spMkLst>
        </pc:spChg>
        <pc:spChg chg="mod">
          <ac:chgData name="Oskari Niskanen (TAU)" userId="S::oskari.niskanen@tuni.fi::22235918-ff9b-47fa-aa2c-930b007c539a" providerId="AD" clId="Web-{0F99DD5F-FEF6-7845-01BF-11910C2DAAC1}" dt="2021-11-17T10:01:57.869" v="624" actId="20577"/>
          <ac:spMkLst>
            <pc:docMk/>
            <pc:sldMk cId="1422830013" sldId="270"/>
            <ac:spMk id="3" creationId="{B35417B5-76A7-462E-BC96-4086CF76098B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1-11-17T13:21:55.624" idx="2">
    <p:pos x="10" y="10"/>
    <p:text>Is it open source? Where can I download it?</p:text>
    <p:extLst>
      <p:ext uri="{C676402C-5697-4E1C-873F-D02D1690AC5C}">
        <p15:threadingInfo xmlns:p15="http://schemas.microsoft.com/office/powerpoint/2012/main" timeZoneBias="-120"/>
      </p:ext>
    </p:extLst>
  </p:cm>
  <p:cm authorId="2" dt="2021-11-17T13:23:29.681" idx="3">
    <p:pos x="10" y="106"/>
    <p:text>No. Getting it ready for open source would require some months of development, and frankly we do not have that resource at the moment.</p:text>
    <p:extLst>
      <p:ext uri="{C676402C-5697-4E1C-873F-D02D1690AC5C}">
        <p15:threadingInfo xmlns:p15="http://schemas.microsoft.com/office/powerpoint/2012/main" timeZoneBias="-120">
          <p15:parentCm authorId="2" idx="2"/>
        </p15:threadingInfo>
      </p:ext>
    </p:extLst>
  </p:cm>
  <p:cm authorId="2" dt="2021-11-17T13:25:10.100" idx="4">
    <p:pos x="10" y="202"/>
    <p:text>Besides front end is tied to our forthcoming operational database so only back end would make sense to be released as open source.</p:text>
    <p:extLst>
      <p:ext uri="{C676402C-5697-4E1C-873F-D02D1690AC5C}">
        <p15:threadingInfo xmlns:p15="http://schemas.microsoft.com/office/powerpoint/2012/main" timeZoneBias="-120">
          <p15:parentCm authorId="2" idx="2"/>
        </p15:threadingInfo>
      </p:ext>
    </p:extLst>
  </p:cm>
  <p:cm authorId="2" dt="2021-11-17T13:25:20.270" idx="5">
    <p:pos x="106" y="106"/>
    <p:text>Why didn't you plan for  open source in the first place?</p:text>
    <p:extLst>
      <p:ext uri="{C676402C-5697-4E1C-873F-D02D1690AC5C}">
        <p15:threadingInfo xmlns:p15="http://schemas.microsoft.com/office/powerpoint/2012/main" timeZoneBias="-1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73" name="Shape 7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772828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821836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225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726140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40299999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3198105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594926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0340914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688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306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6"/>
          <p:cNvGrpSpPr/>
          <p:nvPr/>
        </p:nvGrpSpPr>
        <p:grpSpPr>
          <a:xfrm>
            <a:off x="7425266" y="0"/>
            <a:ext cx="4763560" cy="6858000"/>
            <a:chOff x="0" y="0"/>
            <a:chExt cx="4763558" cy="6858000"/>
          </a:xfrm>
        </p:grpSpPr>
        <p:sp>
          <p:nvSpPr>
            <p:cNvPr id="13" name="Straight Connector 31"/>
            <p:cNvSpPr/>
            <p:nvPr/>
          </p:nvSpPr>
          <p:spPr>
            <a:xfrm>
              <a:off x="1945745" y="-1"/>
              <a:ext cx="1219201" cy="6858002"/>
            </a:xfrm>
            <a:prstGeom prst="line">
              <a:avLst/>
            </a:prstGeom>
            <a:noFill/>
            <a:ln w="9525" cap="rnd">
              <a:solidFill>
                <a:srgbClr val="BFBFB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4" name="Straight Connector 20"/>
            <p:cNvSpPr/>
            <p:nvPr/>
          </p:nvSpPr>
          <p:spPr>
            <a:xfrm flipH="1">
              <a:off x="-1" y="3681412"/>
              <a:ext cx="4763560" cy="3176588"/>
            </a:xfrm>
            <a:prstGeom prst="line">
              <a:avLst/>
            </a:prstGeom>
            <a:noFill/>
            <a:ln w="9525" cap="rnd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dirty="0"/>
            </a:p>
          </p:txBody>
        </p:sp>
      </p:grpSp>
      <p:sp>
        <p:nvSpPr>
          <p:cNvPr id="16" name="Title Text"/>
          <p:cNvSpPr txBox="1">
            <a:spLocks noGrp="1"/>
          </p:cNvSpPr>
          <p:nvPr>
            <p:ph type="title"/>
          </p:nvPr>
        </p:nvSpPr>
        <p:spPr>
          <a:xfrm>
            <a:off x="1507067" y="2404534"/>
            <a:ext cx="7766937" cy="1646303"/>
          </a:xfrm>
          <a:prstGeom prst="rect">
            <a:avLst/>
          </a:prstGeom>
        </p:spPr>
        <p:txBody>
          <a:bodyPr anchor="b"/>
          <a:lstStyle>
            <a:lvl1pPr algn="r">
              <a:defRPr sz="5400"/>
            </a:lvl1pPr>
          </a:lstStyle>
          <a:p>
            <a:r>
              <a:t>Title Text</a:t>
            </a:r>
          </a:p>
        </p:txBody>
      </p:sp>
      <p:sp>
        <p:nvSpPr>
          <p:cNvPr id="1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07067" y="4050832"/>
            <a:ext cx="7766937" cy="1096901"/>
          </a:xfrm>
          <a:prstGeom prst="rect">
            <a:avLst/>
          </a:prstGeom>
        </p:spPr>
        <p:txBody>
          <a:bodyPr/>
          <a:lstStyle>
            <a:lvl1pPr marL="0" indent="0" algn="r">
              <a:buClrTx/>
              <a:buSzTx/>
              <a:buNone/>
              <a:defRPr sz="1800">
                <a:solidFill>
                  <a:srgbClr val="808080"/>
                </a:solidFill>
              </a:defRPr>
            </a:lvl1pPr>
            <a:lvl2pPr marL="0" indent="457200" algn="r">
              <a:buClrTx/>
              <a:buSzTx/>
              <a:buNone/>
              <a:defRPr sz="1800">
                <a:solidFill>
                  <a:srgbClr val="808080"/>
                </a:solidFill>
              </a:defRPr>
            </a:lvl2pPr>
            <a:lvl3pPr marL="0" indent="914400" algn="r">
              <a:buClrTx/>
              <a:buSzTx/>
              <a:buNone/>
              <a:defRPr sz="1800">
                <a:solidFill>
                  <a:srgbClr val="808080"/>
                </a:solidFill>
              </a:defRPr>
            </a:lvl3pPr>
            <a:lvl4pPr marL="0" indent="1371600" algn="r">
              <a:buClrTx/>
              <a:buSzTx/>
              <a:buNone/>
              <a:defRPr sz="1800">
                <a:solidFill>
                  <a:srgbClr val="808080"/>
                </a:solidFill>
              </a:defRPr>
            </a:lvl4pPr>
            <a:lvl5pPr marL="0" indent="1828800" algn="r">
              <a:buClrTx/>
              <a:buSzTx/>
              <a:buNone/>
              <a:defRPr sz="1800">
                <a:solidFill>
                  <a:srgbClr val="80808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18" name="Picture 3" descr="Picture 3"/>
          <p:cNvPicPr>
            <a:picLocks noChangeAspect="1"/>
          </p:cNvPicPr>
          <p:nvPr/>
        </p:nvPicPr>
        <p:blipFill>
          <a:blip r:embed="rId2"/>
          <a:srcRect l="11597" t="3488" r="9279" b="23528"/>
          <a:stretch>
            <a:fillRect/>
          </a:stretch>
        </p:blipFill>
        <p:spPr>
          <a:xfrm>
            <a:off x="-30998" y="-30997"/>
            <a:ext cx="12228165" cy="6896746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Kaavio3">
    <p:bg>
      <p:bgPr>
        <a:solidFill>
          <a:srgbClr val="282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ooter Placeholder 4"/>
          <p:cNvSpPr txBox="1"/>
          <p:nvPr/>
        </p:nvSpPr>
        <p:spPr>
          <a:xfrm>
            <a:off x="5708577" y="6116249"/>
            <a:ext cx="620617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r>
              <a:rPr dirty="0"/>
              <a:t>www.fsd.</a:t>
            </a:r>
            <a:r>
              <a:rPr lang="en-US" dirty="0"/>
              <a:t>tuni</a:t>
            </a:r>
            <a:r>
              <a:rPr dirty="0"/>
              <a:t>.fi</a:t>
            </a:r>
          </a:p>
        </p:txBody>
      </p:sp>
      <p:pic>
        <p:nvPicPr>
          <p:cNvPr id="3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19577"/>
            <a:ext cx="3026396" cy="571501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43600" y="6356350"/>
            <a:ext cx="2133600" cy="368300"/>
          </a:xfrm>
          <a:prstGeom prst="rect">
            <a:avLst/>
          </a:prstGeom>
        </p:spPr>
        <p:txBody>
          <a:bodyPr anchor="t"/>
          <a:lstStyle>
            <a:lvl1pPr>
              <a:defRPr sz="10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Kaavio4">
    <p:bg>
      <p:bgPr>
        <a:solidFill>
          <a:srgbClr val="2558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ooter Placeholder 4"/>
          <p:cNvSpPr txBox="1"/>
          <p:nvPr/>
        </p:nvSpPr>
        <p:spPr>
          <a:xfrm>
            <a:off x="5708577" y="6116249"/>
            <a:ext cx="620617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r>
              <a:rPr dirty="0"/>
              <a:t>www.fsd.</a:t>
            </a:r>
            <a:r>
              <a:rPr lang="en-US" dirty="0"/>
              <a:t>tuni</a:t>
            </a:r>
            <a:r>
              <a:rPr dirty="0"/>
              <a:t>.fi</a:t>
            </a:r>
          </a:p>
        </p:txBody>
      </p:sp>
      <p:pic>
        <p:nvPicPr>
          <p:cNvPr id="4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19577"/>
            <a:ext cx="3026396" cy="571501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43600" y="6356350"/>
            <a:ext cx="2133600" cy="368300"/>
          </a:xfrm>
          <a:prstGeom prst="rect">
            <a:avLst/>
          </a:prstGeom>
        </p:spPr>
        <p:txBody>
          <a:bodyPr anchor="t"/>
          <a:lstStyle>
            <a:lvl1pPr>
              <a:defRPr sz="10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Kaavio4">
    <p:bg>
      <p:bgPr>
        <a:solidFill>
          <a:srgbClr val="282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ooter Placeholder 4"/>
          <p:cNvSpPr txBox="1"/>
          <p:nvPr/>
        </p:nvSpPr>
        <p:spPr>
          <a:xfrm>
            <a:off x="5708577" y="6116249"/>
            <a:ext cx="620617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r>
              <a:rPr dirty="0"/>
              <a:t>www.fsd.</a:t>
            </a:r>
            <a:r>
              <a:rPr lang="en-US" dirty="0"/>
              <a:t>tuni</a:t>
            </a:r>
            <a:r>
              <a:rPr dirty="0"/>
              <a:t>.fi</a:t>
            </a:r>
          </a:p>
        </p:txBody>
      </p:sp>
      <p:pic>
        <p:nvPicPr>
          <p:cNvPr id="54" name="Image" descr="Image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6578982" y="1053918"/>
            <a:ext cx="8160724" cy="6963256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Image" descr="Image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533400" y="219577"/>
            <a:ext cx="3026396" cy="571501"/>
          </a:xfrm>
          <a:prstGeom prst="rect">
            <a:avLst/>
          </a:prstGeom>
          <a:ln w="12700">
            <a:miter lim="400000"/>
          </a:ln>
        </p:spPr>
      </p:pic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43600" y="6356350"/>
            <a:ext cx="2133600" cy="368300"/>
          </a:xfrm>
          <a:prstGeom prst="rect">
            <a:avLst/>
          </a:prstGeom>
        </p:spPr>
        <p:txBody>
          <a:bodyPr anchor="t"/>
          <a:lstStyle>
            <a:lvl1pPr>
              <a:defRPr sz="10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Väliotsikkodia_Virtarakennuksella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Text"/>
          <p:cNvSpPr txBox="1">
            <a:spLocks noGrp="1"/>
          </p:cNvSpPr>
          <p:nvPr>
            <p:ph type="title"/>
          </p:nvPr>
        </p:nvSpPr>
        <p:spPr>
          <a:xfrm>
            <a:off x="3767660" y="3152775"/>
            <a:ext cx="4301073" cy="1131358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3700"/>
              </a:lnSpc>
              <a:defRPr b="1">
                <a:solidFill>
                  <a:srgbClr val="009FE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Title Text</a:t>
            </a:r>
          </a:p>
        </p:txBody>
      </p:sp>
      <p:pic>
        <p:nvPicPr>
          <p:cNvPr id="64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19577"/>
            <a:ext cx="1854201" cy="567851"/>
          </a:xfrm>
          <a:prstGeom prst="rect">
            <a:avLst/>
          </a:prstGeom>
          <a:ln w="12700">
            <a:miter lim="400000"/>
          </a:ln>
        </p:spPr>
      </p:pic>
      <p:sp>
        <p:nvSpPr>
          <p:cNvPr id="65" name="Footer Placeholder 4"/>
          <p:cNvSpPr txBox="1"/>
          <p:nvPr/>
        </p:nvSpPr>
        <p:spPr>
          <a:xfrm>
            <a:off x="5708577" y="6116249"/>
            <a:ext cx="620617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r>
              <a:rPr dirty="0"/>
              <a:t>www.fsd.</a:t>
            </a:r>
            <a:r>
              <a:rPr lang="en-US" dirty="0"/>
              <a:t>tuni</a:t>
            </a:r>
            <a:r>
              <a:rPr dirty="0"/>
              <a:t>.fi</a:t>
            </a:r>
          </a:p>
        </p:txBody>
      </p:sp>
      <p:sp>
        <p:nvSpPr>
          <p:cNvPr id="6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43600" y="6356350"/>
            <a:ext cx="2133600" cy="368300"/>
          </a:xfrm>
          <a:prstGeom prst="rect">
            <a:avLst/>
          </a:prstGeom>
        </p:spPr>
        <p:txBody>
          <a:bodyPr anchor="t"/>
          <a:lstStyle>
            <a:lvl1pPr>
              <a:defRPr sz="10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77333" y="968836"/>
            <a:ext cx="10115854" cy="729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77333" y="1938022"/>
            <a:ext cx="10115854" cy="4103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Footer Placeholder 4"/>
          <p:cNvSpPr txBox="1"/>
          <p:nvPr/>
        </p:nvSpPr>
        <p:spPr>
          <a:xfrm>
            <a:off x="5708577" y="6116249"/>
            <a:ext cx="620617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r>
              <a:rPr dirty="0"/>
              <a:t>www.fsd.</a:t>
            </a:r>
            <a:r>
              <a:rPr lang="en-US" dirty="0"/>
              <a:t>tuni</a:t>
            </a:r>
            <a:r>
              <a:rPr dirty="0"/>
              <a:t>.fi</a:t>
            </a:r>
          </a:p>
        </p:txBody>
      </p:sp>
      <p:pic>
        <p:nvPicPr>
          <p:cNvPr id="5" name="Picture 11" descr="Picture 11"/>
          <p:cNvPicPr>
            <a:picLocks noChangeAspect="1"/>
          </p:cNvPicPr>
          <p:nvPr/>
        </p:nvPicPr>
        <p:blipFill>
          <a:blip r:embed="rId8"/>
          <a:srcRect l="11597" t="3488" r="9279" b="23528"/>
          <a:stretch>
            <a:fillRect/>
          </a:stretch>
        </p:blipFill>
        <p:spPr>
          <a:xfrm>
            <a:off x="-30998" y="-30997"/>
            <a:ext cx="12228165" cy="6896746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med"/>
  <p:txStyles>
    <p:title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006292"/>
          </a:solidFill>
          <a:uFillTx/>
          <a:latin typeface="PT Sans Caption"/>
          <a:ea typeface="PT Sans Caption"/>
          <a:cs typeface="PT Sans Caption"/>
          <a:sym typeface="PT Sans Caption"/>
        </a:defRPr>
      </a:lvl1pPr>
      <a:lvl2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006292"/>
          </a:solidFill>
          <a:uFillTx/>
          <a:latin typeface="PT Sans Caption"/>
          <a:ea typeface="PT Sans Caption"/>
          <a:cs typeface="PT Sans Caption"/>
          <a:sym typeface="PT Sans Caption"/>
        </a:defRPr>
      </a:lvl2pPr>
      <a:lvl3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006292"/>
          </a:solidFill>
          <a:uFillTx/>
          <a:latin typeface="PT Sans Caption"/>
          <a:ea typeface="PT Sans Caption"/>
          <a:cs typeface="PT Sans Caption"/>
          <a:sym typeface="PT Sans Caption"/>
        </a:defRPr>
      </a:lvl3pPr>
      <a:lvl4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006292"/>
          </a:solidFill>
          <a:uFillTx/>
          <a:latin typeface="PT Sans Caption"/>
          <a:ea typeface="PT Sans Caption"/>
          <a:cs typeface="PT Sans Caption"/>
          <a:sym typeface="PT Sans Caption"/>
        </a:defRPr>
      </a:lvl4pPr>
      <a:lvl5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006292"/>
          </a:solidFill>
          <a:uFillTx/>
          <a:latin typeface="PT Sans Caption"/>
          <a:ea typeface="PT Sans Caption"/>
          <a:cs typeface="PT Sans Caption"/>
          <a:sym typeface="PT Sans Caption"/>
        </a:defRPr>
      </a:lvl5pPr>
      <a:lvl6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006292"/>
          </a:solidFill>
          <a:uFillTx/>
          <a:latin typeface="PT Sans Caption"/>
          <a:ea typeface="PT Sans Caption"/>
          <a:cs typeface="PT Sans Caption"/>
          <a:sym typeface="PT Sans Caption"/>
        </a:defRPr>
      </a:lvl6pPr>
      <a:lvl7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006292"/>
          </a:solidFill>
          <a:uFillTx/>
          <a:latin typeface="PT Sans Caption"/>
          <a:ea typeface="PT Sans Caption"/>
          <a:cs typeface="PT Sans Caption"/>
          <a:sym typeface="PT Sans Caption"/>
        </a:defRPr>
      </a:lvl7pPr>
      <a:lvl8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006292"/>
          </a:solidFill>
          <a:uFillTx/>
          <a:latin typeface="PT Sans Caption"/>
          <a:ea typeface="PT Sans Caption"/>
          <a:cs typeface="PT Sans Caption"/>
          <a:sym typeface="PT Sans Caption"/>
        </a:defRPr>
      </a:lvl8pPr>
      <a:lvl9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006292"/>
          </a:solidFill>
          <a:uFillTx/>
          <a:latin typeface="PT Sans Caption"/>
          <a:ea typeface="PT Sans Caption"/>
          <a:cs typeface="PT Sans Caption"/>
          <a:sym typeface="PT Sans Caption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009FE3"/>
        </a:buClr>
        <a:buSzPct val="80000"/>
        <a:buFontTx/>
        <a:buChar char=""/>
        <a:tabLst/>
        <a:defRPr sz="2200" b="0" i="0" u="none" strike="noStrike" cap="none" spc="0" baseline="0">
          <a:solidFill>
            <a:srgbClr val="404040"/>
          </a:solidFill>
          <a:uFillTx/>
          <a:latin typeface="PT Sans Caption"/>
          <a:ea typeface="PT Sans Caption"/>
          <a:cs typeface="PT Sans Caption"/>
          <a:sym typeface="PT Sans Caption"/>
        </a:defRPr>
      </a:lvl1pPr>
      <a:lvl2pPr marL="771525" marR="0" indent="-314325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009FE3"/>
        </a:buClr>
        <a:buSzPct val="80000"/>
        <a:buFontTx/>
        <a:buChar char=""/>
        <a:tabLst/>
        <a:defRPr sz="2200" b="0" i="0" u="none" strike="noStrike" cap="none" spc="0" baseline="0">
          <a:solidFill>
            <a:srgbClr val="404040"/>
          </a:solidFill>
          <a:uFillTx/>
          <a:latin typeface="PT Sans Caption"/>
          <a:ea typeface="PT Sans Caption"/>
          <a:cs typeface="PT Sans Caption"/>
          <a:sym typeface="PT Sans Caption"/>
        </a:defRPr>
      </a:lvl2pPr>
      <a:lvl3pPr marL="1273628" marR="0" indent="-359228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009FE3"/>
        </a:buClr>
        <a:buSzPct val="80000"/>
        <a:buFontTx/>
        <a:buChar char=""/>
        <a:tabLst/>
        <a:defRPr sz="2200" b="0" i="0" u="none" strike="noStrike" cap="none" spc="0" baseline="0">
          <a:solidFill>
            <a:srgbClr val="404040"/>
          </a:solidFill>
          <a:uFillTx/>
          <a:latin typeface="PT Sans Caption"/>
          <a:ea typeface="PT Sans Caption"/>
          <a:cs typeface="PT Sans Caption"/>
          <a:sym typeface="PT Sans Caption"/>
        </a:defRPr>
      </a:lvl3pPr>
      <a:lvl4pPr marL="1790700" marR="0" indent="-4191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009FE3"/>
        </a:buClr>
        <a:buSzPct val="80000"/>
        <a:buFontTx/>
        <a:buChar char=""/>
        <a:tabLst/>
        <a:defRPr sz="2200" b="0" i="0" u="none" strike="noStrike" cap="none" spc="0" baseline="0">
          <a:solidFill>
            <a:srgbClr val="404040"/>
          </a:solidFill>
          <a:uFillTx/>
          <a:latin typeface="PT Sans Caption"/>
          <a:ea typeface="PT Sans Caption"/>
          <a:cs typeface="PT Sans Caption"/>
          <a:sym typeface="PT Sans Caption"/>
        </a:defRPr>
      </a:lvl4pPr>
      <a:lvl5pPr marL="2247900" marR="0" indent="-4191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009FE3"/>
        </a:buClr>
        <a:buSzPct val="80000"/>
        <a:buFontTx/>
        <a:buChar char=""/>
        <a:tabLst/>
        <a:defRPr sz="2200" b="0" i="0" u="none" strike="noStrike" cap="none" spc="0" baseline="0">
          <a:solidFill>
            <a:srgbClr val="404040"/>
          </a:solidFill>
          <a:uFillTx/>
          <a:latin typeface="PT Sans Caption"/>
          <a:ea typeface="PT Sans Caption"/>
          <a:cs typeface="PT Sans Caption"/>
          <a:sym typeface="PT Sans Caption"/>
        </a:defRPr>
      </a:lvl5pPr>
      <a:lvl6pPr marL="2705100" marR="0" indent="-4191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009FE3"/>
        </a:buClr>
        <a:buSzPct val="80000"/>
        <a:buFontTx/>
        <a:buChar char=""/>
        <a:tabLst/>
        <a:defRPr sz="2200" b="0" i="0" u="none" strike="noStrike" cap="none" spc="0" baseline="0">
          <a:solidFill>
            <a:srgbClr val="404040"/>
          </a:solidFill>
          <a:uFillTx/>
          <a:latin typeface="PT Sans Caption"/>
          <a:ea typeface="PT Sans Caption"/>
          <a:cs typeface="PT Sans Caption"/>
          <a:sym typeface="PT Sans Caption"/>
        </a:defRPr>
      </a:lvl6pPr>
      <a:lvl7pPr marL="3162300" marR="0" indent="-4191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009FE3"/>
        </a:buClr>
        <a:buSzPct val="80000"/>
        <a:buFontTx/>
        <a:buChar char=""/>
        <a:tabLst/>
        <a:defRPr sz="2200" b="0" i="0" u="none" strike="noStrike" cap="none" spc="0" baseline="0">
          <a:solidFill>
            <a:srgbClr val="404040"/>
          </a:solidFill>
          <a:uFillTx/>
          <a:latin typeface="PT Sans Caption"/>
          <a:ea typeface="PT Sans Caption"/>
          <a:cs typeface="PT Sans Caption"/>
          <a:sym typeface="PT Sans Caption"/>
        </a:defRPr>
      </a:lvl7pPr>
      <a:lvl8pPr marL="3619500" marR="0" indent="-4191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009FE3"/>
        </a:buClr>
        <a:buSzPct val="80000"/>
        <a:buFontTx/>
        <a:buChar char=""/>
        <a:tabLst/>
        <a:defRPr sz="2200" b="0" i="0" u="none" strike="noStrike" cap="none" spc="0" baseline="0">
          <a:solidFill>
            <a:srgbClr val="404040"/>
          </a:solidFill>
          <a:uFillTx/>
          <a:latin typeface="PT Sans Caption"/>
          <a:ea typeface="PT Sans Caption"/>
          <a:cs typeface="PT Sans Caption"/>
          <a:sym typeface="PT Sans Caption"/>
        </a:defRPr>
      </a:lvl8pPr>
      <a:lvl9pPr marL="4076700" marR="0" indent="-4191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009FE3"/>
        </a:buClr>
        <a:buSzPct val="80000"/>
        <a:buFontTx/>
        <a:buChar char=""/>
        <a:tabLst/>
        <a:defRPr sz="2200" b="0" i="0" u="none" strike="noStrike" cap="none" spc="0" baseline="0">
          <a:solidFill>
            <a:srgbClr val="404040"/>
          </a:solidFill>
          <a:uFillTx/>
          <a:latin typeface="PT Sans Caption"/>
          <a:ea typeface="PT Sans Caption"/>
          <a:cs typeface="PT Sans Caption"/>
          <a:sym typeface="PT Sans Caption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etoarkiston kaaviot"/>
          <p:cNvSpPr txBox="1">
            <a:spLocks noGrp="1"/>
          </p:cNvSpPr>
          <p:nvPr>
            <p:ph type="ctrTitle"/>
          </p:nvPr>
        </p:nvSpPr>
        <p:spPr>
          <a:xfrm>
            <a:off x="1507067" y="1710268"/>
            <a:ext cx="7766937" cy="234057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Integrating DDI validation into daily workflow at FSD</a:t>
            </a:r>
            <a:endParaRPr dirty="0"/>
          </a:p>
        </p:txBody>
      </p:sp>
      <p:sp>
        <p:nvSpPr>
          <p:cNvPr id="76" name="20.1.2020"/>
          <p:cNvSpPr txBox="1">
            <a:spLocks noGrp="1"/>
          </p:cNvSpPr>
          <p:nvPr>
            <p:ph type="subTitle" sz="quarter" idx="1"/>
          </p:nvPr>
        </p:nvSpPr>
        <p:spPr>
          <a:xfrm>
            <a:off x="1507067" y="4098457"/>
            <a:ext cx="7766937" cy="17784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fi-FI" dirty="0"/>
              <a:t>1</a:t>
            </a:r>
            <a:r>
              <a:rPr dirty="0"/>
              <a:t>.</a:t>
            </a:r>
            <a:r>
              <a:rPr lang="fi-FI" dirty="0"/>
              <a:t>12</a:t>
            </a:r>
            <a:r>
              <a:rPr dirty="0"/>
              <a:t>.202</a:t>
            </a:r>
            <a:r>
              <a:rPr lang="fi-FI" dirty="0"/>
              <a:t>1</a:t>
            </a:r>
          </a:p>
          <a:p>
            <a:r>
              <a:rPr lang="fi-FI" dirty="0"/>
              <a:t>Emil Rekola</a:t>
            </a:r>
          </a:p>
          <a:p>
            <a:r>
              <a:rPr lang="fi-FI" dirty="0"/>
              <a:t>Oskari Niskanen</a:t>
            </a:r>
          </a:p>
          <a:p>
            <a:r>
              <a:rPr lang="fi-FI" dirty="0"/>
              <a:t>License: </a:t>
            </a:r>
            <a:r>
              <a:rPr lang="fi-FI" dirty="0">
                <a:hlinkClick r:id="rId3"/>
              </a:rPr>
              <a:t>CC BY 4.0</a:t>
            </a:r>
            <a:endParaRPr lang="fi-FI" dirty="0"/>
          </a:p>
          <a:p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3402A-0FE9-4DEA-9076-9FA967340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 of the presentation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070E5-2DD6-4DBB-A2EE-0E247E04FE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5719" tIns="45720" rIns="45719" bIns="45720" anchor="t">
            <a:normAutofit lnSpcReduction="10000"/>
          </a:bodyPr>
          <a:lstStyle/>
          <a:p>
            <a:pPr>
              <a:lnSpc>
                <a:spcPct val="170000"/>
              </a:lnSpc>
            </a:pPr>
            <a:r>
              <a:rPr lang="en-US" dirty="0"/>
              <a:t>Background information</a:t>
            </a:r>
          </a:p>
          <a:p>
            <a:pPr>
              <a:lnSpc>
                <a:spcPct val="170000"/>
              </a:lnSpc>
            </a:pPr>
            <a:r>
              <a:rPr lang="en-US" dirty="0"/>
              <a:t>DDI validation in general</a:t>
            </a:r>
          </a:p>
          <a:p>
            <a:pPr>
              <a:lnSpc>
                <a:spcPct val="170000"/>
              </a:lnSpc>
            </a:pPr>
            <a:r>
              <a:rPr lang="en-US" dirty="0"/>
              <a:t>Features of the validator</a:t>
            </a:r>
          </a:p>
          <a:p>
            <a:pPr>
              <a:lnSpc>
                <a:spcPct val="170000"/>
              </a:lnSpc>
            </a:pPr>
            <a:r>
              <a:rPr lang="en-US" dirty="0"/>
              <a:t>Validation process</a:t>
            </a:r>
          </a:p>
          <a:p>
            <a:pPr>
              <a:lnSpc>
                <a:spcPct val="170000"/>
              </a:lnSpc>
            </a:pPr>
            <a:r>
              <a:rPr lang="en-US" dirty="0"/>
              <a:t>Tech demo</a:t>
            </a:r>
          </a:p>
          <a:p>
            <a:pPr>
              <a:lnSpc>
                <a:spcPct val="170000"/>
              </a:lnSpc>
            </a:pPr>
            <a:r>
              <a:rPr lang="en-US" dirty="0"/>
              <a:t>Ending remarks</a:t>
            </a:r>
          </a:p>
          <a:p>
            <a:pPr marL="0" indent="0">
              <a:lnSpc>
                <a:spcPct val="170000"/>
              </a:lnSpc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57282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A1216-1D43-450C-ACA9-C3BDE2B67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t">
            <a:normAutofit/>
          </a:bodyPr>
          <a:lstStyle/>
          <a:p>
            <a:r>
              <a:rPr lang="en-US" dirty="0"/>
              <a:t>Background and motivation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6B12A-138D-4443-8815-2A3EE2EA02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5719" tIns="45720" rIns="45719" bIns="45720" anchor="t">
            <a:normAutofit/>
          </a:bodyPr>
          <a:lstStyle/>
          <a:p>
            <a:r>
              <a:rPr lang="en-US" dirty="0"/>
              <a:t>There was a need for a tool to validate DDI files that was tailor-made for our needs and specifications</a:t>
            </a:r>
          </a:p>
          <a:p>
            <a:r>
              <a:rPr lang="en-US" dirty="0"/>
              <a:t>Tool needed to be able to integrate flawlessly into our web-based operational database</a:t>
            </a:r>
          </a:p>
          <a:p>
            <a:r>
              <a:rPr lang="en-US" dirty="0"/>
              <a:t>At the time of need, no applicable solutions were available</a:t>
            </a:r>
          </a:p>
          <a:p>
            <a:r>
              <a:rPr lang="en-US" dirty="0"/>
              <a:t>Previously used internal validator was outdated and contained technical debt</a:t>
            </a:r>
          </a:p>
          <a:p>
            <a:r>
              <a:rPr lang="en-US" dirty="0"/>
              <a:t>Development of the new validator began in early 2020, launched into beta testing in mid 2021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4224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C0CE8-CE50-459B-9427-829B728EB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t">
            <a:normAutofit/>
          </a:bodyPr>
          <a:lstStyle/>
          <a:p>
            <a:r>
              <a:rPr lang="en-US" dirty="0"/>
              <a:t>Motivation behind DDI validation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17DD9-9E96-4C58-8E84-FE9098134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5719" tIns="45720" rIns="45719" bIns="45720" anchor="t">
            <a:normAutofit/>
          </a:bodyPr>
          <a:lstStyle/>
          <a:p>
            <a:r>
              <a:rPr lang="en-US" dirty="0"/>
              <a:t>Manual DDI validation is a complicated process which requires immense concentration from a human inspector</a:t>
            </a:r>
          </a:p>
          <a:p>
            <a:r>
              <a:rPr lang="en-US" dirty="0"/>
              <a:t>File must be checked against multiple different schemas</a:t>
            </a:r>
          </a:p>
          <a:p>
            <a:r>
              <a:rPr lang="en-US" dirty="0"/>
              <a:t>Process consists of several steps and checks</a:t>
            </a:r>
          </a:p>
          <a:p>
            <a:r>
              <a:rPr lang="en-US" dirty="0"/>
              <a:t>Utilizing software to validate the DDI files is the only feasible solution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18213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EEBB9-3306-4F15-9FD8-D7AFF1B98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t">
            <a:normAutofit/>
          </a:bodyPr>
          <a:lstStyle/>
          <a:p>
            <a:r>
              <a:rPr lang="en-US" dirty="0"/>
              <a:t> Features of our DDI validator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D0FB6-88E8-4DF1-8E92-A35F94DAF0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5719" tIns="45720" rIns="45719" bIns="45720" anchor="t">
            <a:normAutofit/>
          </a:bodyPr>
          <a:lstStyle/>
          <a:p>
            <a:r>
              <a:rPr lang="en-US" dirty="0"/>
              <a:t>Well-formed validation</a:t>
            </a:r>
          </a:p>
          <a:p>
            <a:r>
              <a:rPr lang="en-US" dirty="0"/>
              <a:t>XSD validation</a:t>
            </a:r>
          </a:p>
          <a:p>
            <a:pPr lvl="1"/>
            <a:r>
              <a:rPr lang="en-US" dirty="0"/>
              <a:t>DDI 2.5 XSD validation</a:t>
            </a:r>
          </a:p>
          <a:p>
            <a:pPr lvl="1"/>
            <a:r>
              <a:rPr lang="en-US" dirty="0"/>
              <a:t>FSD’s own XSD validation</a:t>
            </a:r>
          </a:p>
          <a:p>
            <a:pPr lvl="2"/>
            <a:r>
              <a:rPr lang="en-US" dirty="0"/>
              <a:t>Has both quantitative and qualitative versions</a:t>
            </a:r>
          </a:p>
          <a:p>
            <a:r>
              <a:rPr lang="en-US" dirty="0"/>
              <a:t>Constant text validation</a:t>
            </a:r>
          </a:p>
          <a:p>
            <a:pPr lvl="1"/>
            <a:r>
              <a:rPr lang="en-US" dirty="0"/>
              <a:t>Supports English and Finnish texts</a:t>
            </a:r>
          </a:p>
          <a:p>
            <a:r>
              <a:rPr lang="en-US" dirty="0"/>
              <a:t>Features a graphical user interface for ease of use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69809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Ima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52" y="2684302"/>
            <a:ext cx="1304911" cy="225224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7" name="Grou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3208" y="1889271"/>
            <a:ext cx="1587501" cy="3236579"/>
            <a:chOff x="0" y="0"/>
            <a:chExt cx="1587500" cy="3236578"/>
          </a:xfrm>
        </p:grpSpPr>
        <p:pic>
          <p:nvPicPr>
            <p:cNvPr id="205" name="Image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0" y="0"/>
              <a:ext cx="1587500" cy="21397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06" name="Image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4680" y="1217826"/>
              <a:ext cx="736601" cy="20187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202" name="Grou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625188" y="5235073"/>
            <a:ext cx="2195672" cy="855303"/>
            <a:chOff x="-266331" y="-17756"/>
            <a:chExt cx="2195670" cy="855302"/>
          </a:xfrm>
        </p:grpSpPr>
        <p:sp>
          <p:nvSpPr>
            <p:cNvPr id="200" name="Jatkokäyttö"/>
            <p:cNvSpPr/>
            <p:nvPr/>
          </p:nvSpPr>
          <p:spPr>
            <a:xfrm>
              <a:off x="87838" y="119598"/>
              <a:ext cx="1841501" cy="7179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70" y="0"/>
                  </a:moveTo>
                  <a:lnTo>
                    <a:pt x="9180" y="2579"/>
                  </a:lnTo>
                  <a:lnTo>
                    <a:pt x="149" y="2579"/>
                  </a:lnTo>
                  <a:cubicBezTo>
                    <a:pt x="67" y="2579"/>
                    <a:pt x="0" y="2750"/>
                    <a:pt x="0" y="2961"/>
                  </a:cubicBezTo>
                  <a:lnTo>
                    <a:pt x="0" y="21218"/>
                  </a:lnTo>
                  <a:cubicBezTo>
                    <a:pt x="0" y="21429"/>
                    <a:pt x="67" y="21600"/>
                    <a:pt x="149" y="21600"/>
                  </a:cubicBezTo>
                  <a:lnTo>
                    <a:pt x="21451" y="21600"/>
                  </a:lnTo>
                  <a:cubicBezTo>
                    <a:pt x="21533" y="21600"/>
                    <a:pt x="21600" y="21429"/>
                    <a:pt x="21600" y="21218"/>
                  </a:cubicBezTo>
                  <a:lnTo>
                    <a:pt x="21600" y="2961"/>
                  </a:lnTo>
                  <a:cubicBezTo>
                    <a:pt x="21600" y="2750"/>
                    <a:pt x="21533" y="2579"/>
                    <a:pt x="21451" y="2579"/>
                  </a:cubicBezTo>
                  <a:lnTo>
                    <a:pt x="12155" y="2579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E4EBFD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1600">
                  <a:latin typeface="PT Sans"/>
                  <a:ea typeface="PT Sans"/>
                  <a:cs typeface="PT Sans"/>
                  <a:sym typeface="PT Sans"/>
                </a:defRPr>
              </a:lvl1pPr>
            </a:lstStyle>
            <a:p>
              <a:r>
                <a:rPr lang="en-US" dirty="0"/>
                <a:t>Display the validation results</a:t>
              </a:r>
            </a:p>
          </p:txBody>
        </p:sp>
        <p:sp>
          <p:nvSpPr>
            <p:cNvPr id="201" name="6."/>
            <p:cNvSpPr/>
            <p:nvPr/>
          </p:nvSpPr>
          <p:spPr>
            <a:xfrm>
              <a:off x="-266331" y="-17756"/>
              <a:ext cx="444500" cy="444500"/>
            </a:xfrm>
            <a:prstGeom prst="ellipse">
              <a:avLst/>
            </a:prstGeom>
            <a:solidFill>
              <a:srgbClr val="292A3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rPr lang="en-US" dirty="0"/>
                <a:t>6.</a:t>
              </a:r>
            </a:p>
          </p:txBody>
        </p:sp>
      </p:grpSp>
      <p:sp>
        <p:nvSpPr>
          <p:cNvPr id="177" name="Arrow" descr="Nuoli Julkaisemisesta jatkokäyttöön"/>
          <p:cNvSpPr/>
          <p:nvPr/>
        </p:nvSpPr>
        <p:spPr>
          <a:xfrm>
            <a:off x="9385840" y="3741772"/>
            <a:ext cx="571501" cy="35327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2A3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endParaRPr lang="en-US" dirty="0"/>
          </a:p>
        </p:txBody>
      </p:sp>
      <p:pic>
        <p:nvPicPr>
          <p:cNvPr id="181" name="Ima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0523" y="3366259"/>
            <a:ext cx="1533663" cy="128146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4" name="Grou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765643" y="1668018"/>
            <a:ext cx="2492762" cy="1287438"/>
            <a:chOff x="-219455" y="-130928"/>
            <a:chExt cx="2492760" cy="1287437"/>
          </a:xfrm>
        </p:grpSpPr>
        <p:sp>
          <p:nvSpPr>
            <p:cNvPr id="192" name="Julkaiseminen"/>
            <p:cNvSpPr/>
            <p:nvPr/>
          </p:nvSpPr>
          <p:spPr>
            <a:xfrm>
              <a:off x="81505" y="-1"/>
              <a:ext cx="2191800" cy="11565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" y="0"/>
                  </a:moveTo>
                  <a:cubicBezTo>
                    <a:pt x="67" y="0"/>
                    <a:pt x="0" y="165"/>
                    <a:pt x="0" y="368"/>
                  </a:cubicBezTo>
                  <a:lnTo>
                    <a:pt x="0" y="17964"/>
                  </a:lnTo>
                  <a:cubicBezTo>
                    <a:pt x="0" y="18167"/>
                    <a:pt x="67" y="18332"/>
                    <a:pt x="149" y="18332"/>
                  </a:cubicBezTo>
                  <a:lnTo>
                    <a:pt x="9427" y="18332"/>
                  </a:lnTo>
                  <a:lnTo>
                    <a:pt x="10912" y="21600"/>
                  </a:lnTo>
                  <a:lnTo>
                    <a:pt x="12401" y="18332"/>
                  </a:lnTo>
                  <a:lnTo>
                    <a:pt x="21451" y="18332"/>
                  </a:lnTo>
                  <a:cubicBezTo>
                    <a:pt x="21533" y="18332"/>
                    <a:pt x="21600" y="18167"/>
                    <a:pt x="21600" y="17964"/>
                  </a:cubicBezTo>
                  <a:lnTo>
                    <a:pt x="21600" y="368"/>
                  </a:lnTo>
                  <a:cubicBezTo>
                    <a:pt x="21600" y="165"/>
                    <a:pt x="21533" y="0"/>
                    <a:pt x="21451" y="0"/>
                  </a:cubicBezTo>
                  <a:lnTo>
                    <a:pt x="149" y="0"/>
                  </a:lnTo>
                  <a:close/>
                </a:path>
              </a:pathLst>
            </a:custGeom>
            <a:solidFill>
              <a:srgbClr val="E4EBFD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1600">
                  <a:latin typeface="PT Sans"/>
                  <a:ea typeface="PT Sans"/>
                  <a:cs typeface="PT Sans"/>
                  <a:sym typeface="PT Sans"/>
                </a:defRPr>
              </a:lvl1pPr>
            </a:lstStyle>
            <a:p>
              <a:r>
                <a:rPr lang="en-US" dirty="0"/>
                <a:t>Transfer the results from the server to the website</a:t>
              </a:r>
            </a:p>
          </p:txBody>
        </p:sp>
        <p:sp>
          <p:nvSpPr>
            <p:cNvPr id="193" name="5."/>
            <p:cNvSpPr/>
            <p:nvPr/>
          </p:nvSpPr>
          <p:spPr>
            <a:xfrm>
              <a:off x="-219455" y="-130928"/>
              <a:ext cx="444500" cy="444501"/>
            </a:xfrm>
            <a:prstGeom prst="ellipse">
              <a:avLst/>
            </a:prstGeom>
            <a:solidFill>
              <a:srgbClr val="292A3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rPr lang="en-US" dirty="0"/>
                <a:t>5.</a:t>
              </a:r>
            </a:p>
          </p:txBody>
        </p:sp>
      </p:grpSp>
      <p:sp>
        <p:nvSpPr>
          <p:cNvPr id="178" name="Arrow" descr="Nuoli dokumentaatiosta julkaisemiseen"/>
          <p:cNvSpPr/>
          <p:nvPr/>
        </p:nvSpPr>
        <p:spPr>
          <a:xfrm>
            <a:off x="7467326" y="3741772"/>
            <a:ext cx="571501" cy="35327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2A3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endParaRPr lang="en-US" dirty="0"/>
          </a:p>
        </p:txBody>
      </p:sp>
      <p:pic>
        <p:nvPicPr>
          <p:cNvPr id="199" name="Ima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6605" y="2840193"/>
            <a:ext cx="1168401" cy="215867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1" name="Grou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036734" y="5243969"/>
            <a:ext cx="2330598" cy="1286087"/>
            <a:chOff x="0" y="0"/>
            <a:chExt cx="2268574" cy="1277226"/>
          </a:xfrm>
        </p:grpSpPr>
        <p:sp>
          <p:nvSpPr>
            <p:cNvPr id="189" name="Dokumentaatio"/>
            <p:cNvSpPr/>
            <p:nvPr/>
          </p:nvSpPr>
          <p:spPr>
            <a:xfrm>
              <a:off x="140462" y="262591"/>
              <a:ext cx="2128112" cy="10146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968" y="0"/>
                  </a:moveTo>
                  <a:lnTo>
                    <a:pt x="9470" y="2291"/>
                  </a:lnTo>
                  <a:lnTo>
                    <a:pt x="149" y="2291"/>
                  </a:lnTo>
                  <a:cubicBezTo>
                    <a:pt x="67" y="2291"/>
                    <a:pt x="0" y="2465"/>
                    <a:pt x="0" y="2679"/>
                  </a:cubicBezTo>
                  <a:lnTo>
                    <a:pt x="0" y="21212"/>
                  </a:lnTo>
                  <a:cubicBezTo>
                    <a:pt x="0" y="21426"/>
                    <a:pt x="67" y="21600"/>
                    <a:pt x="149" y="21600"/>
                  </a:cubicBezTo>
                  <a:lnTo>
                    <a:pt x="21451" y="21600"/>
                  </a:lnTo>
                  <a:cubicBezTo>
                    <a:pt x="21533" y="21600"/>
                    <a:pt x="21600" y="21426"/>
                    <a:pt x="21600" y="21212"/>
                  </a:cubicBezTo>
                  <a:lnTo>
                    <a:pt x="21600" y="2679"/>
                  </a:lnTo>
                  <a:cubicBezTo>
                    <a:pt x="21600" y="2465"/>
                    <a:pt x="21533" y="2291"/>
                    <a:pt x="21451" y="2291"/>
                  </a:cubicBezTo>
                  <a:lnTo>
                    <a:pt x="12461" y="2291"/>
                  </a:lnTo>
                  <a:lnTo>
                    <a:pt x="10968" y="0"/>
                  </a:lnTo>
                  <a:close/>
                </a:path>
              </a:pathLst>
            </a:custGeom>
            <a:solidFill>
              <a:srgbClr val="E4EBFD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1600">
                  <a:latin typeface="PT Sans"/>
                  <a:ea typeface="PT Sans"/>
                  <a:cs typeface="PT Sans"/>
                  <a:sym typeface="PT Sans"/>
                </a:defRPr>
              </a:lvl1pPr>
            </a:lstStyle>
            <a:p>
              <a:r>
                <a:rPr lang="en-US" dirty="0"/>
                <a:t>Compile the results into a JSON format</a:t>
              </a:r>
            </a:p>
          </p:txBody>
        </p:sp>
        <p:sp>
          <p:nvSpPr>
            <p:cNvPr id="190" name="4."/>
            <p:cNvSpPr/>
            <p:nvPr/>
          </p:nvSpPr>
          <p:spPr>
            <a:xfrm>
              <a:off x="0" y="0"/>
              <a:ext cx="444500" cy="444500"/>
            </a:xfrm>
            <a:prstGeom prst="ellipse">
              <a:avLst/>
            </a:prstGeom>
            <a:solidFill>
              <a:srgbClr val="292A3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rPr lang="en-US" dirty="0"/>
                <a:t>4.</a:t>
              </a:r>
            </a:p>
          </p:txBody>
        </p:sp>
      </p:grpSp>
      <p:sp>
        <p:nvSpPr>
          <p:cNvPr id="179" name="Arrow" descr="Nuoli datan käsittelystä dokumentaatioon"/>
          <p:cNvSpPr/>
          <p:nvPr/>
        </p:nvSpPr>
        <p:spPr>
          <a:xfrm>
            <a:off x="5498012" y="3741772"/>
            <a:ext cx="571501" cy="35327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2A3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endParaRPr lang="en-US" dirty="0"/>
          </a:p>
        </p:txBody>
      </p:sp>
      <p:pic>
        <p:nvPicPr>
          <p:cNvPr id="180" name="Ima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9847" y="2960653"/>
            <a:ext cx="1524001" cy="212169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7" name="Grou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080209" y="1800037"/>
            <a:ext cx="2002390" cy="901814"/>
            <a:chOff x="0" y="0"/>
            <a:chExt cx="2002388" cy="901813"/>
          </a:xfrm>
        </p:grpSpPr>
        <p:sp>
          <p:nvSpPr>
            <p:cNvPr id="195" name="Datan käsittely"/>
            <p:cNvSpPr/>
            <p:nvPr/>
          </p:nvSpPr>
          <p:spPr>
            <a:xfrm>
              <a:off x="160887" y="0"/>
              <a:ext cx="1841501" cy="7358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" y="0"/>
                  </a:moveTo>
                  <a:cubicBezTo>
                    <a:pt x="67" y="0"/>
                    <a:pt x="0" y="167"/>
                    <a:pt x="0" y="373"/>
                  </a:cubicBezTo>
                  <a:lnTo>
                    <a:pt x="0" y="18186"/>
                  </a:lnTo>
                  <a:cubicBezTo>
                    <a:pt x="0" y="18392"/>
                    <a:pt x="67" y="18559"/>
                    <a:pt x="149" y="18559"/>
                  </a:cubicBezTo>
                  <a:lnTo>
                    <a:pt x="9273" y="18559"/>
                  </a:lnTo>
                  <a:lnTo>
                    <a:pt x="10763" y="21600"/>
                  </a:lnTo>
                  <a:lnTo>
                    <a:pt x="12252" y="18559"/>
                  </a:lnTo>
                  <a:lnTo>
                    <a:pt x="21451" y="18559"/>
                  </a:lnTo>
                  <a:cubicBezTo>
                    <a:pt x="21533" y="18559"/>
                    <a:pt x="21600" y="18392"/>
                    <a:pt x="21600" y="18186"/>
                  </a:cubicBezTo>
                  <a:lnTo>
                    <a:pt x="21600" y="373"/>
                  </a:lnTo>
                  <a:cubicBezTo>
                    <a:pt x="21600" y="167"/>
                    <a:pt x="21533" y="0"/>
                    <a:pt x="21451" y="0"/>
                  </a:cubicBezTo>
                  <a:lnTo>
                    <a:pt x="149" y="0"/>
                  </a:lnTo>
                  <a:close/>
                </a:path>
              </a:pathLst>
            </a:custGeom>
            <a:solidFill>
              <a:srgbClr val="E4EBFD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1600">
                  <a:latin typeface="PT Sans"/>
                  <a:ea typeface="PT Sans"/>
                  <a:cs typeface="PT Sans"/>
                  <a:sym typeface="PT Sans"/>
                </a:defRPr>
              </a:lvl1pPr>
            </a:lstStyle>
            <a:p>
              <a:r>
                <a:rPr lang="en-US" dirty="0"/>
                <a:t>Validate the DDI file</a:t>
              </a:r>
            </a:p>
          </p:txBody>
        </p:sp>
        <p:sp>
          <p:nvSpPr>
            <p:cNvPr id="196" name="3."/>
            <p:cNvSpPr/>
            <p:nvPr/>
          </p:nvSpPr>
          <p:spPr>
            <a:xfrm>
              <a:off x="0" y="457312"/>
              <a:ext cx="444500" cy="444501"/>
            </a:xfrm>
            <a:prstGeom prst="ellipse">
              <a:avLst/>
            </a:prstGeom>
            <a:solidFill>
              <a:srgbClr val="292A3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rPr lang="en-US" dirty="0"/>
                <a:t>3.</a:t>
              </a:r>
            </a:p>
          </p:txBody>
        </p:sp>
      </p:grpSp>
      <p:sp>
        <p:nvSpPr>
          <p:cNvPr id="176" name="Arrow" descr="Nuoli hankinnasta datan käsittelyyn"/>
          <p:cNvSpPr/>
          <p:nvPr/>
        </p:nvSpPr>
        <p:spPr>
          <a:xfrm>
            <a:off x="3208803" y="3741772"/>
            <a:ext cx="571501" cy="35327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2A3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endParaRPr lang="en-US" dirty="0"/>
          </a:p>
        </p:txBody>
      </p:sp>
      <p:pic>
        <p:nvPicPr>
          <p:cNvPr id="198" name="Ima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61227" y="2957540"/>
            <a:ext cx="952501" cy="226078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88" name="Grou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032806" y="5252829"/>
            <a:ext cx="2137039" cy="833377"/>
            <a:chOff x="-212651" y="0"/>
            <a:chExt cx="2137038" cy="833375"/>
          </a:xfrm>
        </p:grpSpPr>
        <p:sp>
          <p:nvSpPr>
            <p:cNvPr id="186" name="Hankinta"/>
            <p:cNvSpPr/>
            <p:nvPr/>
          </p:nvSpPr>
          <p:spPr>
            <a:xfrm>
              <a:off x="82886" y="119396"/>
              <a:ext cx="1841501" cy="7139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84" y="0"/>
                  </a:moveTo>
                  <a:lnTo>
                    <a:pt x="9389" y="2473"/>
                  </a:lnTo>
                  <a:lnTo>
                    <a:pt x="149" y="2473"/>
                  </a:lnTo>
                  <a:cubicBezTo>
                    <a:pt x="67" y="2473"/>
                    <a:pt x="0" y="2645"/>
                    <a:pt x="0" y="2858"/>
                  </a:cubicBezTo>
                  <a:lnTo>
                    <a:pt x="0" y="21216"/>
                  </a:lnTo>
                  <a:cubicBezTo>
                    <a:pt x="0" y="21428"/>
                    <a:pt x="67" y="21600"/>
                    <a:pt x="149" y="21600"/>
                  </a:cubicBezTo>
                  <a:lnTo>
                    <a:pt x="21451" y="21600"/>
                  </a:lnTo>
                  <a:cubicBezTo>
                    <a:pt x="21533" y="21600"/>
                    <a:pt x="21600" y="21428"/>
                    <a:pt x="21600" y="21216"/>
                  </a:cubicBezTo>
                  <a:lnTo>
                    <a:pt x="21600" y="2858"/>
                  </a:lnTo>
                  <a:cubicBezTo>
                    <a:pt x="21600" y="2645"/>
                    <a:pt x="21533" y="2473"/>
                    <a:pt x="21451" y="2473"/>
                  </a:cubicBezTo>
                  <a:lnTo>
                    <a:pt x="12378" y="2473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rgbClr val="E4EBFD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1600">
                  <a:latin typeface="PT Sans"/>
                  <a:ea typeface="PT Sans"/>
                  <a:cs typeface="PT Sans"/>
                  <a:sym typeface="PT Sans"/>
                </a:defRPr>
              </a:lvl1pPr>
            </a:lstStyle>
            <a:p>
              <a:r>
                <a:rPr lang="en-US" dirty="0"/>
                <a:t>Pass the file </a:t>
              </a:r>
            </a:p>
            <a:p>
              <a:r>
                <a:rPr lang="en-US" dirty="0"/>
                <a:t>to the validator</a:t>
              </a:r>
            </a:p>
          </p:txBody>
        </p:sp>
        <p:sp>
          <p:nvSpPr>
            <p:cNvPr id="187" name="2."/>
            <p:cNvSpPr/>
            <p:nvPr/>
          </p:nvSpPr>
          <p:spPr>
            <a:xfrm>
              <a:off x="-212651" y="0"/>
              <a:ext cx="444500" cy="444500"/>
            </a:xfrm>
            <a:prstGeom prst="ellipse">
              <a:avLst/>
            </a:prstGeom>
            <a:solidFill>
              <a:srgbClr val="292A3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rPr lang="en-US" dirty="0"/>
                <a:t>2.</a:t>
              </a:r>
            </a:p>
          </p:txBody>
        </p:sp>
      </p:grpSp>
      <p:sp>
        <p:nvSpPr>
          <p:cNvPr id="175" name="Arrow" descr="Nuoli paikallistamisesta hankintaan"/>
          <p:cNvSpPr/>
          <p:nvPr/>
        </p:nvSpPr>
        <p:spPr>
          <a:xfrm>
            <a:off x="1657357" y="3741772"/>
            <a:ext cx="575129" cy="35551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2A3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endParaRPr lang="en-US" dirty="0"/>
          </a:p>
        </p:txBody>
      </p:sp>
      <p:pic>
        <p:nvPicPr>
          <p:cNvPr id="204" name="Ima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0862" y="2876383"/>
            <a:ext cx="482601" cy="237230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85" name="Grou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6227" y="1798946"/>
            <a:ext cx="2000864" cy="902904"/>
            <a:chOff x="0" y="0"/>
            <a:chExt cx="2000863" cy="902903"/>
          </a:xfrm>
        </p:grpSpPr>
        <p:sp>
          <p:nvSpPr>
            <p:cNvPr id="183" name="Paikallistaminen"/>
            <p:cNvSpPr/>
            <p:nvPr/>
          </p:nvSpPr>
          <p:spPr>
            <a:xfrm>
              <a:off x="159363" y="0"/>
              <a:ext cx="1841501" cy="7417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" y="0"/>
                  </a:moveTo>
                  <a:cubicBezTo>
                    <a:pt x="67" y="0"/>
                    <a:pt x="0" y="166"/>
                    <a:pt x="0" y="370"/>
                  </a:cubicBezTo>
                  <a:lnTo>
                    <a:pt x="0" y="18040"/>
                  </a:lnTo>
                  <a:cubicBezTo>
                    <a:pt x="0" y="18245"/>
                    <a:pt x="67" y="18410"/>
                    <a:pt x="149" y="18410"/>
                  </a:cubicBezTo>
                  <a:lnTo>
                    <a:pt x="9241" y="18410"/>
                  </a:lnTo>
                  <a:lnTo>
                    <a:pt x="10730" y="21600"/>
                  </a:lnTo>
                  <a:lnTo>
                    <a:pt x="12220" y="18410"/>
                  </a:lnTo>
                  <a:lnTo>
                    <a:pt x="21451" y="18410"/>
                  </a:lnTo>
                  <a:cubicBezTo>
                    <a:pt x="21533" y="18410"/>
                    <a:pt x="21600" y="18245"/>
                    <a:pt x="21600" y="18040"/>
                  </a:cubicBezTo>
                  <a:lnTo>
                    <a:pt x="21600" y="370"/>
                  </a:lnTo>
                  <a:cubicBezTo>
                    <a:pt x="21600" y="166"/>
                    <a:pt x="21533" y="0"/>
                    <a:pt x="21451" y="0"/>
                  </a:cubicBezTo>
                  <a:lnTo>
                    <a:pt x="149" y="0"/>
                  </a:lnTo>
                  <a:close/>
                </a:path>
              </a:pathLst>
            </a:custGeom>
            <a:solidFill>
              <a:srgbClr val="E4EBFD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1600">
                  <a:latin typeface="PT Sans"/>
                  <a:ea typeface="PT Sans"/>
                  <a:cs typeface="PT Sans"/>
                  <a:sym typeface="PT Sans"/>
                </a:defRPr>
              </a:lvl1pPr>
            </a:lstStyle>
            <a:p>
              <a:r>
                <a:rPr lang="en-US" dirty="0"/>
                <a:t>Create the DDI file</a:t>
              </a:r>
            </a:p>
          </p:txBody>
        </p:sp>
        <p:sp>
          <p:nvSpPr>
            <p:cNvPr id="184" name="1."/>
            <p:cNvSpPr/>
            <p:nvPr/>
          </p:nvSpPr>
          <p:spPr>
            <a:xfrm>
              <a:off x="0" y="458403"/>
              <a:ext cx="444500" cy="444501"/>
            </a:xfrm>
            <a:prstGeom prst="ellipse">
              <a:avLst/>
            </a:prstGeom>
            <a:solidFill>
              <a:srgbClr val="292A3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1600">
                  <a:solidFill>
                    <a:srgbClr val="FFFFFF"/>
                  </a:solidFill>
                </a:defRPr>
              </a:lvl1pPr>
            </a:lstStyle>
            <a:p>
              <a:r>
                <a:rPr lang="en-US" dirty="0"/>
                <a:t>1.</a:t>
              </a:r>
            </a:p>
          </p:txBody>
        </p:sp>
      </p:grpSp>
      <p:sp>
        <p:nvSpPr>
          <p:cNvPr id="182" name="Title 1"/>
          <p:cNvSpPr txBox="1">
            <a:spLocks noGrp="1"/>
          </p:cNvSpPr>
          <p:nvPr>
            <p:ph type="title"/>
          </p:nvPr>
        </p:nvSpPr>
        <p:spPr>
          <a:xfrm>
            <a:off x="677333" y="965200"/>
            <a:ext cx="10115854" cy="72934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Validation process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" grpId="0" animBg="1" advAuto="0"/>
      <p:bldP spid="194" grpId="0" animBg="1" advAuto="0"/>
      <p:bldP spid="191" grpId="0" animBg="1" advAuto="0"/>
      <p:bldP spid="197" grpId="0" animBg="1" advAuto="0"/>
      <p:bldP spid="188" grpId="0" animBg="1" advAuto="0"/>
      <p:bldP spid="185" grpId="0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0ADB1-52A1-4444-B0EA-835CE38BC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t">
            <a:normAutofit/>
          </a:bodyPr>
          <a:lstStyle/>
          <a:p>
            <a:r>
              <a:rPr lang="fi-FI" dirty="0"/>
              <a:t>Technology 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A1E3C-B279-471D-9385-5AC02C30F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5719" tIns="45720" rIns="45719" bIns="45720" anchor="t">
            <a:normAutofit/>
          </a:bodyPr>
          <a:lstStyle/>
          <a:p>
            <a:r>
              <a:rPr lang="en-US" dirty="0"/>
              <a:t>Backend is a micro-service written in Python</a:t>
            </a:r>
          </a:p>
          <a:p>
            <a:r>
              <a:rPr lang="en-US" dirty="0"/>
              <a:t>Frontend is a web-service built with Pyramid framework and JavaScript (jQuery)</a:t>
            </a:r>
          </a:p>
          <a:p>
            <a:r>
              <a:rPr lang="en-US" dirty="0"/>
              <a:t>Validating DDI files</a:t>
            </a:r>
          </a:p>
          <a:p>
            <a:r>
              <a:rPr lang="en-US" dirty="0"/>
              <a:t>Demonstrating error situations</a:t>
            </a:r>
          </a:p>
          <a:p>
            <a:pPr lvl="1"/>
            <a:r>
              <a:rPr lang="en-US" dirty="0"/>
              <a:t>Handling duplicate errors</a:t>
            </a:r>
          </a:p>
          <a:p>
            <a:pPr lvl="1"/>
            <a:r>
              <a:rPr lang="en-US" dirty="0"/>
              <a:t>Multiple errors from different XSDs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04799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8DCA-8980-4ED3-BE59-8CE43732C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Ending remarks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FBCD9-A2B0-47D2-97B1-46383C54A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5719" tIns="45720" rIns="45719" bIns="45720" anchor="t">
            <a:normAutofit/>
          </a:bodyPr>
          <a:lstStyle/>
          <a:p>
            <a:r>
              <a:rPr lang="en-US" dirty="0"/>
              <a:t>Validator will be updated and improved when needed</a:t>
            </a:r>
          </a:p>
          <a:p>
            <a:r>
              <a:rPr lang="en-US" dirty="0"/>
              <a:t>Vocabulary term validation will be implemented in the future</a:t>
            </a:r>
          </a:p>
          <a:p>
            <a:r>
              <a:rPr lang="en-US" dirty="0"/>
              <a:t>Our validator has already proven to be useful for us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04502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2A8DF-F62F-49AF-9181-1B038E4B9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655" y="3064330"/>
            <a:ext cx="5608689" cy="729340"/>
          </a:xfrm>
        </p:spPr>
        <p:txBody>
          <a:bodyPr lIns="45719" tIns="45720" rIns="45719" bIns="45720" anchor="t">
            <a:normAutofit/>
          </a:bodyPr>
          <a:lstStyle/>
          <a:p>
            <a:r>
              <a:rPr lang="en-US" dirty="0"/>
              <a:t>Questions and answers</a:t>
            </a:r>
          </a:p>
        </p:txBody>
      </p:sp>
    </p:spTree>
    <p:extLst>
      <p:ext uri="{BB962C8B-B14F-4D97-AF65-F5344CB8AC3E}">
        <p14:creationId xmlns:p14="http://schemas.microsoft.com/office/powerpoint/2010/main" val="298021584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F8E2E85-38ED-4799-857C-2662941DC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96" y="3148580"/>
            <a:ext cx="2752808" cy="729340"/>
          </a:xfrm>
        </p:spPr>
        <p:txBody>
          <a:bodyPr lIns="45719" tIns="45720" rIns="45719" bIns="45720" anchor="t">
            <a:normAutofit/>
          </a:bodyPr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02977622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00FF"/>
      </a:hlink>
      <a:folHlink>
        <a:srgbClr val="FF00FF"/>
      </a:folHlink>
    </a:clrScheme>
    <a:fontScheme name="Facet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rnd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rebuchet MS"/>
            <a:ea typeface="Trebuchet MS"/>
            <a:cs typeface="Trebuchet M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rebuchet MS"/>
            <a:ea typeface="Trebuchet MS"/>
            <a:cs typeface="Trebuchet M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00FF"/>
      </a:hlink>
      <a:folHlink>
        <a:srgbClr val="FF00FF"/>
      </a:folHlink>
    </a:clrScheme>
    <a:fontScheme name="Facet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rnd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rebuchet MS"/>
            <a:ea typeface="Trebuchet MS"/>
            <a:cs typeface="Trebuchet M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rebuchet MS"/>
            <a:ea typeface="Trebuchet MS"/>
            <a:cs typeface="Trebuchet M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</Words>
  <Application>Microsoft Office PowerPoint</Application>
  <PresentationFormat>Widescreen</PresentationFormat>
  <Paragraphs>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PT Sans</vt:lpstr>
      <vt:lpstr>PT Sans Caption</vt:lpstr>
      <vt:lpstr>Trebuchet MS</vt:lpstr>
      <vt:lpstr>Facet</vt:lpstr>
      <vt:lpstr>Integrating DDI validation into daily workflow at FSD</vt:lpstr>
      <vt:lpstr>Contents of the presentation</vt:lpstr>
      <vt:lpstr>Background and motivation</vt:lpstr>
      <vt:lpstr>Motivation behind DDI validation</vt:lpstr>
      <vt:lpstr> Features of our DDI validator</vt:lpstr>
      <vt:lpstr>Validation process</vt:lpstr>
      <vt:lpstr>Technology demo</vt:lpstr>
      <vt:lpstr>Ending remarks</vt:lpstr>
      <vt:lpstr>Questions and answers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Tietoarkiston kaaviot</dc:title>
  <dc:creator>Niko Koski (TAU)</dc:creator>
  <cp:lastModifiedBy>Emil Rekola (TAU)</cp:lastModifiedBy>
  <cp:revision>24</cp:revision>
  <dcterms:modified xsi:type="dcterms:W3CDTF">2021-12-07T08:58:39Z</dcterms:modified>
</cp:coreProperties>
</file>