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7.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8.xml" ContentType="application/vnd.openxmlformats-officedocument.presentationml.notesSlide+xml"/>
  <Override PartName="/ppt/ink/ink15.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11.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36.xml" ContentType="application/inkml+xml"/>
  <Override PartName="/ppt/ink/ink37.xml" ContentType="application/inkml+xml"/>
  <Override PartName="/ppt/ink/ink38.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notesSlides/notesSlide24.xml" ContentType="application/vnd.openxmlformats-officedocument.presentationml.notesSlide+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notesSlides/notesSlide25.xml" ContentType="application/vnd.openxmlformats-officedocument.presentationml.notesSlide+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notesSlides/notesSlide26.xml" ContentType="application/vnd.openxmlformats-officedocument.presentationml.notesSlide+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notesSlides/notesSlide27.xml" ContentType="application/vnd.openxmlformats-officedocument.presentationml.notesSlide+xml"/>
  <Override PartName="/ppt/ink/ink95.xml" ContentType="application/inkml+xml"/>
  <Override PartName="/ppt/notesSlides/notesSlide28.xml" ContentType="application/vnd.openxmlformats-officedocument.presentationml.notesSlide+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notesSlides/notesSlide29.xml" ContentType="application/vnd.openxmlformats-officedocument.presentationml.notesSlide+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109.xml" ContentType="application/inkml+xml"/>
  <Override PartName="/ppt/ink/ink110.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111.xml" ContentType="application/inkml+xml"/>
  <Override PartName="/ppt/ink/ink112.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8" r:id="rId10"/>
  </p:sldMasterIdLst>
  <p:notesMasterIdLst>
    <p:notesMasterId r:id="rId56"/>
  </p:notesMasterIdLst>
  <p:handoutMasterIdLst>
    <p:handoutMasterId r:id="rId57"/>
  </p:handoutMasterIdLst>
  <p:sldIdLst>
    <p:sldId id="541" r:id="rId11"/>
    <p:sldId id="637" r:id="rId12"/>
    <p:sldId id="550" r:id="rId13"/>
    <p:sldId id="639" r:id="rId14"/>
    <p:sldId id="543" r:id="rId15"/>
    <p:sldId id="597" r:id="rId16"/>
    <p:sldId id="545" r:id="rId17"/>
    <p:sldId id="598" r:id="rId18"/>
    <p:sldId id="596" r:id="rId19"/>
    <p:sldId id="547" r:id="rId20"/>
    <p:sldId id="548" r:id="rId21"/>
    <p:sldId id="640" r:id="rId22"/>
    <p:sldId id="555" r:id="rId23"/>
    <p:sldId id="599" r:id="rId24"/>
    <p:sldId id="600" r:id="rId25"/>
    <p:sldId id="602" r:id="rId26"/>
    <p:sldId id="622" r:id="rId27"/>
    <p:sldId id="552" r:id="rId28"/>
    <p:sldId id="567" r:id="rId29"/>
    <p:sldId id="603" r:id="rId30"/>
    <p:sldId id="630" r:id="rId31"/>
    <p:sldId id="568" r:id="rId32"/>
    <p:sldId id="604" r:id="rId33"/>
    <p:sldId id="624" r:id="rId34"/>
    <p:sldId id="625" r:id="rId35"/>
    <p:sldId id="607" r:id="rId36"/>
    <p:sldId id="609" r:id="rId37"/>
    <p:sldId id="610" r:id="rId38"/>
    <p:sldId id="594" r:id="rId39"/>
    <p:sldId id="626" r:id="rId40"/>
    <p:sldId id="627" r:id="rId41"/>
    <p:sldId id="569" r:id="rId42"/>
    <p:sldId id="615" r:id="rId43"/>
    <p:sldId id="620" r:id="rId44"/>
    <p:sldId id="618" r:id="rId45"/>
    <p:sldId id="616" r:id="rId46"/>
    <p:sldId id="628" r:id="rId47"/>
    <p:sldId id="641" r:id="rId48"/>
    <p:sldId id="623" r:id="rId49"/>
    <p:sldId id="549" r:id="rId50"/>
    <p:sldId id="582" r:id="rId51"/>
    <p:sldId id="629" r:id="rId52"/>
    <p:sldId id="643" r:id="rId53"/>
    <p:sldId id="309" r:id="rId54"/>
    <p:sldId id="387" r:id="rId55"/>
  </p:sldIdLst>
  <p:sldSz cx="12192000" cy="6858000"/>
  <p:notesSz cx="7104063" cy="10234613"/>
  <p:defaultTextStyle>
    <a:defPPr lvl="0">
      <a:defRPr lang="nl-NL"/>
    </a:defPPr>
    <a:lvl1pPr marL="0" lvl="1" algn="l" defTabSz="1088502" rtl="0" eaLnBrk="1" latinLnBrk="0" hangingPunct="1">
      <a:defRPr sz="2100" kern="1200">
        <a:solidFill>
          <a:schemeClr val="tx1"/>
        </a:solidFill>
        <a:latin typeface="+mn-lt"/>
        <a:ea typeface="+mn-ea"/>
        <a:cs typeface="+mn-cs"/>
      </a:defRPr>
    </a:lvl1pPr>
    <a:lvl2pPr marL="544251" lvl="2" algn="l" defTabSz="1088502" rtl="0" eaLnBrk="1" latinLnBrk="0" hangingPunct="1">
      <a:defRPr sz="2100" kern="1200">
        <a:solidFill>
          <a:schemeClr val="tx1"/>
        </a:solidFill>
        <a:latin typeface="+mn-lt"/>
        <a:ea typeface="+mn-ea"/>
        <a:cs typeface="+mn-cs"/>
      </a:defRPr>
    </a:lvl2pPr>
    <a:lvl3pPr marL="1088502" lvl="3" algn="l" defTabSz="1088502" rtl="0" eaLnBrk="1" latinLnBrk="0" hangingPunct="1">
      <a:defRPr sz="2100" kern="1200">
        <a:solidFill>
          <a:schemeClr val="tx1"/>
        </a:solidFill>
        <a:latin typeface="+mn-lt"/>
        <a:ea typeface="+mn-ea"/>
        <a:cs typeface="+mn-cs"/>
      </a:defRPr>
    </a:lvl3pPr>
    <a:lvl4pPr marL="1632753" lvl="4" algn="l" defTabSz="1088502" rtl="0" eaLnBrk="1" latinLnBrk="0" hangingPunct="1">
      <a:defRPr sz="2100" kern="1200">
        <a:solidFill>
          <a:schemeClr val="tx1"/>
        </a:solidFill>
        <a:latin typeface="+mn-lt"/>
        <a:ea typeface="+mn-ea"/>
        <a:cs typeface="+mn-cs"/>
      </a:defRPr>
    </a:lvl4pPr>
    <a:lvl5pPr marL="2177004" algn="l" defTabSz="1088502" rtl="0" eaLnBrk="1" latinLnBrk="0" hangingPunct="1">
      <a:defRPr sz="2100" kern="1200">
        <a:solidFill>
          <a:schemeClr val="tx1"/>
        </a:solidFill>
        <a:latin typeface="+mn-lt"/>
        <a:ea typeface="+mn-ea"/>
        <a:cs typeface="+mn-cs"/>
      </a:defRPr>
    </a:lvl5pPr>
    <a:lvl6pPr marL="2721254" algn="l" defTabSz="1088502" rtl="0" eaLnBrk="1" latinLnBrk="0" hangingPunct="1">
      <a:defRPr sz="2100" kern="1200">
        <a:solidFill>
          <a:schemeClr val="tx1"/>
        </a:solidFill>
        <a:latin typeface="+mn-lt"/>
        <a:ea typeface="+mn-ea"/>
        <a:cs typeface="+mn-cs"/>
      </a:defRPr>
    </a:lvl6pPr>
    <a:lvl7pPr marL="3265505" algn="l" defTabSz="1088502" rtl="0" eaLnBrk="1" latinLnBrk="0" hangingPunct="1">
      <a:defRPr sz="2100" kern="1200">
        <a:solidFill>
          <a:schemeClr val="tx1"/>
        </a:solidFill>
        <a:latin typeface="+mn-lt"/>
        <a:ea typeface="+mn-ea"/>
        <a:cs typeface="+mn-cs"/>
      </a:defRPr>
    </a:lvl7pPr>
    <a:lvl8pPr marL="3809756" algn="l" defTabSz="1088502" rtl="0" eaLnBrk="1" latinLnBrk="0" hangingPunct="1">
      <a:defRPr sz="2100" kern="1200">
        <a:solidFill>
          <a:schemeClr val="tx1"/>
        </a:solidFill>
        <a:latin typeface="+mn-lt"/>
        <a:ea typeface="+mn-ea"/>
        <a:cs typeface="+mn-cs"/>
      </a:defRPr>
    </a:lvl8pPr>
    <a:lvl9pPr marL="4354007" algn="l" defTabSz="1088502"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8D1253-1AF2-5540-A488-AEBE4ADDBC6F}" name="Burgt, H.G.J. van der (Henry)" initials="HB" userId="S::henry.vanderburgt@ru.nl::6dce859b-18d8-41fd-8edf-b03da935380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C4C339-C00F-4B60-8145-81BFFB3738FD}" v="476" dt="2025-02-26T14:43:37.662"/>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48" autoAdjust="0"/>
    <p:restoredTop sz="73333" autoAdjust="0"/>
  </p:normalViewPr>
  <p:slideViewPr>
    <p:cSldViewPr snapToGrid="0">
      <p:cViewPr varScale="1">
        <p:scale>
          <a:sx n="85" d="100"/>
          <a:sy n="85" d="100"/>
        </p:scale>
        <p:origin x="3197" y="72"/>
      </p:cViewPr>
      <p:guideLst/>
    </p:cSldViewPr>
  </p:slideViewPr>
  <p:notesTextViewPr>
    <p:cViewPr>
      <p:scale>
        <a:sx n="3" d="2"/>
        <a:sy n="3" d="2"/>
      </p:scale>
      <p:origin x="0" y="0"/>
    </p:cViewPr>
  </p:notesTextViewPr>
  <p:notesViewPr>
    <p:cSldViewPr snapToGrid="0">
      <p:cViewPr varScale="1">
        <p:scale>
          <a:sx n="66" d="100"/>
          <a:sy n="66" d="100"/>
        </p:scale>
        <p:origin x="0" y="0"/>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microsoft.com/office/2015/10/relationships/revisionInfo" Target="revisionInfo.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slide" Target="slides/slide31.xml"/><Relationship Id="rId54" Type="http://schemas.openxmlformats.org/officeDocument/2006/relationships/slide" Target="slides/slide44.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Master" Target="slideMasters/slideMaster1.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notesMaster" Target="notesMasters/notesMaster1.xml"/><Relationship Id="rId64" Type="http://schemas.microsoft.com/office/2018/10/relationships/authors" Target="authors.xml"/><Relationship Id="rId8" Type="http://schemas.openxmlformats.org/officeDocument/2006/relationships/customXml" Target="../customXml/item8.xml"/><Relationship Id="rId51" Type="http://schemas.openxmlformats.org/officeDocument/2006/relationships/slide" Target="slides/slide4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rgt, H.G.J. van der (Henry)" userId="6dce859b-18d8-41fd-8edf-b03da935380d" providerId="ADAL" clId="{10C4C339-C00F-4B60-8145-81BFFB3738FD}"/>
    <pc:docChg chg="undo redo custSel addSld delSld modSld sldOrd">
      <pc:chgData name="Burgt, H.G.J. van der (Henry)" userId="6dce859b-18d8-41fd-8edf-b03da935380d" providerId="ADAL" clId="{10C4C339-C00F-4B60-8145-81BFFB3738FD}" dt="2025-02-26T14:45:16.750" v="1739" actId="6549"/>
      <pc:docMkLst>
        <pc:docMk/>
      </pc:docMkLst>
      <pc:sldChg chg="mod modShow">
        <pc:chgData name="Burgt, H.G.J. van der (Henry)" userId="6dce859b-18d8-41fd-8edf-b03da935380d" providerId="ADAL" clId="{10C4C339-C00F-4B60-8145-81BFFB3738FD}" dt="2025-02-26T14:37:52.281" v="1603" actId="729"/>
        <pc:sldMkLst>
          <pc:docMk/>
          <pc:sldMk cId="3055321042" sldId="309"/>
        </pc:sldMkLst>
      </pc:sldChg>
      <pc:sldChg chg="del">
        <pc:chgData name="Burgt, H.G.J. van der (Henry)" userId="6dce859b-18d8-41fd-8edf-b03da935380d" providerId="ADAL" clId="{10C4C339-C00F-4B60-8145-81BFFB3738FD}" dt="2025-02-26T14:37:54.709" v="1604" actId="47"/>
        <pc:sldMkLst>
          <pc:docMk/>
          <pc:sldMk cId="2057503125" sldId="337"/>
        </pc:sldMkLst>
      </pc:sldChg>
      <pc:sldChg chg="modSp mod modShow">
        <pc:chgData name="Burgt, H.G.J. van der (Henry)" userId="6dce859b-18d8-41fd-8edf-b03da935380d" providerId="ADAL" clId="{10C4C339-C00F-4B60-8145-81BFFB3738FD}" dt="2025-02-26T14:39:12.984" v="1619" actId="20577"/>
        <pc:sldMkLst>
          <pc:docMk/>
          <pc:sldMk cId="1493467102" sldId="387"/>
        </pc:sldMkLst>
        <pc:graphicFrameChg chg="modGraphic">
          <ac:chgData name="Burgt, H.G.J. van der (Henry)" userId="6dce859b-18d8-41fd-8edf-b03da935380d" providerId="ADAL" clId="{10C4C339-C00F-4B60-8145-81BFFB3738FD}" dt="2025-02-26T14:39:12.984" v="1619" actId="20577"/>
          <ac:graphicFrameMkLst>
            <pc:docMk/>
            <pc:sldMk cId="1493467102" sldId="387"/>
            <ac:graphicFrameMk id="5" creationId="{8E6ECF62-85C1-BF0F-8D63-27A98707734B}"/>
          </ac:graphicFrameMkLst>
        </pc:graphicFrameChg>
      </pc:sldChg>
      <pc:sldChg chg="del">
        <pc:chgData name="Burgt, H.G.J. van der (Henry)" userId="6dce859b-18d8-41fd-8edf-b03da935380d" providerId="ADAL" clId="{10C4C339-C00F-4B60-8145-81BFFB3738FD}" dt="2025-02-17T13:29:18.941" v="0" actId="47"/>
        <pc:sldMkLst>
          <pc:docMk/>
          <pc:sldMk cId="729391708" sldId="404"/>
        </pc:sldMkLst>
      </pc:sldChg>
      <pc:sldChg chg="add del mod ord modShow modNotes">
        <pc:chgData name="Burgt, H.G.J. van der (Henry)" userId="6dce859b-18d8-41fd-8edf-b03da935380d" providerId="ADAL" clId="{10C4C339-C00F-4B60-8145-81BFFB3738FD}" dt="2025-02-26T14:28:01.328" v="990" actId="47"/>
        <pc:sldMkLst>
          <pc:docMk/>
          <pc:sldMk cId="2214058528" sldId="414"/>
        </pc:sldMkLst>
      </pc:sldChg>
      <pc:sldChg chg="modSp del mod modAnim modShow">
        <pc:chgData name="Burgt, H.G.J. van der (Henry)" userId="6dce859b-18d8-41fd-8edf-b03da935380d" providerId="ADAL" clId="{10C4C339-C00F-4B60-8145-81BFFB3738FD}" dt="2025-02-17T14:44:22.786" v="872" actId="47"/>
        <pc:sldMkLst>
          <pc:docMk/>
          <pc:sldMk cId="3365361695" sldId="458"/>
        </pc:sldMkLst>
      </pc:sldChg>
      <pc:sldChg chg="addSp modSp mod modNotesTx">
        <pc:chgData name="Burgt, H.G.J. van der (Henry)" userId="6dce859b-18d8-41fd-8edf-b03da935380d" providerId="ADAL" clId="{10C4C339-C00F-4B60-8145-81BFFB3738FD}" dt="2025-02-26T14:45:16.750" v="1739" actId="6549"/>
        <pc:sldMkLst>
          <pc:docMk/>
          <pc:sldMk cId="282575819" sldId="541"/>
        </pc:sldMkLst>
        <pc:spChg chg="add mod">
          <ac:chgData name="Burgt, H.G.J. van der (Henry)" userId="6dce859b-18d8-41fd-8edf-b03da935380d" providerId="ADAL" clId="{10C4C339-C00F-4B60-8145-81BFFB3738FD}" dt="2025-02-26T14:42:58.975" v="1646"/>
          <ac:spMkLst>
            <pc:docMk/>
            <pc:sldMk cId="282575819" sldId="541"/>
            <ac:spMk id="2" creationId="{D071ABA0-389E-254B-5DC9-5234B6A91FA3}"/>
          </ac:spMkLst>
        </pc:spChg>
        <pc:spChg chg="mod ord">
          <ac:chgData name="Burgt, H.G.J. van der (Henry)" userId="6dce859b-18d8-41fd-8edf-b03da935380d" providerId="ADAL" clId="{10C4C339-C00F-4B60-8145-81BFFB3738FD}" dt="2025-02-26T14:43:39.382" v="1654" actId="207"/>
          <ac:spMkLst>
            <pc:docMk/>
            <pc:sldMk cId="282575819" sldId="541"/>
            <ac:spMk id="8" creationId="{D3DA2521-808E-495E-88BB-D395FF88EB99}"/>
          </ac:spMkLst>
        </pc:spChg>
      </pc:sldChg>
      <pc:sldChg chg="addSp delSp modSp mod modTransition modShow">
        <pc:chgData name="Burgt, H.G.J. van der (Henry)" userId="6dce859b-18d8-41fd-8edf-b03da935380d" providerId="ADAL" clId="{10C4C339-C00F-4B60-8145-81BFFB3738FD}" dt="2025-02-18T12:57:29.389" v="988"/>
        <pc:sldMkLst>
          <pc:docMk/>
          <pc:sldMk cId="2387955399" sldId="543"/>
        </pc:sldMkLst>
        <pc:spChg chg="mod">
          <ac:chgData name="Burgt, H.G.J. van der (Henry)" userId="6dce859b-18d8-41fd-8edf-b03da935380d" providerId="ADAL" clId="{10C4C339-C00F-4B60-8145-81BFFB3738FD}" dt="2025-02-17T13:50:30.878" v="133" actId="1076"/>
          <ac:spMkLst>
            <pc:docMk/>
            <pc:sldMk cId="2387955399" sldId="543"/>
            <ac:spMk id="3" creationId="{794DD1C7-FE37-43C9-91F6-38582B6FEF4A}"/>
          </ac:spMkLst>
        </pc:spChg>
      </pc:sldChg>
      <pc:sldChg chg="addSp delSp modSp mod delAnim modAnim">
        <pc:chgData name="Burgt, H.G.J. van der (Henry)" userId="6dce859b-18d8-41fd-8edf-b03da935380d" providerId="ADAL" clId="{10C4C339-C00F-4B60-8145-81BFFB3738FD}" dt="2025-02-17T13:51:32.755" v="148" actId="21"/>
        <pc:sldMkLst>
          <pc:docMk/>
          <pc:sldMk cId="3888602332" sldId="547"/>
        </pc:sldMkLst>
      </pc:sldChg>
      <pc:sldChg chg="addSp modSp mod modAnim">
        <pc:chgData name="Burgt, H.G.J. van der (Henry)" userId="6dce859b-18d8-41fd-8edf-b03da935380d" providerId="ADAL" clId="{10C4C339-C00F-4B60-8145-81BFFB3738FD}" dt="2025-02-17T13:56:18.358" v="216"/>
        <pc:sldMkLst>
          <pc:docMk/>
          <pc:sldMk cId="151823138" sldId="548"/>
        </pc:sldMkLst>
        <pc:spChg chg="add mod">
          <ac:chgData name="Burgt, H.G.J. van der (Henry)" userId="6dce859b-18d8-41fd-8edf-b03da935380d" providerId="ADAL" clId="{10C4C339-C00F-4B60-8145-81BFFB3738FD}" dt="2025-02-17T13:51:40.335" v="151" actId="14100"/>
          <ac:spMkLst>
            <pc:docMk/>
            <pc:sldMk cId="151823138" sldId="548"/>
            <ac:spMk id="2" creationId="{5FCFF5E7-10B6-2693-7E74-AFE79110606E}"/>
          </ac:spMkLst>
        </pc:spChg>
        <pc:spChg chg="add mod">
          <ac:chgData name="Burgt, H.G.J. van der (Henry)" userId="6dce859b-18d8-41fd-8edf-b03da935380d" providerId="ADAL" clId="{10C4C339-C00F-4B60-8145-81BFFB3738FD}" dt="2025-02-17T13:51:47.497" v="154" actId="14100"/>
          <ac:spMkLst>
            <pc:docMk/>
            <pc:sldMk cId="151823138" sldId="548"/>
            <ac:spMk id="5" creationId="{525C4D77-60D3-BA7A-694E-BD91C342F454}"/>
          </ac:spMkLst>
        </pc:spChg>
        <pc:spChg chg="add mod">
          <ac:chgData name="Burgt, H.G.J. van der (Henry)" userId="6dce859b-18d8-41fd-8edf-b03da935380d" providerId="ADAL" clId="{10C4C339-C00F-4B60-8145-81BFFB3738FD}" dt="2025-02-17T13:51:54.486" v="157" actId="14100"/>
          <ac:spMkLst>
            <pc:docMk/>
            <pc:sldMk cId="151823138" sldId="548"/>
            <ac:spMk id="6" creationId="{03C49930-9D2F-9FB9-8CF8-52C53C6DC882}"/>
          </ac:spMkLst>
        </pc:spChg>
        <pc:spChg chg="add mod">
          <ac:chgData name="Burgt, H.G.J. van der (Henry)" userId="6dce859b-18d8-41fd-8edf-b03da935380d" providerId="ADAL" clId="{10C4C339-C00F-4B60-8145-81BFFB3738FD}" dt="2025-02-17T13:52:05.822" v="160" actId="14100"/>
          <ac:spMkLst>
            <pc:docMk/>
            <pc:sldMk cId="151823138" sldId="548"/>
            <ac:spMk id="7" creationId="{C4294862-05B1-3BF2-8467-F95AF7840F21}"/>
          </ac:spMkLst>
        </pc:spChg>
        <pc:spChg chg="add mod">
          <ac:chgData name="Burgt, H.G.J. van der (Henry)" userId="6dce859b-18d8-41fd-8edf-b03da935380d" providerId="ADAL" clId="{10C4C339-C00F-4B60-8145-81BFFB3738FD}" dt="2025-02-17T13:52:13.176" v="163" actId="14100"/>
          <ac:spMkLst>
            <pc:docMk/>
            <pc:sldMk cId="151823138" sldId="548"/>
            <ac:spMk id="8" creationId="{FAD21559-3F7F-A79F-99AC-9550FFAF1A0D}"/>
          </ac:spMkLst>
        </pc:spChg>
        <pc:spChg chg="add mod">
          <ac:chgData name="Burgt, H.G.J. van der (Henry)" userId="6dce859b-18d8-41fd-8edf-b03da935380d" providerId="ADAL" clId="{10C4C339-C00F-4B60-8145-81BFFB3738FD}" dt="2025-02-17T13:52:23.699" v="166" actId="14100"/>
          <ac:spMkLst>
            <pc:docMk/>
            <pc:sldMk cId="151823138" sldId="548"/>
            <ac:spMk id="9" creationId="{E64395F9-0A5B-FCCA-FBF8-B3B4E590609C}"/>
          </ac:spMkLst>
        </pc:spChg>
        <pc:spChg chg="add mod">
          <ac:chgData name="Burgt, H.G.J. van der (Henry)" userId="6dce859b-18d8-41fd-8edf-b03da935380d" providerId="ADAL" clId="{10C4C339-C00F-4B60-8145-81BFFB3738FD}" dt="2025-02-17T13:52:33.545" v="169" actId="14100"/>
          <ac:spMkLst>
            <pc:docMk/>
            <pc:sldMk cId="151823138" sldId="548"/>
            <ac:spMk id="10" creationId="{4DBD22D4-750F-3F3D-7722-0FEA6ED74671}"/>
          </ac:spMkLst>
        </pc:spChg>
        <pc:spChg chg="add mod">
          <ac:chgData name="Burgt, H.G.J. van der (Henry)" userId="6dce859b-18d8-41fd-8edf-b03da935380d" providerId="ADAL" clId="{10C4C339-C00F-4B60-8145-81BFFB3738FD}" dt="2025-02-17T13:52:45.106" v="172" actId="14100"/>
          <ac:spMkLst>
            <pc:docMk/>
            <pc:sldMk cId="151823138" sldId="548"/>
            <ac:spMk id="11" creationId="{E61A6760-39FE-B4C6-B0C4-016A158A2FCE}"/>
          </ac:spMkLst>
        </pc:spChg>
        <pc:spChg chg="add mod">
          <ac:chgData name="Burgt, H.G.J. van der (Henry)" userId="6dce859b-18d8-41fd-8edf-b03da935380d" providerId="ADAL" clId="{10C4C339-C00F-4B60-8145-81BFFB3738FD}" dt="2025-02-17T13:52:51.744" v="175" actId="14100"/>
          <ac:spMkLst>
            <pc:docMk/>
            <pc:sldMk cId="151823138" sldId="548"/>
            <ac:spMk id="16" creationId="{3BCB6390-C894-5CD0-569B-90F240200461}"/>
          </ac:spMkLst>
        </pc:spChg>
        <pc:spChg chg="mod">
          <ac:chgData name="Burgt, H.G.J. van der (Henry)" userId="6dce859b-18d8-41fd-8edf-b03da935380d" providerId="ADAL" clId="{10C4C339-C00F-4B60-8145-81BFFB3738FD}" dt="2025-02-17T13:53:33.923" v="198" actId="20577"/>
          <ac:spMkLst>
            <pc:docMk/>
            <pc:sldMk cId="151823138" sldId="548"/>
            <ac:spMk id="19" creationId="{1DB22140-8797-55FC-B5DB-6377BC6FF808}"/>
          </ac:spMkLst>
        </pc:spChg>
        <pc:spChg chg="add mod">
          <ac:chgData name="Burgt, H.G.J. van der (Henry)" userId="6dce859b-18d8-41fd-8edf-b03da935380d" providerId="ADAL" clId="{10C4C339-C00F-4B60-8145-81BFFB3738FD}" dt="2025-02-17T13:53:04.034" v="178" actId="14100"/>
          <ac:spMkLst>
            <pc:docMk/>
            <pc:sldMk cId="151823138" sldId="548"/>
            <ac:spMk id="21" creationId="{113806D5-08FF-58C3-7355-4EF9D1DAD989}"/>
          </ac:spMkLst>
        </pc:spChg>
        <pc:spChg chg="add mod">
          <ac:chgData name="Burgt, H.G.J. van der (Henry)" userId="6dce859b-18d8-41fd-8edf-b03da935380d" providerId="ADAL" clId="{10C4C339-C00F-4B60-8145-81BFFB3738FD}" dt="2025-02-17T13:53:48.747" v="201" actId="14100"/>
          <ac:spMkLst>
            <pc:docMk/>
            <pc:sldMk cId="151823138" sldId="548"/>
            <ac:spMk id="22" creationId="{33DFF36B-0154-D76D-C692-B0076B476DC1}"/>
          </ac:spMkLst>
        </pc:spChg>
        <pc:spChg chg="add mod">
          <ac:chgData name="Burgt, H.G.J. van der (Henry)" userId="6dce859b-18d8-41fd-8edf-b03da935380d" providerId="ADAL" clId="{10C4C339-C00F-4B60-8145-81BFFB3738FD}" dt="2025-02-17T13:53:56.473" v="204" actId="14100"/>
          <ac:spMkLst>
            <pc:docMk/>
            <pc:sldMk cId="151823138" sldId="548"/>
            <ac:spMk id="23" creationId="{F40F05E8-7E5D-95C4-6382-4A1BA6227BE6}"/>
          </ac:spMkLst>
        </pc:spChg>
        <pc:spChg chg="add mod">
          <ac:chgData name="Burgt, H.G.J. van der (Henry)" userId="6dce859b-18d8-41fd-8edf-b03da935380d" providerId="ADAL" clId="{10C4C339-C00F-4B60-8145-81BFFB3738FD}" dt="2025-02-17T13:54:06.601" v="207" actId="14100"/>
          <ac:spMkLst>
            <pc:docMk/>
            <pc:sldMk cId="151823138" sldId="548"/>
            <ac:spMk id="24" creationId="{39C6ECA0-DA45-AAE1-252F-C7AF739F917E}"/>
          </ac:spMkLst>
        </pc:spChg>
      </pc:sldChg>
      <pc:sldChg chg="modSp mod ord">
        <pc:chgData name="Burgt, H.G.J. van der (Henry)" userId="6dce859b-18d8-41fd-8edf-b03da935380d" providerId="ADAL" clId="{10C4C339-C00F-4B60-8145-81BFFB3738FD}" dt="2025-02-17T15:00:59.178" v="918" actId="20577"/>
        <pc:sldMkLst>
          <pc:docMk/>
          <pc:sldMk cId="2235700904" sldId="550"/>
        </pc:sldMkLst>
        <pc:spChg chg="mod">
          <ac:chgData name="Burgt, H.G.J. van der (Henry)" userId="6dce859b-18d8-41fd-8edf-b03da935380d" providerId="ADAL" clId="{10C4C339-C00F-4B60-8145-81BFFB3738FD}" dt="2025-02-17T15:00:59.178" v="918" actId="20577"/>
          <ac:spMkLst>
            <pc:docMk/>
            <pc:sldMk cId="2235700904" sldId="550"/>
            <ac:spMk id="2" creationId="{F687FD75-A010-49DC-2725-405555ECF6C5}"/>
          </ac:spMkLst>
        </pc:spChg>
      </pc:sldChg>
      <pc:sldChg chg="modSp del mod">
        <pc:chgData name="Burgt, H.G.J. van der (Henry)" userId="6dce859b-18d8-41fd-8edf-b03da935380d" providerId="ADAL" clId="{10C4C339-C00F-4B60-8145-81BFFB3738FD}" dt="2025-02-17T15:01:22.221" v="924" actId="47"/>
        <pc:sldMkLst>
          <pc:docMk/>
          <pc:sldMk cId="2189633448" sldId="551"/>
        </pc:sldMkLst>
      </pc:sldChg>
      <pc:sldChg chg="modSp mod modTransition">
        <pc:chgData name="Burgt, H.G.J. van der (Henry)" userId="6dce859b-18d8-41fd-8edf-b03da935380d" providerId="ADAL" clId="{10C4C339-C00F-4B60-8145-81BFFB3738FD}" dt="2025-02-18T12:57:41.586" v="989"/>
        <pc:sldMkLst>
          <pc:docMk/>
          <pc:sldMk cId="2859951963" sldId="552"/>
        </pc:sldMkLst>
        <pc:spChg chg="mod">
          <ac:chgData name="Burgt, H.G.J. van der (Henry)" userId="6dce859b-18d8-41fd-8edf-b03da935380d" providerId="ADAL" clId="{10C4C339-C00F-4B60-8145-81BFFB3738FD}" dt="2025-02-17T14:57:48.756" v="901" actId="1076"/>
          <ac:spMkLst>
            <pc:docMk/>
            <pc:sldMk cId="2859951963" sldId="552"/>
            <ac:spMk id="2" creationId="{7F6532C5-4244-8486-3A13-257AB1CD0606}"/>
          </ac:spMkLst>
        </pc:spChg>
      </pc:sldChg>
      <pc:sldChg chg="modSp del mod">
        <pc:chgData name="Burgt, H.G.J. van der (Henry)" userId="6dce859b-18d8-41fd-8edf-b03da935380d" providerId="ADAL" clId="{10C4C339-C00F-4B60-8145-81BFFB3738FD}" dt="2025-02-17T15:18:28.741" v="943" actId="47"/>
        <pc:sldMkLst>
          <pc:docMk/>
          <pc:sldMk cId="3607419255" sldId="553"/>
        </pc:sldMkLst>
      </pc:sldChg>
      <pc:sldChg chg="delSp modSp mod">
        <pc:chgData name="Burgt, H.G.J. van der (Henry)" userId="6dce859b-18d8-41fd-8edf-b03da935380d" providerId="ADAL" clId="{10C4C339-C00F-4B60-8145-81BFFB3738FD}" dt="2025-02-17T13:50:58.253" v="146" actId="1076"/>
        <pc:sldMkLst>
          <pc:docMk/>
          <pc:sldMk cId="3872434246" sldId="555"/>
        </pc:sldMkLst>
        <pc:spChg chg="mod">
          <ac:chgData name="Burgt, H.G.J. van der (Henry)" userId="6dce859b-18d8-41fd-8edf-b03da935380d" providerId="ADAL" clId="{10C4C339-C00F-4B60-8145-81BFFB3738FD}" dt="2025-02-17T13:50:58.253" v="146" actId="1076"/>
          <ac:spMkLst>
            <pc:docMk/>
            <pc:sldMk cId="3872434246" sldId="555"/>
            <ac:spMk id="3" creationId="{6E8B35AC-D598-CEF5-B490-09FEEE9DFD3E}"/>
          </ac:spMkLst>
        </pc:spChg>
      </pc:sldChg>
      <pc:sldChg chg="modTransition">
        <pc:chgData name="Burgt, H.G.J. van der (Henry)" userId="6dce859b-18d8-41fd-8edf-b03da935380d" providerId="ADAL" clId="{10C4C339-C00F-4B60-8145-81BFFB3738FD}" dt="2025-02-18T12:57:41.586" v="989"/>
        <pc:sldMkLst>
          <pc:docMk/>
          <pc:sldMk cId="3849442947" sldId="567"/>
        </pc:sldMkLst>
      </pc:sldChg>
      <pc:sldChg chg="modSp mod">
        <pc:chgData name="Burgt, H.G.J. van der (Henry)" userId="6dce859b-18d8-41fd-8edf-b03da935380d" providerId="ADAL" clId="{10C4C339-C00F-4B60-8145-81BFFB3738FD}" dt="2025-02-17T15:10:32.962" v="931" actId="20577"/>
        <pc:sldMkLst>
          <pc:docMk/>
          <pc:sldMk cId="62991071" sldId="594"/>
        </pc:sldMkLst>
        <pc:spChg chg="mod">
          <ac:chgData name="Burgt, H.G.J. van der (Henry)" userId="6dce859b-18d8-41fd-8edf-b03da935380d" providerId="ADAL" clId="{10C4C339-C00F-4B60-8145-81BFFB3738FD}" dt="2025-02-17T15:10:32.962" v="931" actId="20577"/>
          <ac:spMkLst>
            <pc:docMk/>
            <pc:sldMk cId="62991071" sldId="594"/>
            <ac:spMk id="3" creationId="{8491C8E9-ECC8-64C7-1D29-7FF58B66DA30}"/>
          </ac:spMkLst>
        </pc:spChg>
      </pc:sldChg>
      <pc:sldChg chg="modSp mod">
        <pc:chgData name="Burgt, H.G.J. van der (Henry)" userId="6dce859b-18d8-41fd-8edf-b03da935380d" providerId="ADAL" clId="{10C4C339-C00F-4B60-8145-81BFFB3738FD}" dt="2025-02-17T15:09:59.301" v="930" actId="20577"/>
        <pc:sldMkLst>
          <pc:docMk/>
          <pc:sldMk cId="2640147151" sldId="609"/>
        </pc:sldMkLst>
        <pc:spChg chg="mod">
          <ac:chgData name="Burgt, H.G.J. van der (Henry)" userId="6dce859b-18d8-41fd-8edf-b03da935380d" providerId="ADAL" clId="{10C4C339-C00F-4B60-8145-81BFFB3738FD}" dt="2025-02-17T15:09:59.301" v="930" actId="20577"/>
          <ac:spMkLst>
            <pc:docMk/>
            <pc:sldMk cId="2640147151" sldId="609"/>
            <ac:spMk id="3" creationId="{73B56BF8-79AB-6D1F-0DA7-9A9297E68C02}"/>
          </ac:spMkLst>
        </pc:spChg>
      </pc:sldChg>
      <pc:sldChg chg="modSp mod">
        <pc:chgData name="Burgt, H.G.J. van der (Henry)" userId="6dce859b-18d8-41fd-8edf-b03da935380d" providerId="ADAL" clId="{10C4C339-C00F-4B60-8145-81BFFB3738FD}" dt="2025-02-17T15:13:24.365" v="939" actId="20577"/>
        <pc:sldMkLst>
          <pc:docMk/>
          <pc:sldMk cId="3534963706" sldId="620"/>
        </pc:sldMkLst>
        <pc:spChg chg="mod">
          <ac:chgData name="Burgt, H.G.J. van der (Henry)" userId="6dce859b-18d8-41fd-8edf-b03da935380d" providerId="ADAL" clId="{10C4C339-C00F-4B60-8145-81BFFB3738FD}" dt="2025-02-17T15:13:24.365" v="939" actId="20577"/>
          <ac:spMkLst>
            <pc:docMk/>
            <pc:sldMk cId="3534963706" sldId="620"/>
            <ac:spMk id="3" creationId="{E2EDCD97-4B44-62C8-5454-71BC228765F5}"/>
          </ac:spMkLst>
        </pc:spChg>
      </pc:sldChg>
      <pc:sldChg chg="modSp">
        <pc:chgData name="Burgt, H.G.J. van der (Henry)" userId="6dce859b-18d8-41fd-8edf-b03da935380d" providerId="ADAL" clId="{10C4C339-C00F-4B60-8145-81BFFB3738FD}" dt="2025-02-17T14:29:10.710" v="220" actId="20577"/>
        <pc:sldMkLst>
          <pc:docMk/>
          <pc:sldMk cId="2994497682" sldId="622"/>
        </pc:sldMkLst>
        <pc:spChg chg="mod">
          <ac:chgData name="Burgt, H.G.J. van der (Henry)" userId="6dce859b-18d8-41fd-8edf-b03da935380d" providerId="ADAL" clId="{10C4C339-C00F-4B60-8145-81BFFB3738FD}" dt="2025-02-17T14:29:10.710" v="220" actId="20577"/>
          <ac:spMkLst>
            <pc:docMk/>
            <pc:sldMk cId="2994497682" sldId="622"/>
            <ac:spMk id="38" creationId="{C28D2098-7925-0906-0619-76AED991C7DD}"/>
          </ac:spMkLst>
        </pc:spChg>
      </pc:sldChg>
      <pc:sldChg chg="modSp mod modAnim">
        <pc:chgData name="Burgt, H.G.J. van der (Henry)" userId="6dce859b-18d8-41fd-8edf-b03da935380d" providerId="ADAL" clId="{10C4C339-C00F-4B60-8145-81BFFB3738FD}" dt="2025-02-17T15:22:25.738" v="951" actId="207"/>
        <pc:sldMkLst>
          <pc:docMk/>
          <pc:sldMk cId="3518626250" sldId="623"/>
        </pc:sldMkLst>
        <pc:spChg chg="mod">
          <ac:chgData name="Burgt, H.G.J. van der (Henry)" userId="6dce859b-18d8-41fd-8edf-b03da935380d" providerId="ADAL" clId="{10C4C339-C00F-4B60-8145-81BFFB3738FD}" dt="2025-02-17T15:22:17.668" v="950" actId="207"/>
          <ac:spMkLst>
            <pc:docMk/>
            <pc:sldMk cId="3518626250" sldId="623"/>
            <ac:spMk id="8" creationId="{773FD09B-E99A-F591-0DE2-5AED82401EE2}"/>
          </ac:spMkLst>
        </pc:spChg>
        <pc:spChg chg="mod">
          <ac:chgData name="Burgt, H.G.J. van der (Henry)" userId="6dce859b-18d8-41fd-8edf-b03da935380d" providerId="ADAL" clId="{10C4C339-C00F-4B60-8145-81BFFB3738FD}" dt="2025-02-17T15:22:25.738" v="951" actId="207"/>
          <ac:spMkLst>
            <pc:docMk/>
            <pc:sldMk cId="3518626250" sldId="623"/>
            <ac:spMk id="12" creationId="{42C723E2-3A82-0CE4-7DFA-28161264B0A7}"/>
          </ac:spMkLst>
        </pc:spChg>
        <pc:spChg chg="mod">
          <ac:chgData name="Burgt, H.G.J. van der (Henry)" userId="6dce859b-18d8-41fd-8edf-b03da935380d" providerId="ADAL" clId="{10C4C339-C00F-4B60-8145-81BFFB3738FD}" dt="2025-02-17T15:22:17.668" v="950" actId="207"/>
          <ac:spMkLst>
            <pc:docMk/>
            <pc:sldMk cId="3518626250" sldId="623"/>
            <ac:spMk id="33" creationId="{D5446051-B3EF-BAE2-12D0-78A748348E4E}"/>
          </ac:spMkLst>
        </pc:spChg>
      </pc:sldChg>
      <pc:sldChg chg="modSp mod">
        <pc:chgData name="Burgt, H.G.J. van der (Henry)" userId="6dce859b-18d8-41fd-8edf-b03da935380d" providerId="ADAL" clId="{10C4C339-C00F-4B60-8145-81BFFB3738FD}" dt="2025-02-17T14:36:38.379" v="221" actId="20577"/>
        <pc:sldMkLst>
          <pc:docMk/>
          <pc:sldMk cId="1455988635" sldId="625"/>
        </pc:sldMkLst>
        <pc:spChg chg="mod">
          <ac:chgData name="Burgt, H.G.J. van der (Henry)" userId="6dce859b-18d8-41fd-8edf-b03da935380d" providerId="ADAL" clId="{10C4C339-C00F-4B60-8145-81BFFB3738FD}" dt="2025-02-17T14:36:38.379" v="221" actId="20577"/>
          <ac:spMkLst>
            <pc:docMk/>
            <pc:sldMk cId="1455988635" sldId="625"/>
            <ac:spMk id="3" creationId="{E8ACB999-273E-F91C-2EB2-BE826E252E3B}"/>
          </ac:spMkLst>
        </pc:spChg>
      </pc:sldChg>
      <pc:sldChg chg="modSp">
        <pc:chgData name="Burgt, H.G.J. van der (Henry)" userId="6dce859b-18d8-41fd-8edf-b03da935380d" providerId="ADAL" clId="{10C4C339-C00F-4B60-8145-81BFFB3738FD}" dt="2025-02-17T15:12:23.252" v="938" actId="20577"/>
        <pc:sldMkLst>
          <pc:docMk/>
          <pc:sldMk cId="3461495285" sldId="627"/>
        </pc:sldMkLst>
        <pc:spChg chg="mod">
          <ac:chgData name="Burgt, H.G.J. van der (Henry)" userId="6dce859b-18d8-41fd-8edf-b03da935380d" providerId="ADAL" clId="{10C4C339-C00F-4B60-8145-81BFFB3738FD}" dt="2025-02-17T15:12:23.252" v="938" actId="20577"/>
          <ac:spMkLst>
            <pc:docMk/>
            <pc:sldMk cId="3461495285" sldId="627"/>
            <ac:spMk id="13" creationId="{F5A45175-8D5A-0A3A-338B-C343C8A593D4}"/>
          </ac:spMkLst>
        </pc:spChg>
      </pc:sldChg>
      <pc:sldChg chg="modNotesTx">
        <pc:chgData name="Burgt, H.G.J. van der (Henry)" userId="6dce859b-18d8-41fd-8edf-b03da935380d" providerId="ADAL" clId="{10C4C339-C00F-4B60-8145-81BFFB3738FD}" dt="2025-02-26T14:36:30.678" v="1484" actId="20577"/>
        <pc:sldMkLst>
          <pc:docMk/>
          <pc:sldMk cId="2353923409" sldId="630"/>
        </pc:sldMkLst>
      </pc:sldChg>
      <pc:sldChg chg="del">
        <pc:chgData name="Burgt, H.G.J. van der (Henry)" userId="6dce859b-18d8-41fd-8edf-b03da935380d" providerId="ADAL" clId="{10C4C339-C00F-4B60-8145-81BFFB3738FD}" dt="2025-02-26T14:28:15.932" v="991" actId="47"/>
        <pc:sldMkLst>
          <pc:docMk/>
          <pc:sldMk cId="1969606154" sldId="631"/>
        </pc:sldMkLst>
      </pc:sldChg>
      <pc:sldChg chg="del">
        <pc:chgData name="Burgt, H.G.J. van der (Henry)" userId="6dce859b-18d8-41fd-8edf-b03da935380d" providerId="ADAL" clId="{10C4C339-C00F-4B60-8145-81BFFB3738FD}" dt="2025-02-26T14:28:15.932" v="991" actId="47"/>
        <pc:sldMkLst>
          <pc:docMk/>
          <pc:sldMk cId="3228930108" sldId="632"/>
        </pc:sldMkLst>
      </pc:sldChg>
      <pc:sldChg chg="del">
        <pc:chgData name="Burgt, H.G.J. van der (Henry)" userId="6dce859b-18d8-41fd-8edf-b03da935380d" providerId="ADAL" clId="{10C4C339-C00F-4B60-8145-81BFFB3738FD}" dt="2025-02-26T14:28:15.932" v="991" actId="47"/>
        <pc:sldMkLst>
          <pc:docMk/>
          <pc:sldMk cId="145136770" sldId="633"/>
        </pc:sldMkLst>
      </pc:sldChg>
      <pc:sldChg chg="del">
        <pc:chgData name="Burgt, H.G.J. van der (Henry)" userId="6dce859b-18d8-41fd-8edf-b03da935380d" providerId="ADAL" clId="{10C4C339-C00F-4B60-8145-81BFFB3738FD}" dt="2025-02-26T14:28:15.932" v="991" actId="47"/>
        <pc:sldMkLst>
          <pc:docMk/>
          <pc:sldMk cId="3699388237" sldId="634"/>
        </pc:sldMkLst>
      </pc:sldChg>
      <pc:sldChg chg="del">
        <pc:chgData name="Burgt, H.G.J. van der (Henry)" userId="6dce859b-18d8-41fd-8edf-b03da935380d" providerId="ADAL" clId="{10C4C339-C00F-4B60-8145-81BFFB3738FD}" dt="2025-02-26T14:28:15.932" v="991" actId="47"/>
        <pc:sldMkLst>
          <pc:docMk/>
          <pc:sldMk cId="3498962176" sldId="635"/>
        </pc:sldMkLst>
      </pc:sldChg>
      <pc:sldChg chg="del">
        <pc:chgData name="Burgt, H.G.J. van der (Henry)" userId="6dce859b-18d8-41fd-8edf-b03da935380d" providerId="ADAL" clId="{10C4C339-C00F-4B60-8145-81BFFB3738FD}" dt="2025-02-26T14:28:15.932" v="991" actId="47"/>
        <pc:sldMkLst>
          <pc:docMk/>
          <pc:sldMk cId="1749314165" sldId="636"/>
        </pc:sldMkLst>
      </pc:sldChg>
      <pc:sldChg chg="modSp new mod ord modAnim">
        <pc:chgData name="Burgt, H.G.J. van der (Henry)" userId="6dce859b-18d8-41fd-8edf-b03da935380d" providerId="ADAL" clId="{10C4C339-C00F-4B60-8145-81BFFB3738FD}" dt="2025-02-17T15:02:01.552" v="929" actId="6549"/>
        <pc:sldMkLst>
          <pc:docMk/>
          <pc:sldMk cId="3333589731" sldId="637"/>
        </pc:sldMkLst>
        <pc:spChg chg="mod">
          <ac:chgData name="Burgt, H.G.J. van der (Henry)" userId="6dce859b-18d8-41fd-8edf-b03da935380d" providerId="ADAL" clId="{10C4C339-C00F-4B60-8145-81BFFB3738FD}" dt="2025-02-17T15:02:01.552" v="929" actId="6549"/>
          <ac:spMkLst>
            <pc:docMk/>
            <pc:sldMk cId="3333589731" sldId="637"/>
            <ac:spMk id="2" creationId="{6C34B1EC-30DB-3AEA-B0E6-824A83199945}"/>
          </ac:spMkLst>
        </pc:spChg>
        <pc:spChg chg="mod">
          <ac:chgData name="Burgt, H.G.J. van der (Henry)" userId="6dce859b-18d8-41fd-8edf-b03da935380d" providerId="ADAL" clId="{10C4C339-C00F-4B60-8145-81BFFB3738FD}" dt="2025-02-17T14:39:07.919" v="478" actId="20577"/>
          <ac:spMkLst>
            <pc:docMk/>
            <pc:sldMk cId="3333589731" sldId="637"/>
            <ac:spMk id="3" creationId="{C4B4A00F-2DDC-F21F-CA10-CA744B5D5FDA}"/>
          </ac:spMkLst>
        </pc:spChg>
      </pc:sldChg>
      <pc:sldChg chg="add del">
        <pc:chgData name="Burgt, H.G.J. van der (Henry)" userId="6dce859b-18d8-41fd-8edf-b03da935380d" providerId="ADAL" clId="{10C4C339-C00F-4B60-8145-81BFFB3738FD}" dt="2025-02-18T12:55:24.893" v="982" actId="47"/>
        <pc:sldMkLst>
          <pc:docMk/>
          <pc:sldMk cId="113340040" sldId="638"/>
        </pc:sldMkLst>
      </pc:sldChg>
      <pc:sldChg chg="modSp add mod modTransition">
        <pc:chgData name="Burgt, H.G.J. van der (Henry)" userId="6dce859b-18d8-41fd-8edf-b03da935380d" providerId="ADAL" clId="{10C4C339-C00F-4B60-8145-81BFFB3738FD}" dt="2025-02-18T12:57:27.638" v="987"/>
        <pc:sldMkLst>
          <pc:docMk/>
          <pc:sldMk cId="905592283" sldId="639"/>
        </pc:sldMkLst>
        <pc:spChg chg="mod">
          <ac:chgData name="Burgt, H.G.J. van der (Henry)" userId="6dce859b-18d8-41fd-8edf-b03da935380d" providerId="ADAL" clId="{10C4C339-C00F-4B60-8145-81BFFB3738FD}" dt="2025-02-17T15:00:55.008" v="905"/>
          <ac:spMkLst>
            <pc:docMk/>
            <pc:sldMk cId="905592283" sldId="639"/>
            <ac:spMk id="2" creationId="{ABF54437-0AA2-B773-3005-97A0E4AC9441}"/>
          </ac:spMkLst>
        </pc:spChg>
      </pc:sldChg>
      <pc:sldChg chg="modSp add mod">
        <pc:chgData name="Burgt, H.G.J. van der (Henry)" userId="6dce859b-18d8-41fd-8edf-b03da935380d" providerId="ADAL" clId="{10C4C339-C00F-4B60-8145-81BFFB3738FD}" dt="2025-02-17T15:01:19.900" v="923"/>
        <pc:sldMkLst>
          <pc:docMk/>
          <pc:sldMk cId="2899688937" sldId="640"/>
        </pc:sldMkLst>
        <pc:spChg chg="mod">
          <ac:chgData name="Burgt, H.G.J. van der (Henry)" userId="6dce859b-18d8-41fd-8edf-b03da935380d" providerId="ADAL" clId="{10C4C339-C00F-4B60-8145-81BFFB3738FD}" dt="2025-02-17T15:01:19.900" v="923"/>
          <ac:spMkLst>
            <pc:docMk/>
            <pc:sldMk cId="2899688937" sldId="640"/>
            <ac:spMk id="2" creationId="{5650934F-2725-9FE4-5343-B9516C94424D}"/>
          </ac:spMkLst>
        </pc:spChg>
      </pc:sldChg>
      <pc:sldChg chg="modSp add mod">
        <pc:chgData name="Burgt, H.G.J. van der (Henry)" userId="6dce859b-18d8-41fd-8edf-b03da935380d" providerId="ADAL" clId="{10C4C339-C00F-4B60-8145-81BFFB3738FD}" dt="2025-02-17T15:18:27.314" v="942"/>
        <pc:sldMkLst>
          <pc:docMk/>
          <pc:sldMk cId="874018086" sldId="641"/>
        </pc:sldMkLst>
        <pc:spChg chg="mod">
          <ac:chgData name="Burgt, H.G.J. van der (Henry)" userId="6dce859b-18d8-41fd-8edf-b03da935380d" providerId="ADAL" clId="{10C4C339-C00F-4B60-8145-81BFFB3738FD}" dt="2025-02-17T15:18:27.314" v="942"/>
          <ac:spMkLst>
            <pc:docMk/>
            <pc:sldMk cId="874018086" sldId="641"/>
            <ac:spMk id="2" creationId="{0C1DBF49-F2F8-14FE-5E97-C25A94E96013}"/>
          </ac:spMkLst>
        </pc:spChg>
      </pc:sldChg>
      <pc:sldChg chg="new del">
        <pc:chgData name="Burgt, H.G.J. van der (Henry)" userId="6dce859b-18d8-41fd-8edf-b03da935380d" providerId="ADAL" clId="{10C4C339-C00F-4B60-8145-81BFFB3738FD}" dt="2025-02-17T15:41:40.068" v="954" actId="47"/>
        <pc:sldMkLst>
          <pc:docMk/>
          <pc:sldMk cId="1023044907" sldId="642"/>
        </pc:sldMkLst>
      </pc:sldChg>
      <pc:sldChg chg="modSp add mod modNotesTx">
        <pc:chgData name="Burgt, H.G.J. van der (Henry)" userId="6dce859b-18d8-41fd-8edf-b03da935380d" providerId="ADAL" clId="{10C4C339-C00F-4B60-8145-81BFFB3738FD}" dt="2025-02-26T14:37:43.787" v="1602" actId="20577"/>
        <pc:sldMkLst>
          <pc:docMk/>
          <pc:sldMk cId="1862651666" sldId="643"/>
        </pc:sldMkLst>
        <pc:spChg chg="mod">
          <ac:chgData name="Burgt, H.G.J. van der (Henry)" userId="6dce859b-18d8-41fd-8edf-b03da935380d" providerId="ADAL" clId="{10C4C339-C00F-4B60-8145-81BFFB3738FD}" dt="2025-02-17T15:42:18.175" v="981" actId="1076"/>
          <ac:spMkLst>
            <pc:docMk/>
            <pc:sldMk cId="1862651666" sldId="643"/>
            <ac:spMk id="3" creationId="{4EACA722-43B1-35B6-24A0-E9EFBC07286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496821" y="402937"/>
            <a:ext cx="2890104" cy="511731"/>
          </a:xfrm>
          <a:prstGeom prst="rect">
            <a:avLst/>
          </a:prstGeom>
        </p:spPr>
        <p:txBody>
          <a:bodyPr vert="horz" lIns="99075" tIns="49538" rIns="99075" bIns="49538" rtlCol="0"/>
          <a:lstStyle>
            <a:lvl1pPr algn="l">
              <a:defRPr sz="1300"/>
            </a:lvl1pPr>
          </a:lstStyle>
          <a:p>
            <a:endParaRPr lang="en-GB"/>
          </a:p>
        </p:txBody>
      </p:sp>
      <p:sp>
        <p:nvSpPr>
          <p:cNvPr id="3" name="Tijdelijke aanduiding voor datum 2"/>
          <p:cNvSpPr>
            <a:spLocks noGrp="1"/>
          </p:cNvSpPr>
          <p:nvPr>
            <p:ph type="dt" sz="quarter" idx="1"/>
          </p:nvPr>
        </p:nvSpPr>
        <p:spPr>
          <a:xfrm>
            <a:off x="3701215" y="402937"/>
            <a:ext cx="2890104" cy="511731"/>
          </a:xfrm>
          <a:prstGeom prst="rect">
            <a:avLst/>
          </a:prstGeom>
        </p:spPr>
        <p:txBody>
          <a:bodyPr vert="horz" lIns="99075" tIns="49538" rIns="99075" bIns="49538" rtlCol="0"/>
          <a:lstStyle>
            <a:lvl1pPr algn="r">
              <a:defRPr sz="1300"/>
            </a:lvl1pPr>
          </a:lstStyle>
          <a:p>
            <a:fld id="{2D7757D0-0DA8-4B50-962C-F8908CCD91C6}" type="datetimeFigureOut">
              <a:rPr lang="en-GB" smtClean="0"/>
              <a:pPr/>
              <a:t>26/02/2025</a:t>
            </a:fld>
            <a:endParaRPr lang="en-GB"/>
          </a:p>
        </p:txBody>
      </p:sp>
      <p:sp>
        <p:nvSpPr>
          <p:cNvPr id="4" name="Tijdelijke aanduiding voor voettekst 3"/>
          <p:cNvSpPr>
            <a:spLocks noGrp="1"/>
          </p:cNvSpPr>
          <p:nvPr>
            <p:ph type="ftr" sz="quarter" idx="2"/>
          </p:nvPr>
        </p:nvSpPr>
        <p:spPr>
          <a:xfrm>
            <a:off x="496725" y="9319945"/>
            <a:ext cx="2890104" cy="511731"/>
          </a:xfrm>
          <a:prstGeom prst="rect">
            <a:avLst/>
          </a:prstGeom>
        </p:spPr>
        <p:txBody>
          <a:bodyPr vert="horz" lIns="99075" tIns="49538" rIns="99075" bIns="49538" rtlCol="0" anchor="b"/>
          <a:lstStyle>
            <a:lvl1pPr algn="l">
              <a:defRPr sz="1300"/>
            </a:lvl1pPr>
          </a:lstStyle>
          <a:p>
            <a:endParaRPr lang="en-GB"/>
          </a:p>
        </p:txBody>
      </p:sp>
      <p:sp>
        <p:nvSpPr>
          <p:cNvPr id="5" name="Tijdelijke aanduiding voor dianummer 4"/>
          <p:cNvSpPr>
            <a:spLocks noGrp="1"/>
          </p:cNvSpPr>
          <p:nvPr>
            <p:ph type="sldNum" sz="quarter" idx="3"/>
          </p:nvPr>
        </p:nvSpPr>
        <p:spPr>
          <a:xfrm>
            <a:off x="3701198" y="9319945"/>
            <a:ext cx="2890104" cy="511731"/>
          </a:xfrm>
          <a:prstGeom prst="rect">
            <a:avLst/>
          </a:prstGeom>
        </p:spPr>
        <p:txBody>
          <a:bodyPr vert="horz" lIns="99075" tIns="49538" rIns="99075" bIns="49538" rtlCol="0" anchor="b"/>
          <a:lstStyle>
            <a:lvl1pPr algn="r">
              <a:defRPr sz="1300"/>
            </a:lvl1pPr>
          </a:lstStyle>
          <a:p>
            <a:fld id="{8393B2BB-416B-4E85-A754-0B695991D3F5}" type="slidenum">
              <a:rPr lang="en-GB" smtClean="0"/>
              <a:pPr/>
              <a:t>‹#›</a:t>
            </a:fld>
            <a:endParaRPr lang="en-GB"/>
          </a:p>
        </p:txBody>
      </p:sp>
    </p:spTree>
    <p:extLst>
      <p:ext uri="{BB962C8B-B14F-4D97-AF65-F5344CB8AC3E}">
        <p14:creationId xmlns:p14="http://schemas.microsoft.com/office/powerpoint/2010/main" val="226735478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4:15.090"/>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4:18.027"/>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7,'0'-3,"0"-1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4:27.594"/>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0,'3'0,"3"0,4 0,3 0,5 0,5 0,9 0,3 0,1 0,5 0,4 0,1 0,-3 0,-3 0,-5 0,-6 0,-2 0,3 0,1 0,5 0,9 3,12 1,4-1,1 0,0-1,4 0,2-2,4 3,6 1,6-1,10 0,4 4,-5 2,-2-1,-2-2,0-2,-6-1,-12-2,-7-1,-3 0,-9 0,1-1,2 1,-2 0,4 0,0 0,8 0,3-1,2 2,1-1,-5 0,5 0,-6 0,5 0,0 0,-8 0,7 0,-2 0,5 0,-3 0,-6 0,2 0,-1 0,-3 0,2 0,-1 0,-6 0,-7 0,0 0,-3 0,2 0,-1 0,7 0,-2 0,-4 0,0 0,10 0,-3 0,1 0,-4-3,-2-1,-5 0,8 1,3 1,-2 1,-6 0,-4 1,-4 0,-4 0,3 0,2 0,-5 1,-2-1,-4 0,-5 0,-3 0,-3 0,-2 0,-1 0,0 0,0 0,-1 0,4 0,1 0,0 0,-1 0,0 0,-2 0,1 0,-2 0,1 0,-1 0,1 0,2 0,1 0,3 0,0 0,-1 0,-2 0,0 0,0 0,4 0,3 0,2 0,5 0,3 0,2 0,-2 0,-1 0,-5 0,-4 0,-5 0,1 0,-2 3,-1 0,-1 1,-2-1,0-1,0-1,-4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4:33.830"/>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0,'6'3,"4"7,12 12,5 6,4 3,-1 2,0 2,0-1,2 1,0-4,0-1,1 0,0-2,-3-4,-3-2,-4-3,-3-1,-2-2,2 3,-1 1,1-1,-2 0,0-1,0-3,-4-2,-2-2,-1-1,-5 1,-1 1,-3 1,-1 2,-4 4,-4 1,-4 3,-5 3,-12 6,-3 3,-3 0,0 1,2-3,1-2,6-3,4-4,4 0,3-1,3-5,-1-2,0-5,1 0,3-1,0 0,1-1,2 2,-1-1,0 1,2 0,1 3,-1-3,-1-2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6:47.182"/>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84,'3'0,"9"0,11 0,16 2,23 2,16 0,5-1,11-1,24-1,25 0,10-1,25 0,9 0,2 0,7 0,-1 0,-5 0,-8-1,-12 1,-10 0,-10 0,-13 0,-13 0,-14 0,-8 0,-14 0,-10 0,-5 0,-11 0,-6 0,0 0,-5 0,3-2,1-2,-3 0,6-4,5-2,-1 2,7 1,2 3,7 2,-2 0,2 2,-5 0,3 1,-4-1,-7 0,-1-2,-4-2,-5 1,-7 0,-7 1,-3 0,-5 2,-3-1,2 1,-1 0,-1 1,-3-1,-2 0,-3 0,-3 0,-1 0,-5-3,0 0,-1-1,1-1,1-1,1 1,0 2,1 0,1 2,2 0,2 1,5 0,1 1,-2-1,-1 0,-3 0,1 0,3 0,2 0,-1 0,7 0,6 0,8 0,6 0,4 0,-3 0,-5 0,-8 0,-8 0,-10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6:49.090"/>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34,'3'0,"4"0,6 0,6 0,9 0,8 0,12 0,5 0,4 0,13 0,7 0,6 0,15 0,2 0,9-3,14 0,6-1,3 1,19-2,11 0,7 1,25 1,12 1,1 1,-3 1,4 0,1 0,-3 0,-2 0,1 0,-18 1,-7-1,0 0,2 0,5 0,-19 0,-7 0,3 0,-18 5,-6 3,-4-1,-17 1,-6 0,-14-2,-2-2,-8 2,-3-1,-8-1,-2-2,-10 3,-3-1,-9 0,-6-1,-9-1,-11-1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7:00.554"/>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7:20.610"/>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1 149,'2'0,"13"0,12 0,15 0,12 0,11 0,17-5,11-3,6 1,10 2,24-2,16 0,10 2,18 2,6-5,-5 0,-11 0,-5 3,-17-2,-21 1,-21 2,-19-2,-22 0,-15 2,-13 1,-9 1,-7 1,-3 0,-4-2,-2 0,2-1,0 2,5 0,2 1,4 0,1 1,-1 0,2 0,-1 0,2 0,2 0,-1 0,1 0,1 0,-1 0,0 0,-1 0,-3 0,-2 0,-2 0,-1 0,-1 0,-1 0,3 0,6 0,2 0,0 0,-1 0,3 0,-2 0,-3 0,-2 0,-2 0,-2 0,-4-2,-1-2,-1 1,1 0,1 1,1 1,1 0,0 1,0 0,1 0,-3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7:21.779"/>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110 1,'2'3,"5"3,14 15,15 10,7 5,25 21,14 13,1 2,21 12,1-3,-9-10,-15-8,-16-12,-16-15,-16-11,-17-9,-14-5,-18 2,-18 0,-14 8,-11 5,-3 4,-2 2,-5 8,-4 15,-7 17,-1 9,0 10,1 5,10-6,14-13,13-20,11-16,8-15,6-13,6-8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7:39.703"/>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0 239,'3'0,"12"0,17 0,21-2,9-2,17 0,6-2,5 0,7-1,10 0,9-5,-2 1,6 1,2 0,13 2,1-1,11 1,1 0,-10 0,-4-3,0-1,-7 3,-7-1,-7 2,-10-1,-13 2,-13 1,-10-1,-7 1,-8 1,-7 0,-3-1,-4 2,-4 1,-3 1,-4-2,-7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7:41.023"/>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1,'3'5,"4"5,8 7,8 5,9 8,15 10,14 9,4 2,1-2,-1-1,-5-5,-10-8,-11-10,-12-6,-10-4,-9-1,-5 0,-6 5,-6 3,-9 3,-7 3,-3-1,-4 2,0-6,0 0,2-1,4 1,4-1,5-1,3 2,0-1,1-4,0-2,1-1,0-3,3-1,-1-2,2 0,0 1,0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8:16.118"/>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1 117,'8'0,"12"0,7 0,14 0,8 0,13 0,6 0,9 0,23 0,16 0,16 0,3 0,12-2,15-2,-1-3,6 1,-8-3,2 2,-7 0,-7 3,-11-4,-12-1,0 1,-9 3,-8 1,1 2,5 1,-1 0,-2 2,2-1,2 0,-1 1,-12-1,-6-3,-6-1,-11-2,-9-1,-1 2,-7 0,-6 3,0 0,-7 1,-4 1,-6 0,-3 1,-6-1,-2 0,-3 0,-5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8:20.605"/>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85,'9'0,"16"0,12 0,12 0,14 0,2 0,6-3,15-1,-3 1,7-3,17 0,1-1,7-1,-4 3,15-5,3 0,19 1,1 3,26 2,0 2,-8 1,24 3,0 2,14 0,-7-1,-22-1,6 0,-13-1,-17-1,21 0,4 0,-12 0,11 0,-7 0,-18 0,-25-1,-4 1,-13 0,-16 0,-16 0,-6 0,15 3,4 1,4 0,0 4,-2 2,8 1,-1-1,-3-2,-11-3,-10 2,-7-2,-7-1,-5-1,-9-1,-13-1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0:00.635"/>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4073 234,'0'-2,"-3"-5,-1-3,-5-3,-7-2,-6-1,-5-1,-9 0,-10 0,-11-1,-10 2,-10 2,-9-2,-12 2,-21 1,-12 2,-6 3,-8 3,-2 2,-1 2,2 6,-2 6,-1 9,2 4,1 3,6 6,12 3,12-2,11 2,4 2,10-1,7-2,10-4,11-5,5-1,8-1,5-3,6 4,1 0,1 2,-4 4,-4 3,-5 7,-3 5,-3 5,2 3,4 3,6 4,1 2,3-1,-3 3,3-1,2 2,3 2,3 0,3-3,3 1,3 10,6 8,5 6,5 6,4 0,2-5,1-4,1-9,-3-11,0-10,-1-5,0-3,2 1,2 0,11 7,5 3,6 7,2 3,-1-3,-2-3,2-8,1-7,0-2,-1-2,0-1,2 4,8 2,6 0,2 4,6-2,-1-2,-2-6,-6-8,-4-7,-5-6,-2-1,-1-2,-4-1,-3-1,2 2,5 0,2 0,2-1,15 2,9 6,9 1,4-1,5-3,24 3,9 0,7 1,0-2,-2-5,0-3,26 1,6 0,-1-1,-8-3,-2 1,-6 1,3-2,5 1,8 2,47-3,20-4,7-4,-5-3,-4-2,-4-1,-8-1,-7-1,-7 0,-12 0,-12-5,-19-1,-8-3,-20 0,-20-1,-23 2,-20-1,-13 2,-5-4,-6 1,1-4,1-2,0-1,0-1,-2-1,-2-2,-2 1,-1 4,1 2,-1 1,1 0,0-1,-3 0,1-1,1 0,6-3,1 2,-1-2,2-4,-1 0,-3 1,-1-5,-2 1,-1-3,-1-3,2-14,1-10,-1-1,0 1,5-13,1 0,-1 3,-4 2,-3 6,-2 7,-3 1,-1 4,-2 4,-3 3,-2 3,-2-1,-2-3,6-16,1-8,-1-7,0 1,-3 0,-1 2,0 3,-2 8,0 4,0 6,-6-5,-2-1,1 4,-2 8,1 4,-1 4,-1 1,0 1,-1 0,0-1,-3 1,-3-2,-2-2,-1-2,-2-5,-1-4,-1 0,-6-3,0-2,0 2,1 1,1 4,1 2,4 1,-1 5,2 2,-2 2,1 3,-2 1,-2 3,-2-1,-1 0,-5-3,-4 2,-1-4,-9-4,-3-2,-5-1,-6-4,-7-2,-2-1,-3 2,-9 2,-4 2,-1 6,4 2,2 4,3 3,5 4,4 4,0 3,3 3,0 1,-1-1,-1 1,-1-3,0-3,2 1,6 1,6 2,7 0,6 2,0 0,-2 1,0 3,-2 1,-1 2,-5 1,5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0:05.327"/>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10815,'0'-5,"6"-8,7-7,10-15,10-9,15-14,14-11,8-14,14-15,13-4,9-9,12-3,8-1,-3 3,9-1,6 0,0 1,-12 11,-3 0,3-5,-2 1,-10 2,5-12,-4 1,4-4,-8 9,-8 12,-13 14,-11 16,-10 13,-12 10,-7 8,-3 0,-4-1,-4 0,-3 1,-5 3,-2 4,3 3,-2-1,-3 4,-3 4,-3 2,-2 3,-5 2,-1 3,-4 0,-2-1,0 1,1 0,3-3,-2-1,2 2,-2-1,4 2,5 0,4-1,6-2,5-1,11-1,7-1,9 0,2-1,8-5,11-3,9-4,15-7,14 1,4-2,11-4,18-8,1 0,4 2,-6 4,-8 3,-18 4,1 0,-7 4,-7 7,-12 2,-8 2,-5 2,-8 1,4 2,-2-3,-3-1,-10 0,-10 4,-9 1,-8 4,-11 1,-8 1,-4 4,-3 1,-1 2,-3-1,3-4,1-5,4-4,4-5,7-10,9-5,7-6,12-11,10-17,11-8,6-4,7-6,6-4,5-6,6-4,0 5,1-1,-9 5,0 5,-2 5,1 0,-8 6,-3 5,-8 7,-9 7,-6 7,-6 3,-2 3,-4 8,-7 7,-5 2,-5 4,-2 3,-5 5,-5 0,0-1,-3 1,-4-1,0 0,0 4,0 0,-1 2,-3 2,2-2,-2-2,-1 2,-2 0,0 2,0-1,2 2,1-1,1-2,1-1,0-5,1 1,0 0,2-3,2 0,-1 2,2 1,-2 2,-6-1,-1 2,-1 4,1 4,1-1,6 1,6 1,15-1,23 0,23 0,30-3,41-1,49-2,34 1,21 2,17-3,5 0,-6-3,-11 1,-31 2,-28 0,-33 2,-23 3,-23 2,-15 2,-9 1,-3 1,-8 0,-6 1,-6-1,-9 1,-6-4,-11-1,-13-2,-10-3,-6-3,2-5,6-3,3-2,7-8,12-8,16-10,4-2,17-4,10-1,11 0,19 2,7-2,12 0,-4 6,3-1,8-2,-8 0,-3 6,2-3,-9 1,-12 3,-15 3,-12 4,-7 3,-3-5,-1 2,4 0,0-6,-3-1,-3 5,-9 4,-11 1,-16 8,-14 8,-11 7,-8 3,-7 0,-3 2,-1-1,0-2,5-5,5-2,5-7,4-3,8-7,6-4,7-4,4-5,-3-4,3-5,2-6,0-1,3-1,-2-4,-1 4,-2 5,-4 4,-6 5,2 3,-2 7,-3 4,-5 6,-4 5,-4 2,-1 1,-3 2,-4 1,-4 1,-2 2,0 2,0 5,-2 0,0 2,-3-1,1 1,-2 0,0-3,3-3,1-3,5-3,2-4,3-3,4-3,6-5,5-10,9-13,12-18,5-11,9-16,1 2,-2-9,-1 1,-4 8,-8 12,-7 12,-3 6,-2 9,-8 9,-6 8,-6 3,-5 8,-3 7,-5 6,-1 3,-4 1,-2 1,0 3,0 1,0 2,1 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0:18.969"/>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0 185,'9'-3,"11"-1,7-2,17-1,8-1,13 0,7-1,15-4,11-4,2 2,1 0,1 3,13-2,-2-2,-5 2,-11 4,-15 3,-9 3,-7 2,-7 1,-11 1,-10 1,-12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0:24.057"/>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0 306,'0'-3,"6"-1,10-2,17-4,19 1,20-4,10-3,15-1,15-4,6-1,2 4,-10 2,3 0,-10-2,-6 2,-11 1,-5-1,-12 4,-11 0,-11 3,-4-1,-7 2,-7 3,-5 1,-4 2,-6-2,-5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0:25.347"/>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89,'3'0,"6"0,10 0,14 0,8 0,10-3,9-4,4 0,1-5,-1-3,-9 1,-11 2,-13 2,-12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0:30.083"/>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0 110,'3'-3,"7"0,6-1,10-5,9-3,12 0,6 2,12 0,11 2,10 2,15-1,13 1,9 2,7 1,3 1,-6 1,-15 1,-11 0,-21-3,-18 0,-19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0:58.350"/>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0 263,'2'0,"3"0,2 0,3 2,-2 5,1 3,3 6,1 4,0 4,2 7,5 16,5 10,-1 1,-1 1,-3-4,-1-7,-4-8,-2-10,-3-9,-8-8,-4-7,-3-12,-2-13,1-6,2-8,1-11,1-6,7-9,5-3,2 4,5-1,5 5,-1 11,-1 8,-3 8,-3 7,-3 4,0 4,-1 3,2 1,1 1,0-4,-2-1,2 0,7-7,4-4,0 0,0 4,-4 5,0 3,-4 2,-5 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0:59.703"/>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0 754,'2'0,"5"2,3 3,2 4,2 7,2 5,4 0,0 1,-1 1,-4-2,0-4,-1-3,-3-2,-1-1,-1-3,-1 0,-2-5,-3-6,-1-10,-1-11,5-19,12-25,6-10,16-16,20-19,15-5,8 9,0 15,-6 20,-10 20,-12 15,-15 15,-10 11,-12 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03.770"/>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0 388,'2'0,"1"3,4 5,2 5,8 7,5 5,1 1,1 4,-1 1,-1-4,-1-2,-4-4,0-2,-2-1,-3-2,-4-6,-3-9,-3-8,-1-11,-1-9,2-15,2-11,6-10,4-3,6-7,3 2,1 9,-1 13,-2 11,-5 10,-3 8,-2 7,-3 4,0 3,0 3,-2 0,-1-1,1-1,-2-1,1 1,2 0,2 2,-1 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05.365"/>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0 513,'2'0,"3"6,4 6,3 5,3 7,1 4,2 3,0 1,1-2,-1-1,-2-7,-3-4,-2-3,-2-7,-4-10,-2-11,-2-11,4-16,4-11,5-8,7-17,10-9,4 0,1 4,-4 12,-6 16,-4 14,-5 13,-3 10,-2 6,-3 3,1 2,-1 0,2 2,1-2,0-2,5 1,4-1,2 1,-4 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07.019"/>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0 571,'2'3,"5"5,5 11,4 7,2 2,2 3,1 4,-1-4,-1-1,-3-6,-3-3,-3-6,-2-4,-1-3,-2-6,-1-6,-2-11,1-7,4-13,7-12,5-3,7-3,17-22,10-10,7-3,16-7,7 5,-7 13,-16 18,-17 18,-15 14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08.516"/>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0 532,'2'0,"3"6,2 6,5 5,1 4,1 2,0-1,0 0,1 0,-1 1,-2-5,-3-2,0 0,-1-1,2-1,-1-1,2-5,-2-5,4-12,1-9,13-23,8-18,9-21,14-18,9-8,7 1,0 11,-7 16,-14 22,-15 19,-15 15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10.554"/>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0 450,'0'6,"4"6,4 5,5 8,4 1,0 0,2 1,1-4,-1-1,-1-2,0-3,-1-4,-3-2,-3-1,0-1,-3-5,0-11,4-16,2-8,5-16,11-22,5-8,8-14,2 4,1 4,-1 9,-5 16,-8 16,-9 14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12.186"/>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0 260,'0'2,"0"3,2 2,5 6,7 5,5 5,5 7,5 5,1-1,0-1,-1-3,0 0,-3-1,-2-4,-2-6,-6-4,-3-3,-4-7,-3-11,-1-11,2-15,3-8,7-8,9-6,4 1,1 6,-1 7,-2 5,-1 4,-3 9,-4 7,-4 4,-3 2,-3 3,-1 0,0-1,-2-1,1-1,0-3,1-2,1-4,1-2,0 0,1 2,-2 3,-3 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14.777"/>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1 239,'2'3,"4"3,8 10,5 12,8 7,9 9,6 4,0 1,1-1,-7-7,-7-9,-7-7,-7-10,-6-10,-5-8,-3-5,-1-5,-1-3,-1-6,3-5,3-9,2-6,7-5,7-10,4-4,4-2,1 3,0 11,-4 11,-3 12,-5 8,-5 8,1 3,1 1,1 0,2 0,0-1,-4 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16.252"/>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0 402,'0'2,"0"3,0 2,2 2,3 0,2 2,2 1,2 1,3 2,0 0,1 2,-1 0,2 1,0-2,-1-3,-3 0,-2-4,0-2,1-3,-1-2,1-2,2 0,3-4,3-4,0-6,3-9,1-9,0-6,-1-8,0-1,-2 1,-2 3,-2 4,-2 5,-2 2,2 3,0 2,0 2,0 0,-1 4,-1 1,0 3,0 3,-2 2,-3 1,-3 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18.233"/>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0 367,'0'2,"0"2,0 7,4 10,4 9,3 3,5 2,2 2,-1-3,-1-2,-2-4,0-6,-3-4,-4-4,-2-1,-1-3,0-2,0-2,2-2,2-1,2-2,-1-3,2-5,3-5,3-9,1-4,5-11,7-13,10-11,0-5,4-2,-4 3,-1 3,-3 8,-5 11,-8 11,-7 10,-5 7,-4 4,-3 1,-1 1,1-1,0-2,-1-2,-1 0,-1-3,0 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22.573"/>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0 209,'4'8,"6"9,4 5,8 7,5 3,3 1,3 2,4 3,1-4,-3-3,-4-5,-8-4,-6-5,-6-5,-3-7,-5-5,-1-6,-2-3,-1-2,1-2,-1 0,0 0,0 0,1 1,0-2,0-1,0-1,6-5,4-2,2-1,4-1,2 0,3 2,1 3,-1 3,-1 3,-2 1,0 1,-2 2,-2 2,-1 1,0 1,-2 0,-1 0,3-3,3 0,3-1,0 2,2-2,0-1,5-8,2-3,-2-1,-5 3,-2 1,-5 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24.075"/>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0 373,'4'6,"3"6,3 5,6 5,1 4,3 1,-1 3,-1 2,-2-2,-2-1,0-4,-4-4,-1-5,0-6,-2-3,-1-4,-1-6,6-8,6-11,9-12,11-16,12-18,10-15,8-8,5 0,-3 10,-6 13,-14 18,-15 16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26.121"/>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0 373,'0'2,"0"3,2 4,5 5,3 6,4 5,3 3,1 1,2-4,-1-2,-4-5,-2-2,-1-3,-2-3,1-1,-2-1,-3-3,-2-6,-2-6,-1-9,1-8,3-6,4-7,8-9,10-7,6-1,3-2,4 6,-1 4,-3 9,-4 4,-5 7,-5 8,-3 3,-2 3,0-1,-1 3,-2 0,-2 0,-2 1,-2 2,-1 0,-2 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27.414"/>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0 303,'0'2,"0"3,2 4,3 5,4 6,3 3,1 1,1-1,1 0,1 1,-1-3,0 0,-2 0,0-2,-1-1,0-5,-2-2,-1-5,2-7,3-8,4-4,4-8,8-11,6-5,0-5,2 1,9-7,0 0,-2 0,0 4,-4 3,3-2,-2 5,-7 4,-6 7,-7 7,-6 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28.838"/>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0 435,'5'2,"0"5,4 5,4 6,5 7,0 2,2 5,1 1,-1-1,-2-4,-2-4,-1-8,-4-3,-2-4,-1-2,-4 0,1 1,1-1,1-2,2-1,0-6,-3-9,2-13,8-16,12-17,11-16,13-14,11-8,5 4,2 9,0 11,-8 16,-13 16,-14 16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1:17.631"/>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0,'2'0,"8"0,12 0,17 0,10 3,19 0,15 4,22-1,26 5,36 1,20-2,26-3,11-2,23-3,8 0,18-2,1 0,-12 2,-17 1,-22 0,-24 0,-28-1,-36-1,-40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1:19.169"/>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0,'3'0,"3"0,7 0,4 0,13 3,15 1,34 2,31 1,37 4,63 1,88 3,45 6,24-2,72 2,22-3,0-4,74 1,4-2,-28-3,-56-3,-65-4,-72-1,-81-1,-76-2,-64 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1:24.454"/>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1 285,'0'-3,"3"-3,3-2,7 2,6-2,15-5,23-2,16-3,52-8,44-3,33-3,32 2,32 6,41 2,31 4,24 5,21 5,24 4,-23 3,9 3,34 8,39 8,-20 0,1 3,6 4,-12 3,-65-3,-49-4,-45-4,-49-1,-47-2,-36-1,-20-2,-11-1,-11-2,-1 4,3-1,6-2,-9-3,-20-1,-24-3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7:28.491"/>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1956,'6'0,"8"0,13 0,20-12,8-3,12-6,1-5,1-16,18-6,-1 4,-7 4,-7 9,3-2,-6 5,4 6,-5 8,-3 0,7-4,-5 2,-6-3,-3 2,1-7,-3-1,6 5,4 5,-3 0,-6 1,-1 5,8 2,4 3,9 3,3 0,-6 2,-10-1,-3 1,-7 0,5-1,16 0,14-17,3-7,4 2,-9-2,-1 3,-4 5,3 0,-2 2,-3 4,-10 3,-4 4,-8 1,5-4,2-2,9 2,15 0,10-9,-5-9,-8 0,-6 4,-5 5,3 0,-6 2,-10 3,-9-2,10 0,12-9,5-1,7-15,12-7,7-1,15-6,-7 7,-11 9,0 13,-5 2,-13 0,2-3,-8 2,-11 6,7-8,-4 1,-8 4,-3 5,0 4,-4 5,1-4,-5 0,2 1,-3 1,14 3,7 1,10-17,-4-4,-9 1,2 4,0 5,-5 6,3 3,13 2,12-4,0-1,-9 1,-7-5,-11 0,-6 1,-6 3,5 2,3 2,10 2,-2 1,10 0,4 0,16 1,4-1,7 1,20-1,5 0,4 0,-6 0,-18 0,-19-12,-7-4,-13 1,-3 3,-2-8,-1-13,-2-1,-6 0,-9 0,-7 5,6 8,-1 7,-3 6,-4 5,7 2,2 2,-4 1,-4-1,2 0,4 0,0 0,-5-1,3 0,-2 1,2-2,-1 1,3 0,-3 0,-2 0,-11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7:53.909"/>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5352,'12'0,"16"0,8-6,17-8,16-1,3 1,-5-2,-8 1,4-14,-4-3,-5-1,12 4,6 2,3-7,1 3,4 0,-4 0,-4-1,-9 6,4-6,-4-2,-7 4,-8 7,-5 8,2 0,-1-3,-2 1,-3-1,-1 1,-2-2,29-10,9-5,-2-4,-7 6,-9 7,3 3,5-2,2 4,2-6,7-17,-3-1,-7 1,2 2,-5 7,-5 11,-8 2,6-12,-1-1,-3-1,1 0,34-6,13-1,-3-1,-1 2,-11 2,-1-5,-10 6,-11 9,-9 9,9-3,0-5,-5 4,12-7,0-3,6-8,9-9,0-2,5 9,5-1,-8 2,-13 2,-6 3,-3 1,-7 7,11-3,5-8,3-8,-6 3,-3 4,5 3,7-3,-3-1,-8 1,-5 8,-1 4,-5 0,0 1,-4-2,-6-7,2-3,-1 0,13 0,4 2,-4 1,-6-4,-7 5,-6 2,-3 8,3 8,0 1,-1-1,-1-5,-2-3,-2 2,0 1,10-9,5-4,-2-2,10 0,0 7,2 3,8-12,-1 1,-7 2,-2 7,-4-3,-1-1,9-2,17-11,7-3,-5 6,6-1,-11 2,-13 2,-5 3,-7 7,-1 4,3-6,11-8,-1 3,-5 7,-6-1,5 3,-2 2,-3 6,-6 0,8 4,5-13,11-7,-1 4,-6 0,-2 7,-6 8,-7 1,-5 4,-5 4,-3-2,-1-11,10-7,5 1,-1 0,-3 4,8 8,1-1,-2 4,-5-2,-5-5,-3-10,3 0,0 0,5-1,0 4,-3 8,4 1,-1-2,-3-3,-3 2,-3 5,10-7,9 1,-1-1,-3 3,1 5,-3 0,-5-4,-4-4,-3 1,-3 6,-8 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8:00.818"/>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2611,'0'-6,"24"-19,19-7,32-8,10 2,13-5,3-6,13-1,-7 8,-15 5,-18 10,-4 8,5-10,-6-5,-2 2,6-5,25 4,8 8,16 1,-8 6,-16 5,-13 5,-4-2,-10-5,2 0,-1-10,0 0,-1-2,-6 4,-9 6,-2 5,2 5,-2 4,-6 3,-3 0,1-5,-1-1,-2-1,-3 2,16-16,16-11,20 0,11-6,-5-3,4 0,-10 1,-14 7,-8 9,-11 9,-3 7,-6-1,1 1,-2 2,8-10,6-3,5 3,-4-2,-7 2,-1 3,-4-1,-5-5,1 1,4 4,12-2,0 2,1-9,2 0,0 3,8 0,-4 3,-1 5,-8-3,4-3,-3-6,5-9,-3 0,-1 6,-5 7,23 2,9-3,-5-9,-5 1,-10 4,-12 2,-4 3,-5 6,1 0,-3 1,14 4,3-3,-4 1,12-4,-2-6,12 2,15-9,14 2,7 4,18 6,9 0,-2 3,-2 3,-8-8,-20-1,-18 2,-13 5,-16 3,-12 5,-10-4,-7-7,-3 0,-3 3,18-4,5-4,6 1,-1 4,12-8,0 1,-6 3,-3 6,6-14,-3-1,5 4,2 6,-5 0,4 3,-5 4,-8 4,-8 4,5 1,-1 2,-3 0,-6 1,2 0,4 0,0-1,-4-6,2-1,-1-1,3 2,-2 1,2 3,-1 0,-4 2,2 0,5 0,-1-6,8-1,0 0,-5 1,-6 2,-5 1,-5 2,9 0,1 1,0 1,-5-1,-8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8:16.083"/>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1,'0'0,"0"0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8:27.762"/>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4090,'0'-6,"6"-7,7-3,15-3,7 1,4 3,2 5,-1 4,10-3,4-1,-3 3,-3 1,8 3,0 1,-4 1,-4 1,1 0,-2 1,4-1,-2 0,3 1,-2-1,-3 0,3 0,9-12,8-10,-3-6,13-6,-2 4,-8 7,-3 7,0 7,-6-2,-6 2,11-10,1-8,-4 1,-1 6,2 4,-4 7,-6 4,1-3,-3 0,2 1,-2 3,15 1,2 1,-4-5,11-1,5-11,7-3,-6 3,3-7,-2 0,4-1,-7-7,8-5,-6-1,-9 1,-11 0,-4 7,-6 9,-4 3,-5 5,3 4,7 5,-1-9,22-14,5-7,7-10,-5 2,-10 10,2 4,1-10,-1 1,-5 2,-9 7,-1 3,1 5,4 2,9 3,4-13,2-7,12-10,-3-2,-10 8,6 4,-5 2,-8 8,-5 8,5-5,-2 3,10-2,-1 3,5-1,-5 3,8-12,-4-9,-9 4,1 1,-5 1,-1 6,-7 8,5-12,4 1,3-1,-5 4,-1 2,-5 4,-2-5,-3 1,-5 5,-5 0,-4-3,-3 3,-1-1,-1 3,6-2,2 3,-1 5,6-3,11 3,2-4,-2-10,-7-7,7 2,-1 1,-4 5,-5 7,-5 0,-4 4,10-14,1-8,17-4,14 0,6 5,-1-2,-9-1,-11 6,7 2,-4 7,-7 1,-2-2,0 4,2-13,8-1,-2-1,-1 1,7 5,-5 2,5-7,-5-2,-2-2,-6 5,3 4,-2 5,-6 8,-7 0,-6-9,2-6,5 2,0 0,-3 5,9 7,0 0,3-3,20-9,4-7,-7-2,-5 5,-2 2,-7 0,-8 6,-2-11,3-5,-3-1,-10 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8:36.210"/>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0,'18'0,"12"0,30 0,23 0,3 0,-2 0,4 0,10 0,6 0,-9 0,3 0,-3 0,30 0,23 0,-2 0,4 0,-12 0,6 0,3 0,-7 0,-3 0,-7 0,-2 0,-17 0,-9 0,-11 0,-14 0,-15 0,-6 0,0 0,7 12,0 10,12 0,5-2,19-6,-1-4,5-5,-7-2,-16-2,-14 4,4 2,3 0,6-2,2-1,17-2,3-1,14 0,-6-1,-16 0,-18-1,-10 1,-4 0,-6 0,-8 0,2-1,-3 1,-3 0,3 0,6 1,0-1,-4 0,-3 0,8 0,1 0,3 0,10 0,-1 0,-5 0,-8 0,5 0,-1 0,-4 0,-6 0,7 0,1 0,-4 0,-4 0,1 0,5 0,5 0,11 0,-2 0,-5 0,11 0,-3 0,0 0,6 0,-5 0,-8 0,-9 0,4 0,-2 0,-4 0,-5 0,-5 5,-4 3,-2-1,5-1,12-1,10-3,0 0,-5-2,-1 0,-3 0,0 0,9-1,6 1,-4 0,-6 0,-1 0,-6 0,8 6,15 2,15-1,2 0,-7-3,-7-1,-11-2,-5 0,-7-1,-7 0,0-1,4 1,-1 0,-3-1,-5 1,4 0,-2 0,-1 0,-3 0,-3 0,11 18,2 5,-1 0,-4-5,3-5,5-5,-2-4,-2-2,1 4,3 1,0 0,-4-2,-5-2,-4 0,-3-2,-2-1,-1 0,11 0,4-1,-1 1,-3 0,8 0,2 0,-10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8:42.427"/>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1366,'6'0,"13"0,10 0,6 0,3 0,0 0,1 0,-1 0,16 0,18 0,7 0,9-12,-5-4,1 1,-2 3,-8-2,0 1,-6 2,-9 4,-9 3,6 2,-2 1,-3 1,-5 1,1 0,6-1,4 1,5-1,4 0,-4 0,-6 0,11 0,6 0,26-6,25-2,4 0,10 2,-13 2,-21 1,-6 2,-12 0,-16 1,-2-17,-6-7,-8 2,-1 5,19-2,4 3,-5-8,-9 1,-3 3,1 6,1-1,-4 3,7 2,4-14,8-3,-3-3,10 4,-3 5,2 2,11 3,8-1,9 2,-1 4,-1 3,-14-8,-17-8,-15 1,-1 3,-4 7,-7 4,-5 4,13 3,3-4,-4-2,13 2,0 0,0-3,-6-1,-1 2,11 2,11 1,-3 3,9 1,-6-5,-11-2,-13 1,8 1,-3 2,-6 1,10 2,0 1,10 0,-1 0,-3 0,-2-5,3-15,1-3,-6-3,1 2,-5 5,-8 6,2 6,-2 3,-6 3,0-5,-4-1,3 1,3 0,10 3,-1 1,-4 1,-2-6,1 0,3 0,-4 1,0 2,7 2,11-12,10-8,2-1,9 4,-6 4,5 6,-7 3,-9 4,-10 2,-7 0,-8 1,-8 0,1 0,3 0,-2-1,-2 0,-5-6,9-1,2-1,-4 2,-3 2,8 1,0 2,-3 0,-4-5,1-1,4-1,5 2,-2-4,-4 0,7-10,-1-14,8-1,-2-7,-12 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8:50.633"/>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0,'12'0,"10"6,6 8,12 2,15-3,6 3,9 17,-1 2,-7-4,-7-2,-1-6,7-1,-1-4,-3-5,4-5,0 3,-6 4,-6 12,6 8,0 3,-3-4,13-3,1-6,13 10,17 5,10-4,4 4,-10 1,-10-7,-3-3,-11-1,0 6,-7-3,-9 0,-3-2,0-4,-3-8,-6-7,14-5,2-4,1 3,3 19,-6 10,-7 0,-6-6,5-2,0-6,3 11,-3 7,13 2,2-6,6 3,-4-4,5-4,-6 1,-8 0,-9-5,4-1,-1 7,1-2,9 6,-1 9,12 2,-1-7,-7-10,-10-4,-3-7,-5-6,0 12,-1 8,1-2,-2-6,3-1,11-5,5 0,4-3,13 20,-2 3,-9-5,6 4,-4-5,-9-7,1-4,-4-4,-2 0,-5 3,-6-2,-1 2,4 9,10 0,6 0,3-5,1-7,5 0,-4 9,-4-1,-7 2,-3-5,-7-5,-5-1,-6-3,-4-3,-3 1,-2 0,12-3,3-3,0-2,15-2,2-1,2-1,8 0,-4-1,-9 0,-7 1,2 0,-1 0,-5 0,7 11,-2 5,-3-1,-6-3,-5-3,8-4,8-2,22 10,4 3,0-2,2-2,-7-4,-12-3,7-3,-4-1,-8-1,-8-1,3 1,-1-1,-5 1,-6-1,2 1,4 0,-1 0,-2 6,13 1,2 1,-3-2,-1-2,1 5,-3 0,-6-1,0-1,-3 3,2 12,-1 8,1-1,0-5,-5-7,3-6,5-5,-1-4,-4-2,-4-1,14 6,2 1,4 0,2 0,-4-3,-8 0,-6 4,5 1,1-1,-5-1,-3-2,6-1,2 4,-3 7,-11 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8:56.635"/>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1,'6'0,"14"0,9 6,5 2,4 5,1 1,-1 4,0 4,4 0,2 6,5 6,0 2,-2-5,2-7,-1-3,-2 2,-4 3,-3-4,16 7,16 4,2-3,-5-7,-9-7,3-7,16 13,29 3,3-3,6 1,-11-3,-17 6,-5-1,-6-5,-10 1,2-5,6 9,-3-2,9-3,16 5,-4 0,-11-5,-3-6,-2-5,-2-5,-9 4,-9 0,-2-2,-5-1,-5-2,1-1,6-1,-1-1,-3 0,8 6,6 1,5 1,9-2,20 15,18 6,-4-4,-16-4,1-6,-10 1,-8-2,1-3,4-3,13-3,8 11,9 8,-8 0,-9-3,-10-5,-1-5,-9-4,-6-3,-8-1,-9-2,-1 0,2 0,-2 0,-3 1,-5 5,3 15,0 3,-3-2,-3-5,-1-5,3-4,13-4,4-1,14-3,1 1,-6-1,3 0,-4 0,-8 1,-8-1,5 1,-1 0,-4 0,-5 0,2 0,4 0,0 0,-4 0,3 0,9-6,1-1,2-1,3 2,-5 2,-7 1,0 2,-4 1,1-1,-1 2,2-1,-2 0,-3 1,1-1,6 0,-2 0,-2 0,12 0,15 0,17 0,5 0,-3 0,0 0,2 0,7 0,4 0,-4 0,-9 0,-15 0,-15 0,-7 0,-7 0,-2 0,-2 0,2 0,-2 0,-2 0,-4 0,9 0,2 0,-3 0,-3 0,7 0,2 0,-4 0,-5 0,8 0,6 6,-1 2,7-1,-3-1,-5-2,-7-1,5-2,-1 0,-5-1,-4-1,-5 7,-9 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9:10.975"/>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1 0,'0'6,"0"14,0 9,0 6,0 3,6 18,20 12,11 0,5-5,-4-8,9 4,2-1,-1-5,9-12,7-6,4-4,-3 5,-14 3,-8 17,-7 6,-2-8,9-7,5-6,-1-9,-2-5,-3 11,4 5,-1-5,-2-3,4-1,5 11,0-3,-2-1,-5-3,8 11,1-4,4-3,2-3,-1-2,-6-7,-6-10,-5 5,-3 10,21 4,5 7,-1-3,-6-4,-13-2,-8-2,-5-6,5-9,7-1,2-5,0 3,9 9,2 6,2-2,10-1,10-4,-2-2,-3-4,17-5,3 7,5-1,2 15,-10 1,4 0,-9 0,-13-6,-7-2,3 6,-4 3,-8 1,-1-6,-4-9,-6-1,-4 1,8 14,8 7,0 2,7-7,0-5,-7-1,-6 5,11 2,1 0,-4-7,-1-2,-5-8,-5-6,-5-2,-4 4,8 10,3 6,-2-3,-3-7,2-8,5 0,5 14,11 8,-1-3,-5-8,-9-8,6-1,3-5,3-4,3 2,-5-1,-8-3,-7-2,6-3,0-1,-4-1,-5-1,14-1,2 1,14-1,31 13,25 9,15 2,-6-3,2-5,-10-6,0-3,-15-3,-23-3,-20 0,-13-1,-3 0,-7 0,-7 0,2 1,-1 0,2 0,0 0,9 0,7 0,-1 0,0 0,7 0,-3 0,0 0,-6 0,-1 0,0 12,-3 3,-6 0,-6-2,1-5,12-2,6 2,0 1,-1-2,20 5,6-1,-4-1,-13-3,-5-2,-3-3,-6 5,-7 13,-7 3,8-3,0 2,-2-4,-4-4,7-5,2-3,-3-4,-5-1,2-2,4 0,0 0,13 6,2 3,-4-1,-8-1,-1-2,1-1,4 4,-9 2</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9:17.123"/>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1,'12'6,"10"2,7 5,4 1,3 10,19 6,5-1,0-1,-6 2,1-4,-4-2,-4-3,-4-7,2-5,5 2,0-1,-2-2,2-3,11 10,18 2,14-1,-3-4,6-4,-6-3,-14-3,-7-1,-4-1,-6-1,-9 0,1 1,-4-1,3 1,-2 6,-3 7,-3 3,-2-3,-3-2,16-4,5-3,-1-2,7 4,5 2,2-2,-5 0,-1-3,-7 0,-7-2,0 5,3 2,-2-1,8-1,6-2,-2-1,4 10,-2 3,0-1,5-3,3-4,1-3,17-2,5-2,-3-1,-5-1,-11 1,-14-1,-12 0,4 1,-2 0,-5 5,-4 9,7 2,2-3,-3-2,-4-4,7 3,1-1,-3-1,-5-2,2-2,-2-2,9-1,7-1,4-1,-2 1,-8-1,-1 1,-4 0,1 0,-2 0,1 0,10 0,0 0,14 0,-1 0,-7 0,-3 0,-1 0,-6-6,-6-2,0 1,8 1,18 2,2 1,-7 2,8 0,7 1,13 0,-5 1,-12-1,-16 0,0 0,-7 0,-7 0,-8 1,13-1,2 0,-4-1,13 1,0 0,11 0,-1 0,-9 0,-5 0,-1 0,-6 0,-7 0,11 0,1 0,-5 0,0 0,2 0,-5 0,-4 0,-7 0,8 0,1 0,-4 0,-4 0,-3 0,2 0,-1 0,-1 0,-3 0,5 0,-1 0,5 0,12 0,7 0,4 0,7 0,-4 0,-2 0,4 0,-6 0,-8 0,-10 0,5 0,-2 0,-5 0,-5 0,8 0,0 0,-3 0,-4 0,-5 0,-3 0,-2-11,-2-5,5 1,8 3,2 3,-3 4,-2 2,8 2,2 1,-4 0,-3 1,7 0,0-1,-3 0,-5 1,-10-1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9:26.843"/>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36 1,'-6'0,"-2"6,1 8,1 19,2 10,1 4,2-1,0 10,1 2,0-4,1-5,5 13,8 14,13 11,3-2,7 7,10-6,-3-12,-4-6,-2-3,-9-7,-1-1,-2-4,8-6,10 7,-3 0,-2-2,-2-5,-8 1,4-1,2-3,1-2,0-4,0-1,-1-2,1 6,-1 1,6 17,2 5,-1-2,-1-7,-2-6,-1-6,4-4,7 9,1 2,-2-1,3-3,-2 2,15-1,2-8,2-6,-5-1,5-2,-3 8,-7-4,-8-8,6-1,11 0,0 2,-5 2,-8-3,-6-7,5 5,0 0,3 0,10 3,-1 2,-5 8,-7-1,-1-9,3-1,-2-6,8 0,4-4,11 2,-4 10,6 5,-6 3,-3-4,16-2,6 12,5-1,10 9,16-2,-6-5,-12 3,-11 0,-15-9,-16-10,-12-4,-2-6,7 0,13 10,7-1,8 13,-4 6,-10-4,-5-10,-6-3,-9-2,12 2,2 1,-5 8,6 4,-2-6,-5-3,10 12,1 4,-6-7,4-4,-2-8,-7-9,-8-9,-5 1,7-2,8-3,10 4,12 11,3 8,6-1,-7-6,-11-6,-12-6,1-6,2 9,9 2,9-2,-3-3,-9-4,-4-2,-8-3,-1-2,-4 0,0 0,-2-1,-4 0,-4 1,15 0,3-1,16 1,12 0,-3 0,-4 0,-3 0,-5 0,5 0,-6 0,-9 0,-10 0,-1 6,1 2,-1 0,13-2,9-1,-4-3,11 0,9-2,0 0,-7 6,-8 7,-10 2,-4-1,-7-4,-6 3,-6-2,8-1,1-4,10 4,6 0,-2 11,-6 1,-2-3,2 7,-3-1,-6-5,-5-6,7-5,2-4,-4-3,-4-2,9 0,0 4,-3 3,-5 0,8-1,0-2,-4-2,-3 0,-11-2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9:32.003"/>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74,'0'6,"18"14,12 3,6-2,3-5,2-4,10-6,3-2,-1-3,-5-1,2-1,5 0,-2 0,-4 0,2 1,-2-1,8 1,19 0,13 0,16 0,8 0,8 0,-5 0,8 0,-12 0,0 0,-15 0,-17 0,-16 0,-7 0,-2 0,2 0,9 0,-1 0,-6 0,0 0,6 0,0 0,-7 0,-1 0,2 0,-3 0,12 0,1 0,-6 0,-7 0,-2 0,2-6,-3-1,-4-1,13 2,8 2,22 2,6 0,5 2,9-6,20-2,12 1,-1 2,-13 1,1 1,-16 2,-16 0,-6 1,-14 1,-8-1,-10 0,-4 1,-6-1,1 0,-3 0,-4 0,2 0,5 0,0 0,-3 0,-4 0,14 0,2 0,16 0,0 0,4 0,13 0,-4 0,-12 0,-1 0,-7 0,-11 0,-8-12,-8-10,-5-1,3 3,7 6,12 4,2 4,3 4,13 1,6 2,-6 0,-4 0,-9-1,-9 1,-3 0,1-1,-2 0,-4 0,-4 0,14 0,14 0,20 0,11 0,0 0,0 0,7 0,-10 0,-4 0,-7 0,-12 0,-1 0,-3 0,-7 0,-9 0,-2 0,1 0,-3 0,-5 0,-4 0,8 0,1 0,-3 0,-3 0,7 0,1 0,-3 0,-5 0,-4 0,-3 0,2 0,2 0,-3 12,5 3,0 0,-1-3,2-3,7-4,-2 4,-2 0,7 5,0 5,-4 0,-10-4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7T10:19:38.274"/>
    </inkml:context>
    <inkml:brush xml:id="br0">
      <inkml:brushProperty name="width" value="0.35" units="cm"/>
      <inkml:brushProperty name="height" value="2.1" units="cm"/>
      <inkml:brushProperty name="color" value="#E71224"/>
      <inkml:brushProperty name="ignorePressure" value="1"/>
      <inkml:brushProperty name="inkEffects" value="pencil"/>
    </inkml:brush>
  </inkml:definitions>
  <inkml:trace contextRef="#ctx0" brushRef="#br0">0 0,'0'0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04.166"/>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744 1,'-3'5,"-3"6,-7 5,-9 6,-13 6,-13 8,-8 9,-8 6,-10 11,-1 1,1 0,5-4,8-7,12-10,12-8,9-11,9-7,8-2,14 13,18 10,14 10,12 5,6 6,3-2,3 1,9-2,6 3,-1-2,-10-9,-10-10,-11-9,-13-6,-9-7,-4-3,-6-1,-3 0,-2-1,0 0,4 2,3 1,3 1,1 1,-2-2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06.084"/>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18,'2'0,"5"0,12 0,19 0,17 0,17 0,23 0,8 0,11 0,19 0,13 0,4 0,5 0,3 0,4 0,13 0,-7 0,3 0,-6 0,8 0,-8 0,-13 0,-15 0,-3 0,-7 0,-9 0,-10-2,-7-2,-6 0,-9 1,-4 1,-14 1,-1 0,8 1,1 0,3 0,-4 0,2 0,-1 0,-4 1,1-1,14 0,1 0,5 0,-2 0,3 0,8 0,-3 0,3 0,-9 0,-5 0,12 0,7 0,24 0,7 0,24 5,2 3,-13-1,-1-2,-18-1,-23-1,-13-2,-20 0,-21-1,-13-1,-12 1,-7 0,3 0,0-1,1 1,-1 0,4 0,-1 0,-3 0,-2 0,-3 0,1 0,-1 0,-1 0,2 0,-1 0,3-2,-4-2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07.571"/>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326 0,'0'6,"6"10,9 10,9 10,11 10,20 16,10 10,10 5,3 2,-7-7,-7-8,-8-8,-11-12,-8-10,-7-8,-6-6,-2-3,-1-2,-5-1,-1-2,-2-4,-2 0,-1-1,2-3,-2 2,-3 2,-7 3,-8 2,-4-2,-9 4,-10 5,-15 10,-15 5,-8 6,-29 17,-11 11,-2 5,-6 12,4-3,14-7,18-14,23-14,18-16,13-13,9-10,4-6,4-4</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12.424"/>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0 117,'3'0,"12"0,9 0,17 0,11 0,15 0,8 0,2 0,25 0,17 0,34 0,12 0,2 0,27 0,5 0,-11 0,26 0,3-6,-6-1,17-1,-9 2,-15 0,5-1,-8 3,-16-3,-17 2,14 0,-7 2,-15-5,-22 0,-18 0,4 3,-5 1,-11 2,-11 0,-10 2,-3 0,29 1,18-1,9 0,3 1,2-1,-6 0,-5 0,-7 0,-10 0,-4 0,6 0,-6 0,-13 0,-10 0,-12 0,-8 0,-2 0,-1 0,-1 0,0-3,-6-1,-5 0,-6 2,-8-1,-9 2,-4 1,-4-1,-3 1,0 0,0 1,1-1,1 0,-5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13.728"/>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214 1,'5'3,"12"6,7 8,11 9,8 6,5 3,6 1,2 2,5 2,-2-4,-2-3,-6-3,-8-5,-9-6,-10-4,-7-5,-3-3,-4 0,-1 1,1-1,-1 2,0-2,-1 5,-2 5,-7 6,-10 10,-13 8,-15 10,-9 6,-10 10,-6 4,-13 5,-6 0,-6 10,3-5,5-7,11-10,12-8,13-14,11-14,11-8,7-9,7-5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16.700"/>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728 1,'-6'2,"-1"5,-3 3,-5 3,-3 5,-4 2,-1 0,-5 3,-3 3,-6 2,-6 3,-3 4,-1 1,2-1,-1-3,9-3,4 0,2-4,4-2,1 0,1-4,4-2,1-4,4-2,3 1,3 1,0-2,3 0,-1-2,0 0,3 2,2 2,1 1,1 1,3 4,5-2,0 2,9 1,6 5,5 4,4 0,5 4,7 1,6 6,1 3,5 4,1 0,-4-2,-7-6,-6-7,-10-6,-7-7,-4-7,-2-6,-5-1,0 2,-3 2,0 2,2 3,2-2,1 1,2-3,-2 0,3 2,-2 0,0 3,0-3,-2 0,-1-2,-1-3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18.796"/>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1,'6'0,"13"0,8 0,18 0,22 0,9 0,14 0,0 0,1 0,3 0,-10 0,-2 0,-9 0,2 3,-3 0,6 1,1-2,-2 0,11-1,5 0,12-1,-4 0,-10 0,7 0,-2 0,-3 0,17 3,5 0,4 7,26 0,11 2,6-1,0-3,41-2,9 3,-10 0,-10-2,18-1,1-2,-8-2,-9-2,-10 1,42-2,10 1,-6 0,-8 2,-15 2,8 5,-18 1,-26-1,-8-2,-24-2,-27 0,-18 1,-6-2,-7-2,-5 0,-8-1,16 2,2 1,0-1,-6-1,-8 0,6-1,-4 0,-10-1,-10 0,-8 0,-7-1,-4 1,-5 0,-5 0,-7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23.227"/>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25 1,'0'6,"6"12,9 10,9 5,11 3,8 9,14 8,5 6,1-1,0-2,5 1,-5-4,-1 0,-9-6,-10-5,-10-10,-11-8,-5-7,-7-5,-4 2,-4 2,-2 0,-3 0,-5 7,-6 4,-4 3,-12 14,-7 4,-3 6,-12 16,-5 2,2-4,-10 8,1-5,5-8,-1-1,7-6,10-9,9-7,7-7,9-8,5-6,1-8,3-5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33.693"/>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1 133,'2'0,"10"0,14-2,14-2,14 1,9 0,16-5,12-1,12 1,12 2,16 2,10 2,7 0,8 2,5 0,8-2,-7-1,3 0,-8 0,4 1,-10 1,-12-5,3-2,-3 1,-14 2,-11 1,-14 1,-10 2,-9 1,-7 0,-8 0,-6 0,0-2,-4-2,-4 1,1 0,0 1,-3 1,0-3,1 0,-1 0,-2 2,-1 0,-6 0,1 2,-4 0,4 0,5 0,0 0,-2 0,8 0,7 0,9 1,2-1,8 5,2 3,-4-1,9-1,0 1,6-1,-3-1,-8-2,4 2,-4 0,-5-1,2-1,-4 1,-6 1,-9-1,2-2,-3 0,-7-1,-5 0,-6-1,10 2,3 2,3 0,0-2,0 0,12-1,3 0,-5 5,-5 1,-7 0,-8-1,-5-2,0-2,3-1,-1 0,4-1,-4 0,2-1,2 1,5 0,3 0,-3-1,0 1,-4 0,-1 0,-2 0,-5 0,-2 0,-6 0,-1 0,-2 0,0 0,2 0,0 0,-2 0,-3 0,-4 0,-2 0,-2 0,-1 0,0 0,-4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32:42.114"/>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92 0,'3'0,"4"0,6 9,6 10,6 15,10 14,5 8,3 3,1 2,-2-3,-6-6,-2-7,-2-4,-7-8,-4-5,-3-6,-2-3,-4-2,-3-1,-4-1,-2 0,-2 3,-7 8,-5 3,-4 7,-7 8,-6 4,-3 9,-9 2,-7 9,0-2,-2 5,-2 4,0 1,6-8,4-8,7-16,9-12,6-11,6-10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0:49:28.283"/>
    </inkml:context>
    <inkml:brush xml:id="br0">
      <inkml:brushProperty name="width" value="0.2" units="cm"/>
      <inkml:brushProperty name="height" value="1.2" units="cm"/>
      <inkml:brushProperty name="color" value="#E71224"/>
      <inkml:brushProperty name="ignorePressure" value="1"/>
      <inkml:brushProperty name="inkEffects" value="pencil"/>
    </inkml:brush>
  </inkml:definitions>
  <inkml:trace contextRef="#ctx0" brushRef="#br0">0 0,'0'0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0:51:35.148"/>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146 5958,'4'-5,"7"-6,7-12,4 0,3-3,8 0,2-7,5-1,11-1,5-3,-1 0,4-4,1 1,1 3,-1 3,4-8,5-5,6 1,-1-2,-3 2,1 6,2 4,4-1,-8 5,-5 0,0 0,4-4,-6 0,-3 1,3 2,4-3,-9 0,0-3,10-9,-3 4,-2-1,-7 3,-4 5,-5 7,-7 6,-5 1,2 1,8-1,2-2,-3 0,6-6,4-2,11-10,6-2,-6-3,11-7,-4-4,-3 3,5-2,0 3,-3 2,-9 10,4-2,1-2,-2-4,-2-1,12-12,3-4,3 0,-4-3,-4 2,18-12,9-1,-4 4,-3 5,-13 11,-10 12,-8 9,10-12,2 3,-2 0,-3 0,-4-1,1-2,-1-1,3 0,19-16,3-4,2-5,-5 2,-9 0,3-1,1-2,25-11,5 5,-13 13,-13 15,-17 11,-15 10,-12 12,-8 9,-10 4,-5 3,10-6,4 0,6-7,7-5,4-6,-1-8,0-1,2 2,2-2,-4 1,0-1,1 2,2 3,-4 3,1-3,0 2,2-4,-2 5,-1 0,1 0,3-3,-4-1,0-2,-3 5,-9 5,-2-3,-1 5,-2 2,-2-4,5-1,1 0,-1 1,-1 0,3 1,-4 1,-3 0,-2 1,0 5,0 1,-1 0,2 4,-1 4,1 5,0 4,0 8,1 3,4 6,1 5,1 0,3 6,5 5,4-3,5-1,2 1,-7 0,2 1,-3-3,2-2,1 5,7 4,4 6,5 1,7 5,5 4,4 0,-2-4,0 5,10 10,-4-1,1 5,11 17,8 8,-5 0,10 4,-9-8,7 5,14 4,-9-6,6 3,-9-4,2 3,-5-4,4 8,-2 3,9 4,-6-4,6 5,-7-8,7 3,-3-4,-1 1,-6-4,-17-8,-9-8,-9-6,3 0,-3-2,-4-6,6 6,-1 2,-7-5,3 6,-5 2,-4-6,7 5,1 2,-1-7,-8-9,1 1,-5-4,-8-10,-7-3,-11-3,5-1,0-3,0 4,3 5,5 1,4-1,19 11,3 3,-2-3,-6-6,-9 0,-4-3,-6-9,-9-4,-1-3,4 4,0 3,-1-1,-1-5,2-1,1 3,-7 3,2-4,0-3,-6 0,-2-3,0-2,5 2,12 6,13 8,3 13,6 8,6 8,7 4,-1-1,-13-7,-12-8,-15-9,-8-11,-9-7,-3-7,2 2,11 8,16 9,10 12,0-2,-3 1,-7-4,-5-8,-10-7,-4-2,-3-7,-4-1,-5 1,-1-4,-2 1,3-2,2 0,0 3,2 3,3 8,8 3,3 2,-3-1,-2-6,-10-7,-21-7,-21-6,-20-4,-16-3,-12-1,2 0,3-1,9 1,0 0,5 1,3-1,1 1,-11 0,-4 0,-10 0,-2 0,3 0,5 0,-1 0,8 0,-1 0,2 5,6 1,3 0,6-1,1-1,-1-2,-2-1,-3 0,-1-1,-2-1,-6 1,-26 0,-3 0,-25-1,-7 1,-11 0,-18 0,14 0,-5 0,17 0,12 5,4 2,17-1,14-1,12-1,10-2,7-1,11 5,-7 0,-1 0,-12-2,-10 0,-17-2,-5-1,0-1,-15 0,-3 0,-8-1,7 1,12 0,3 5,9 1,8 0,-1-1,-3-2,9-1,-3-1,1 0,9-1,6 0,-11-1,-4 1,2 0,3 0,-10 0,3 0,0 0,4 0,-11 0,5 0,1 0,-1 0,-21 0,-7 0,-6 0,-26 0,-5 0,3 0,7 0,-19 0,4 0,11 0,11 0,-17 0,-3 0,4 0,11 4,-19 3,-4-1,1-1,6-2,-14 4,1 1,3-2,10-1,-14-2,6-1,11-1,5-1,-31 0,-11 0,-7-1,3 1,-38-10,-16-2,10-1,19 4,-11 2,21 2,26-2,-1 0,20 1,17 2,18 1,-9-4,12 0,12 1,18 1,1 2,5 1,12 2,13-1,10 1,5 1,3-1,4 0,-2 0,-14 1,-3-1,-3-5,-5-2,-3 1,1 1,-5 1,6 2,-11-4,-3-1,7 1,10 1,11 2,8 1,7 1,-2 1,2 0,0-4,2-2,-3 0,-7 1,0 2,-3-4,2 0,-3 0,3 2,2 2,5 1,2 1,3 1,1 0,1 0,0 1,-4-1,-7 0,-6 0,-10 0,-5 0,-2 0,5 0,7 0,7 0,7 0,4 0,8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0:58:51.869"/>
    </inkml:context>
    <inkml:brush xml:id="br0">
      <inkml:brushProperty name="width" value="0.1" units="cm"/>
      <inkml:brushProperty name="height" value="0.6" units="cm"/>
      <inkml:brushProperty name="color" value="#E71224"/>
      <inkml:brushProperty name="ignorePressure" value="1"/>
      <inkml:brushProperty name="inkEffects" value="pencil"/>
    </inkml:brush>
  </inkml:definitions>
  <inkml:trace contextRef="#ctx0" brushRef="#br0">1 59,'4'0,"7"0,16 0,8 0,8 0,6 0,9 0,4 0,11 0,8 0,3 0,8 0,7 0,1 0,3 0,7 0,1 0,4 0,-7 0,1 0,3 0,-5 0,-10 0,-13 0,0 0,-1 0,-10 0,-2 0,-4 0,-4 0,-3 0,-2 0,-6 0,-2 0,-1 0,7 0,2 0,2 0,10 0,2 0,-1 0,6 0,-5 0,5 0,-2 0,-4 0,-4 0,1 0,-7 0,6 0,1 0,13 0,2 0,-3 0,9 0,-6 0,-3 0,-10 0,-12 0,-12 0,-8 0,-6 0,1 0,10 0,1 0,33 0,17 0,2 0,4 0,14 0,2 0,-4 0,-7-5,-12-1,12 0,-7 1,-16 2,-16 0,-15 2,-11 1,-8 0,-5 0,-2 0,5 1,2-1,0 0,-1-5,0-2,3 1,7 1,0 1,-2 2,-2 1,-3 0,-3 1,4 1,4-1,-3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0:58:55.164"/>
    </inkml:context>
    <inkml:brush xml:id="br0">
      <inkml:brushProperty name="width" value="0.1" units="cm"/>
      <inkml:brushProperty name="height" value="0.6" units="cm"/>
      <inkml:brushProperty name="color" value="#E71224"/>
      <inkml:brushProperty name="ignorePressure" value="1"/>
      <inkml:brushProperty name="inkEffects" value="pencil"/>
    </inkml:brush>
  </inkml:definitions>
  <inkml:trace contextRef="#ctx0" brushRef="#br0">1 0,'4'0,"7"0,21 0,19 0,29 0,17 0,24 0,6 0,21 0,3 0,10 0,-7 0,-17 0,-1 0,-11 0,-12 0,-19 0,-23 0,-17 0,-14 0,-8 0,-5 0,-3 0,0 0,6 0,6 0,3 0,9 0,5 0,0 0,-6 0,0 0,-4 0,-5 0,-3 0,-8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6T14:05:15.481"/>
    </inkml:context>
    <inkml:brush xml:id="br0">
      <inkml:brushProperty name="width" value="0.57326" units="cm"/>
      <inkml:brushProperty name="height" value="0.57326" units="cm"/>
      <inkml:brushProperty name="color" value="#E71224"/>
      <inkml:brushProperty name="ignorePressure" value="1"/>
      <inkml:brushProperty name="inkEffects" value="pencil"/>
    </inkml:brush>
  </inkml:definitions>
  <inkml:trace contextRef="#ctx0" brushRef="#br0">0 570,'4'0,"10"-4,7-2,-1-7,6-3,-3-1,0 0,-1-4,6 2,1 3,4 1,1 2,3 0,0-6,-3-1,5 0,5 2,8-11,3-2,-4 1,-6 5,-2 7,-5 2,4 4,3 4,-1-4,4-2,2 3,-3-1,3 1,-3 3,3 2,2-6,4-1,6 2,-4 3,5-2,4 1,4 2,2 2,13 3,6 0,-1 2,5 0,-1 0,0 1,-12-1,-7 0,-9 1,-11-1,-11 0,-5 8,-5 4,0-2,-1 3,1-1,-1 1,-2-1,-6 5,0 1,1 0,-5 6,2 4,2 4,-4 2,-2-5,-3-4,2 3,0 1,-5 3,-4 1,1-1,-3 3,-1-2,-3 4,-2-2,-1 3,-1-2,8-2,3 1,-1 7,-2 1,-2 5,-2 4,-7-4,-1-1,-6-4,0-6,-7 8,-5 1,-7 4,-3 11,-4 0,0-7,-3-5,6-5,3-3,4-3,-3-1,0-1,-4-4,0 2,-4-1,1-6,7 1,3-4,-1-3,-9 8,-3 8,-12 2,-9 10,-11 2,2 0,8-4,7-11,8-2,3-3,6 1,-5 0,-3 3,2 8,-8 0,0 2,4-2,3 3,8 3,1 5,4 7,-2 9,4-3,0 0,-1-4,6 1,6-7,-1 0,1 7,5 5,4 3,4 3,3 9,1 6,1-6,1-11,0-12,0-13,-1-15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6T14:05:15.941"/>
    </inkml:context>
    <inkml:brush xml:id="br0">
      <inkml:brushProperty name="width" value="0.57326" units="cm"/>
      <inkml:brushProperty name="height" value="0.57326" units="cm"/>
      <inkml:brushProperty name="color" value="#E71224"/>
      <inkml:brushProperty name="ignorePressure" value="1"/>
      <inkml:brushProperty name="inkEffects" value="pencil"/>
    </inkml:brush>
  </inkml:definitions>
  <inkml:trace contextRef="#ctx0" brushRef="#br0">1 0,'0'0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6T14:05:18.052"/>
    </inkml:context>
    <inkml:brush xml:id="br0">
      <inkml:brushProperty name="width" value="0.57326" units="cm"/>
      <inkml:brushProperty name="height" value="0.57326" units="cm"/>
      <inkml:brushProperty name="color" value="#E71224"/>
      <inkml:brushProperty name="ignorePressure" value="1"/>
      <inkml:brushProperty name="inkEffects" value="pencil"/>
    </inkml:brush>
  </inkml:definitions>
  <inkml:trace contextRef="#ctx0" brushRef="#br0">1 450,'4'0,"1"-4,1-10,6-3,2-2,3 2,3-5,5-2,4-2,5 4,9-3,2-2,5-3,12 2,7-2,4 0,8 4,10 0,-2 3,-12 6,-6 5,-11 6,-4 3,6 2,5 2,4 0,2 4,14 6,5 0,3 8,-10 4,-16-2,-2 4,-8 2,-11 5,-5 1,-9 3,-6 0,-9 2,-7-1,-5-3,4 2,0-2,-2 6,-2 5,2 8,-1 6,-1 7,-3 0,-1 1,-2-6,0-1,-1-3,-1 3,1-6,-9 1,-2-1,-4-5,1-6,-6-3,1-4,-1 1,-1-2,3 5,-4 5,-2-1,-6 4,-1 2,-5-2,-8 2,-1 2,-1-5,-6-1,3-4,0-5,5-1,1 6,-4 5,-3-2,3-5,-3 9,-10 7,1 12,-6-2,4-3,4-1,7-5,4-1,9 7,4 5,2 17,7-2,-1 5,-5 1,3 2,-2 7,-1-2,5-8,7-14,-2-13,2-11,5-7,3-6,5-5,2-8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6T14:05:18.895"/>
    </inkml:context>
    <inkml:brush xml:id="br0">
      <inkml:brushProperty name="width" value="0.57326" units="cm"/>
      <inkml:brushProperty name="height" value="0.57326" units="cm"/>
      <inkml:brushProperty name="color" value="#E71224"/>
      <inkml:brushProperty name="ignorePressure" value="1"/>
      <inkml:brushProperty name="inkEffects" value="pencil"/>
    </inkml:brush>
  </inkml:definitions>
  <inkml:trace contextRef="#ctx0" brushRef="#br0">0 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6T14:05:27.869"/>
    </inkml:context>
    <inkml:brush xml:id="br0">
      <inkml:brushProperty name="width" value="0.57326" units="cm"/>
      <inkml:brushProperty name="height" value="0.57326" units="cm"/>
      <inkml:brushProperty name="color" value="#E71224"/>
      <inkml:brushProperty name="ignorePressure" value="1"/>
      <inkml:brushProperty name="inkEffects" value="pencil"/>
    </inkml:brush>
  </inkml:definitions>
  <inkml:trace contextRef="#ctx0" brushRef="#br0">0 572,'5'-9,"0"-6,0-10,8 0,1 0,3 0,7-4,3-2,18-3,14-5,6 0,4-1,23 1,2 0,-4 5,-9 6,-5 6,-2 0,-11 2,-7 6,-9 5,-4 3,-6 4,-4 1,1 2,-2 0,2 8,0 3,2 3,-1 8,-1 0,1 0,-2 5,4 1,-7 1,-2 3,-7 0,-7 3,-5-1,-5-1,-3 1,-1-1,-1 3,-1-2,1 2,0-1,0-2,-7 1,-4-1,-3 1,-7 1,-5 5,-6 5,-1-2,-8 0,-13-2,-2 7,-7 5,2-4,8-9,4-8,7-10,3 0,7 0,6-3,7 2,-2-2,4 0,4 0,5 6,4 2,-2 5,1 1,1 3,1 0,2-7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6T14:05:28.829"/>
    </inkml:context>
    <inkml:brush xml:id="br0">
      <inkml:brushProperty name="width" value="0.57326" units="cm"/>
      <inkml:brushProperty name="height" value="0.57326" units="cm"/>
      <inkml:brushProperty name="color" value="#E71224"/>
      <inkml:brushProperty name="ignorePressure" value="1"/>
      <inkml:brushProperty name="inkEffects" value="pencil"/>
    </inkml:brush>
  </inkml:definitions>
  <inkml:trace contextRef="#ctx0" brushRef="#br0">0 1,'4'0,"2"4,-1 5,0 11,-2 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6T14:09:07.600"/>
    </inkml:context>
    <inkml:brush xml:id="br0">
      <inkml:brushProperty name="width" value="0.1" units="cm"/>
      <inkml:brushProperty name="height" value="0.6" units="cm"/>
      <inkml:brushProperty name="color" value="#E71224"/>
      <inkml:brushProperty name="ignorePressure" value="1"/>
      <inkml:brushProperty name="inkEffects" value="pencil"/>
    </inkml:brush>
  </inkml:definitions>
  <inkml:trace contextRef="#ctx0" brushRef="#br0">1 59,'4'0,"7"0,16 0,8 0,8 0,6 0,9 0,4 0,11 0,8 0,3 0,8 0,7 0,1 0,3 0,7 0,1 0,4 0,-7 0,1 0,3 0,-5 0,-10 0,-13 0,0 0,-1 0,-10 0,-2 0,-4 0,-4 0,-3 0,-2 0,-6 0,-2 0,-1 0,7 0,2 0,2 0,10 0,2 0,-1 0,6 0,-5 0,5 0,-2 0,-4 0,-4 0,1 0,-7 0,6 0,1 0,13 0,2 0,-3 0,9 0,-6 0,-3 0,-10 0,-12 0,-12 0,-8 0,-6 0,1 0,10 0,1 0,33 0,17 0,2 0,4 0,14 0,2 0,-4 0,-7-5,-12-1,12 0,-7 1,-16 2,-16 0,-15 2,-11 1,-8 0,-5 0,-2 0,5 1,2-1,0 0,-1-5,0-2,3 1,7 1,0 1,-2 2,-2 1,-3 0,-3 1,4 1,4-1,-3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19:25.031"/>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2383,'5'0,"1"-4,3-6,1-5,3-4,3-4,-1-1,1-1,2 3,2-2,-2-2,0 4,-3 1,0 0,1 0,3-1,2-6,2-1,0-1,6-3,2 0,-1 1,4-2,3-4,1-4,2 1,-6 4,-1-1,4 2,-2 3,2-1,4-4,7-3,3 1,2 3,1-1,-2-1,0-4,-5 2,-3 4,-3 4,-6-1,-4 5,1 3,-1-1,-1-2,3 2,3 4,5-3,-1 0,1-4,7-6,3-1,1 2,5-2,1-2,3-4,-5 2,1-1,-1 7,3 1,-1-2,-5 1,-4-3,2 2,6-2,1 2,3 3,4-2,4 1,-6 2,-6 2,-3 3,-3 1,-6 5,-7 6,-4 1,-10 0,-3 1,-6 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19:27.020"/>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1 101,'4'0,"6"0,5 0,4 0,4 0,5 0,3 0,9 0,5-5,4-1,2 1,0-4,-3 1,-7 0,-9-1,-7 0,-3 2,-1 2,0-3,0 1,2 1,0 2,1 1,0 2,5 0,1 1,1 0,-6 5,-7 5,-7 5,-4 5,-5 2,-1 3,-2 0,0 1,-1 4,1 5,0 1,1 3,0-1,0-3,-1-3,2 1,-1-1,0-1,0-2,0-1,0-3,0 0,0 0,0 4,0 0,0 1,0-5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19:31.205"/>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 0,'0'5,"0"4,0 6,0 4,0 4,0 1,0 2,0-1,0 1,0 0,0-1,0 0,0 0,0 0,0-1,0 1,4 0,2-1,-1 1,4 0,-1-1,4-3,-1-2,2 0,-1 1,1 2,3 1,-1 0,0 6,3-3,2-1,-2 3,0-3,0 2,3 6,1 5,1 0,5-2,-2 2,-1-2,-1-7,-1-5,-3 3,-2-4,1-5,-3-2,-4 1,0-3,2 1,3 1,-2 3,1-2,7 4,-2 4,5-4,6-4,-2-2,2 1,0 3,2 1,-4 2,2 1,2 2,10 0,0 4,6 6,7 0,6 4,5 3,0-1,0-4,-3-3,-8-9,-9-3,-6-2,-4-4,-5-5,-4 1,-3 1,3-1,-4 2,-2-2,4-2,-3 0,-1 4,-1-2,-3 2,2-1,7 1,7 3,6 2,8 2,5 2,-3 1,-2-4,-1-4,-4-2,-1 2,0-3,1 2,6 1,11 3,8 2,-3 2,-6-3,-7-5,-10-4,-7-1,-6-2,-4 2,2 4,5-2,10-1,9 0,13 4,4-2,-2 2,1 2,-7-1,-6 0,1 2,-6 2,2 1,5-2,5 0,-4-4,-8-4,-8-4,-6 1,-11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19:40.795"/>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523 1,'0'4,"4"10,10 11,11 9,5 8,2 1,4 1,4 2,0 1,-4-3,-2-5,-4-5,-2-4,-3-7,-4 1,-3 1,1-4,-3-2,-1 1,2 0,-2 2,1 1,1 1,2-4,-1-1,-5 0,-9 2,-12-4,-10 1,-14 0,-11-2,-5 0,-4-2,-1 0,5-2,5-3,-2 1,-1-2,-15 3,-9 4,-5-2,1 3,-3 1,4-1,4-4,11-4,11-3,9-2,11-2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19:52.264"/>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1,'4'0,"6"0,5 0,4 0,3 0,7 0,6 0,1 0,0 0,-3 0,-3 0,-2 0,-2 0,0 0,2 0,6 0,6 0,7 0,14 0,8 0,2 0,8 0,1 0,15 0,4 0,23 0,4 0,9 0,-1 0,10 0,-3 0,-17 0,4 0,-7 0,-20 0,-6 0,-11 0,-16 0,2 0,-2 0,-5 0,8 4,0 1,-3 1,-1-2,9 3,-4 1,-2-2,-4-2,4 0,-3 1,1 2,5 2,24 9,12 2,29-4,5-3,10 3,-7 0,-16-3,3-4,-9-3,-8-3,-11-2,-16-1,-5 3,-14 2,-9 0,-3-1,-8-2,-7 0,-3-1,0 3,-3 2,-2-1,-5-1,-6-1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19:54.412"/>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565 0,'0'4,"0"6,4 1,6 7,6 9,3 4,3 5,7 5,2 3,4 0,-3-1,-4 2,2-3,1-5,-6-4,-2-7,-6-5,-1-1,1 0,1 1,3-4,-3 1,-5 0,-3 2,-5 2,-7-4,-7 5,-10 2,-20 5,-19 6,-16 5,-30 12,-18 11,-9 1,14 0,13-5,17-7,19-13,20-9,15-9,13-9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20:00.077"/>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 0,'8'0,"12"0,1 5,3 0,5 5,5 4,3 4,2 4,-1-3,1 8,15 9,3 1,8 8,2 0,6 1,-1-4,4 9,-3-5,4 2,-8-2,-7-1,11 4,2-2,9 4,-6-2,-3-2,6 4,-2 2,-2 0,15 3,-3 2,-5-6,13 5,2 2,-2-1,-10-3,14 7,-2-7,-5-5,-11-6,-10-7,7 3,-5-1,-4-3,-1 0,1-1,8 2,4-2,-8-2,-8-2,-4-7,-3-4,-12 0,2 5,1 2,1 0,4 1,4 3,22 13,6 4,16 6,0-3,3 0,-9-6,-4-1,-14-5,-12-8,-5-6,-9-2,-9-2,0 1,0 0,-2-4,16 9,6-2,1 0,-2 0,8 0,1-1,-8-3,-7-2,-9 0,-8-3,5 0,-1 1,5-2,2 1,4 2,-2-3,6 5,1-1,-5-4,-9-4,-7-4,-11 0,-7 0,-2 3,4 3,6 1,2-4,4-2,5 1,-2-1,-2 3,-3-1,-4-2,-6-3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20:02.003"/>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844 1,'0'4,"0"6,4 1,11 7,5 13,9 6,8 4,5 4,5 3,-7 1,0-3,-4-5,-4-6,-6-4,-9-4,-3-1,1 2,-2 1,-4 0,-3-1,-11-5,-17-2,-18-1,-14 4,-11 4,-6 0,-9-1,-3 5,9-5,4-1,5-2,6-5,8 0,5-5,6-4,-3 0,-2-2,-2-1,-2 1,4 0,5-2,1-1,3 2,3 0,8 3,3 0,2-2,4-3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20:04.838"/>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0,'0'4,"0"6,0 5,0 8,4 14,6 4,10 7,5 9,7 7,6 1,1 2,7 6,3 8,3 11,12 15,5 6,2 9,2 0,10 9,-1 4,2-1,-5-11,-2-8,-8-9,-5-8,-2-5,-4-5,-2-2,2 3,3 6,0 0,2 0,7 2,-9-9,-5-5,-5-10,-2-4,-5-9,-11-11,-2-6,-6-5,1-2,4 7,1 4,0 6,-1-1,2 3,0 0,8 8,0 2,11 6,1 3,8 7,2 2,0-6,1 7,-2 0,2 3,-6-4,-8-17,-5-3,-5-8,-1-9,6 1,-1-1,-3 2,0 0,10 14,4-1,3 3,-6-1,11 9,-2 1,-2-3,-7-10,-4-7,-6-7,-5-13,-5-3,-3-2,-3-2,16 7,9 7,5 9,0 4,5-2,0-2,-6-5,-4-5,-2-2,-5-2,-5-8,-10-7</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20:27.104"/>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1346 1,'-5'4,"-5"6,-5 9,0 6,2 3,4 0,3 0,3 0,-3 3,0 1,1 3,2-1,1 4,0 6,2 1,-1 1,2-3,-1-5,0-5,0-3,0-3,1-2,-1 0,0-2,0 1,0 0,4 0,1 0,5 1,0-1,-2 1,2-5,0-1,-3 1,-1 0,-3 2,-6 1,-6-4,-10-5,-6-4,-7-5,-11-2,-19-3,-12 0,-5-1,2 0,-3 0,8 0,13 1,11-4,10-2,8 1,-1 0,3 2,-4 2,-5 4,-8 2,-1 0,4 4,4 0,4 2,5 1,2 1,-2-1,-1-3,1-2,1-4,1-1,5 3,6 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1:20:33.329"/>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1,'0'0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05.034"/>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0,'0'0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07.071"/>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4972 1399,'0'-3,"0"-3,-6-7,-15-10,-19-6,-13-3,-7-6,-1-1,-10 0,-9-2,-17-2,-6 4,-13-1,-7-1,-16 0,2 2,-10 1,7 6,-8 4,3 2,-3-4,5 2,-7 1,2 1,9-1,10-2,8 1,7 3,7 3,6-3,-5-4,4 1,-6-3,-4 0,6 4,6 2,13 4,3-1,3 1,6 1,8 1,1 1,4 1,-3 0,2 1,-10-3,-13-1,-4 0,7 1,5 0,7 4,14 5,10 0,11 3,8 2,7-1,3 1,6 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08.325"/>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3445 1561,'0'-3,"-2"-1,-2-2,-2-1,-4-1,-2 0,-2-1,-2 1,2-1,-5-5,-13-8,-15-9,-11-5,-13-7,-30-13,-35-17,-13-7,-27-13,-36-9,0 3,-16-4,10 8,4 6,1 6,29 12,15 8,24 10,18 10,16 3,8 5,12 4,17 7,6-1,9 1,7 1,12 3,7 4,9 5</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10.124"/>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1898,'0'-3,"0"-7,0-6,0-7,0-8,3-12,0-5,3-5,4-8,8-8,3-8,2 3,5-1,3-6,0 5,2-2,2-1,-3 6,2-3,-2 3,-1-1,-3 7,5-2,0 6,2-2,-1 6,-2-2,-2 4,-5 4,-3 4,-2 6,-3 4,-3 6,-2 6,-3 8</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11.396"/>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2342,'2'0,"5"0,6-5,7-17,16-23,16-22,23-18,11-15,20-13,11-6,17-6,16 1,19-2,7 7,11 9,17 2,-3 12,16 2,0 9,-6 8,-8 8,11-4,1 3,-8 4,-15 5,-16 5,-14 3,-9 8,-14 3,-5 6,-2 7,-17 7,-4 3,-2 1,-8 1,-15 4,-15 1,-13 2,-14 3,-14 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12.964"/>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1 563,'3'0,"3"0,5-6,16-7,12-10,11-3,19-10,9 0,34-9,14 0,11 6,53-2,55 0,53 7,38 10,18 6,58 5,21 6,-2 4,-15 2,-22-4,-28-1,-31-6,-31-3,-27-5,-44-1,-51 2,-56 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14.216"/>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0 0,'3'0,"12"0,18 0,28 3,20 1,39 8,33 7,52 10,30 5,65 8,32 5,16 3,13 4,1 2,1 2,-6 0,-6-2,-14-4,-15-6,-19-2,-20-6,-26-4,-47-7,-46-6,-43-6,-38-6,-31-5,-24-2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15.567"/>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1 1,'3'6,"6"15,14 19,21 22,27 28,20 19,37 24,25 16,22 3,13 0,-6-16,5-11,8-9,-5-17,-12-17,12-5,-2-7,13-2,-6-7,-5-5,-13-9,-16-11,-19-4,-20-9,-25-5,-23-6,-21-5,-18-3,-11-3,-4-1,0 2,4 1,5 2,11 1,10 2,2 2,6 0,-3-2,-7 0,-7-1,-9-1,-7-3,-7-1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17.953"/>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6184 1,'-3'0,"-4"0,-3 0,-11 0,-14 0,-9 2,-16 5,-10 0,-9 2,-17 5,-15 4,-18 6,-6 2,-17 2,-9 0,-22 5,-8 1,-8 0,-20 2,-7 1,6-3,6-2,10-6,12-5,10-5,3-1,-2-3,-9-2,-12-4,14-3,6-2,-5-1,-11 0,12-1,-5-2,-9-1,-4-6,25 0,16-2,31 1,24 3,28 2,24 3,21 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22:19.258"/>
    </inkml:context>
    <inkml:brush xml:id="br0">
      <inkml:brushProperty name="width" value="0.35" units="cm"/>
      <inkml:brushProperty name="height" value="2.1" units="cm"/>
      <inkml:brushProperty name="ignorePressure" value="1"/>
      <inkml:brushProperty name="inkEffects" value="pencil"/>
    </inkml:brush>
  </inkml:definitions>
  <inkml:trace contextRef="#ctx0" brushRef="#br0">4248 1,'0'5,"-3"5,-3 1,-4 1,-6 4,-6 3,-4 0,-7 3,-20 14,-17 13,-12 3,-5 4,-13 4,-10 5,-5 4,-45 20,-10 7,-20 9,3-2,-15 4,7-8,-14 4,10-9,13-12,-13 4,8-8,-8-2,10-5,24-6,8-3,23-9,25-11,26-10,8-1,10-4,11-4,1 1,6-5,12-2,8-4,7-2,6-2</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4:41:57.058"/>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 0,'0'0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16:58.124"/>
    </inkml:context>
    <inkml:brush xml:id="br0">
      <inkml:brushProperty name="width" value="0.2" units="cm"/>
      <inkml:brushProperty name="height" value="1.2" units="cm"/>
      <inkml:brushProperty name="color" value="#E71224"/>
      <inkml:brushProperty name="ignorePressure" value="1"/>
      <inkml:brushProperty name="inkEffects" value="pencil"/>
    </inkml:brush>
  </inkml:definitions>
  <inkml:trace contextRef="#ctx0" brushRef="#br0">0 1,'2'0,"5"0,11 0,11 0,10 0,13 0,16 0,12 0,13 0,14 0,14 4,15 1,14 2,11 0,16-2,13 3,12 0,2-1,0-3,-7 3,44 0,9 1,-9-1,-18-2,-23 3,0-1,-19 0,-23-1,-27-1,-14-1,-20-1,-25-1,-22-2,-20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17:05.031"/>
    </inkml:context>
    <inkml:brush xml:id="br0">
      <inkml:brushProperty name="width" value="0.2" units="cm"/>
      <inkml:brushProperty name="height" value="1.2" units="cm"/>
      <inkml:brushProperty name="color" value="#E71224"/>
      <inkml:brushProperty name="ignorePressure" value="1"/>
      <inkml:brushProperty name="inkEffects" value="pencil"/>
    </inkml:brush>
  </inkml:definitions>
  <inkml:trace contextRef="#ctx0" brushRef="#br0">1 60,'0'-2,"2"-3,2 0,6-2,6 1,6 1,5 1,0 0,13 0,5 2,5 0,19 0,7 2,19 0,10 0,18 0,30 0,27 0,23 0,-3 0,9 0,13 0,-14 0,-7 0,-5 0,-24 0,-17 0,-24 0,-21 0,-17 0,-20 0,-19 0,-12 0,-11 0,-3 0,-2 0,0 0,0 0,0 0,-3 0,-3 0,-3 0,-2 0,-4-2,-2-2,-2-2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17:06.713"/>
    </inkml:context>
    <inkml:brush xml:id="br0">
      <inkml:brushProperty name="width" value="0.2" units="cm"/>
      <inkml:brushProperty name="height" value="1.2" units="cm"/>
      <inkml:brushProperty name="color" value="#E71224"/>
      <inkml:brushProperty name="ignorePressure" value="1"/>
      <inkml:brushProperty name="inkEffects" value="pencil"/>
    </inkml:brush>
  </inkml:definitions>
  <inkml:trace contextRef="#ctx0" brushRef="#br0">0 217,'2'0,"7"0,10-2,9-1,13 0,19-3,18-1,23-1,24-3,18 0,21 0,11-2,21-3,4 1,19 1,5 4,20-2,2 2,-7 3,-8 2,13-2,-2 0,-15-3,-21 1,-29 2,-23 1,-32 3,-32 1,-30 1,-24 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17:08.838"/>
    </inkml:context>
    <inkml:brush xml:id="br0">
      <inkml:brushProperty name="width" value="0.2" units="cm"/>
      <inkml:brushProperty name="height" value="1.2" units="cm"/>
      <inkml:brushProperty name="color" value="#E71224"/>
      <inkml:brushProperty name="ignorePressure" value="1"/>
      <inkml:brushProperty name="inkEffects" value="pencil"/>
    </inkml:brush>
  </inkml:definitions>
  <inkml:trace contextRef="#ctx0" brushRef="#br0">0 61,'6'0,"9"0,10 0,15 0,11 0,22-4,15-1,28-4,19-1,37 0,21 2,33 1,14 3,3 1,0 2,-9 5,-8 1,-6 5,-8 0,-12-1,-15-3,-24-2,-29-2,-36-1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17:17.373"/>
    </inkml:context>
    <inkml:brush xml:id="br0">
      <inkml:brushProperty name="width" value="0.2" units="cm"/>
      <inkml:brushProperty name="height" value="1.2" units="cm"/>
      <inkml:brushProperty name="color" value="#E71224"/>
      <inkml:brushProperty name="ignorePressure" value="1"/>
      <inkml:brushProperty name="inkEffects" value="pencil"/>
    </inkml:brush>
  </inkml:definitions>
  <inkml:trace contextRef="#ctx0" brushRef="#br0">0 1,'0'0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57:47.814"/>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1 355,'1881'0,"-1311"16,-379-2,112 2,27-26,-198 5,-10 0,262-6,92 12,385-2,-561-7,121 0,-226 9,620-10,-393-14,196-7,-136 14,-145-5,158-4,-357 24,532-9,-635 9,243-14,358-24,-524 35,310-5,-76 2,-333 7,506-30,184-17,-1 41,-401-10,-34 1,-165 14,332-9,-5-6,4 12,-259 5,-159-1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58:25.565"/>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0 202,'996'11,"370"-6,-781-7,-422 3,177-2,-72-14,-129 2,67-4,-44 13,91-2,91-4,-31 2,-51 5,90-6,-10 1,-43 4,490-7,-509 12,96 1,397-4,-532-5,163-2,330-2,5 6,-422 7,1351-2,-1362-9,-5 1,-218 8,369-11,326-24,-475 27,12 0,275 9,-574-1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58:45.112"/>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1 278,'1'-1,"-1"0,1 0,0 0,0 0,-1 1,1-1,0 0,0 0,0 1,0-1,0 1,0-1,0 1,0 0,0-1,0 1,1 0,-1-1,0 1,1 0,1-1,125-20,-42 9,536-72,-178 48,172-9,-389 27,6 0,-181 16,399-12,-164 7,-6-1,1112 9,-1193 7,-99-2,17 0,217 5,1513-12,-1536 17,-23 0,172-1,51 0,1283-14,-813-2,-588-14,-93 2,803 8,-622 7,-139 6,14 0,268 11,-109-10,-129-6,-155 11,76 2,-218-16,222 9,-100 14,-201-20,0-1,0 2,0-1,-1 2,15 7,16 6,100 26,-112-36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58:54.052"/>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1 141,'64'0,"683"4,-1 25,572-10,-1058-32,394-11,-427 26,333-4,-236-12,77-2,-15 15,329-8,204-13,-558 15,-11-1,-19 0,13 1,1775 8,-1121-2,-643-7,7 0,-115 9,260-2,-348-6,57-1,-86 9,224-2,-203-6,97-2,258-2,280 6,-447 7,-134-2,-189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59:05.120"/>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1 263,'106'-12,"450"7,-326 7,2724-2,-2367-19,-286 6,-166 7,192-3,-74-7,10 0,24 8,140-8,282 9,-425 9,1098-2,-969-16,-34 1,231 0,77-1,-173-3,60 5,-136 7,208-11,-459 12,559-7,72 13,-789 2,-1 1,1 1,36 10,-37-7,0-1,1-1,40 1,-49-5,0 0,27 7,-39-7,5 1,-1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59:20.569"/>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1 324,'552'26,"305"12,8-38,-371-2,613 2,-891-8,-15 0,256-8,21 1,-418 15,286-12,593-53,-621 51,200-2,50 18,756-4,-646-41,32 1,-659 40,274-14,219-5,319-27,-251 17,-99 18,204-2,-648 14,67 2,-19 15,74 4,75 5,-225-23</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59:26.13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0 1,'591'17,"-357"-7,178-4,17 0,19 13,165-14,-350-7,10 10,-8 0,246 7,-241-17,234 4,105 30,-486-27,225 4,-39 3,-199-8,-93-4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14T15:59:38.145"/>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0 6,'72'0,"497"10,-453-5,274 23,-57-6,1-23,-119-1,200 25,-35 1,-129-17,65 1,1516-9,-1573 9,-7 0,257 3,-98-6,-248-6,-142 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2:44:35.785"/>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125 1,'0'4,"0"6,0 5,0 5,0 2,0 2,0 1,0 1,0 0,0 0,0-1,0 0,0 0,0 0,0-1,0 1,0 4,0 1,0 0,0-1,0-1,0-2,0 0,0-1,0-1,0 1,0-1,0 1,0-1,0 1,0 8,0 2,0 5,0-1,0-3,0 1,0-2,0-2,0-3,0-2,0-2,0-1,0 3,0 2,0 0,-4-6,-2-2,1-1,0 0,2 5,-3 2,-1 1,2-1,0 4,2 0,1-1,1-1,1-2,0-2,-4-5,-1-1,0 3,1 3,1 0,1 1,-3-1,-1 1,1-2,1 1,1-2,2 1,0 0,1-1,0 1,0 0,0-1,0 1,0-1,1 5,-1 5,0 2,0-2,0-2,0-2,0 2,0 4,0 4,0 4,0-2,0-3,0-1,0 3,0-3,0 2,0-2,0 0,0 3,0-2,0 1,0 2,0-1,0-1,-4 3,-2-3,1 5,0-1,2 0,2 6,0 2,0 5,1 1,0 0,1-3,-1 3,0-5,0 2,0-5,0-3,0 4,0-2,0-3,0 5,0 2,0 4,0 1,0-1,0-1,0-3,0-2,0 0,0-1,0-1,0-5,0-4,0-2,0-3,0-3,0 1,0 0,0-2,0-2,0-2,0-1,0-1,0 0,0 3,0 2,0 4,0 0,0 3,0 4,0-2,0 2,0-3,0 2,0-3,0-3,0 1,0-1,0-3,0 3,0 3,0 4,0 3,0 3,0 6,0 2,0 1,0 2,0 1,0-2,0-2,0 2,4-4,2 1,-1-4,-1 1,4 6,-1-4,-1-1,-1-2,-2-6,-1-1,-2 5,1-2,-2 3,1-1,0 3,0 1,-1-4,1 3,0 1,0-5,0 3,0 5,4 2,2 4,-1 4,-1-5,-1-9,-1-8,4-3,0-5,-1-4,0-2,-2-3,-2-1,0-1,-1 0,0 0,0 0,0 0,0 4,-1 2,1 0,0-1,0-1,0-1,0-2,0 0,0 0,0-1,0 1,0-1,0 1,0 0,0-1,0 1,0-1,4-3,2-2,-1 0,-1 2,-1 0,-1 2,-1-4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2:44:53.086"/>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0 75,'4'0,"6"0,10 0,5 0,7 0,2 0,0 0,-2 0,-3 0,3 0,-4-4,-3-1,3-1,5 2,5 1,9 1,5 1,10 1,7 0,-4 0,0 0,1 0,-6 1,-5-1,-4 0,-6 0,-2 0,-5 0,0 0,7 0,2 0,4 0,4 0,2 0,-5 0,-3 0,-5 0,2 0,6 0,-2 0,3 0,2 0,-1 0,-5 0,-7 0,2 0,2 0,2 0,0 0,-3 0,-1 0,1 0,4 0,3 0,-3 0,-6 0,-6 0,-5 0,-4 0,2 0,0 0,-1 0,-2 0,8 0,2 0,3 0,-1 0,-3 0,-3 0,0 0,0 0,-2 0,-2 0,-2 0,-1 0,-1 0,0 0,-1 0,0 0,5 0,1 0,-1 0,0 0,3 0,0 0,3 0,0 0,-2 0,2 0,-1 0,3 0,-2 0,-2 0,-3 0,-1 0,-3 0,4 0,4 0,6 0,7 0,5 0,7 0,4 0,6 0,2 4,7 1,-2 1,3-2,1-1,3-1,-8-1,-4-1,-6 0,-10 0,-6 0,-6 0,-8-1,0 1,-2 0,1 0,-1 0,7 0,5 0,-1 0,-4 0,-4 0,-1 0,8 0,-1 0,6 0,7-4,-1-1,2-1,5 2,-5 1,2 1,3 1,-1 1,-1 0,1 0,-5 0,0 0,-4 1,1-1,0 0,0 0,4 0,4 0,-3 0,1 0,-1 0,-6 0,1 0,-4 0,-2 0,0 0,0 0,1 0,0 0,2 0,-1 0,-3 0,-1 0,0 0,1 0,10 0,12 0,3 0,7 0,7 0,1 0,-5 0,-3 0,-3 0,-9 0,0 0,3 0,2 0,1 0,2 0,-4 0,-5 0,0 0,-4 0,-6 0,-10 0,-7 0,-6 0,-5 0,3 0,4 0,1 0,-1 0,2 0,3 0,4 0,8 0,-2 0,1 0,-5 0,4 0,1 0,1 0,0 0,5 0,-3 0,1 0,6 0,-4 0,2 0,-1 0,-2 0,3 0,-4 0,-2 0,-3-4,0-2,5 1,5 1,1 1,3 1,4 1,3 0,3 1,1 0,-7 1,-3-1,-3 0,-8 0,-4 0,-6 0,-7 0,0 0,-2 0,2 0,3-4,0-1,1-1,-2 2,6 1,4 1,2 1,6 1,5 0,6 0,8 0,8 0,-1 1,-2-1,-2 0,3 0,-4 0,-2 0,-6 0,-5 0,-1 0,-4 0,-6 0,-4 0,-6 0,3 0,1 0,-2 0,-1 0,1 0,6 0,7 0,-3 0,-1 0,-2 0,-5 0,-2 0,-5 0,5 0,6 4,-1 2,5-1,0-1,0-1,0-1,-6-1,-7-1,-6 0,-5 0,-3 0,-2 0,-1 0,-1-1,0 1,1 0,0 0,5 0,0 0,1 0,3 0,5 0,4 0,7 0,4 0,6 0,9 0,1 0,2 0,6 0,-2 0,-2 0,1 0,-6 0,0 0,4 4,3 2,-3-1,3 0,1-2,-8-2,-3 0,-4 0,-8-1,-5 0,-7-1,-1 1,1 0,-3 0,1 0,2 0,6 0,9 4,6 1,-2 1,-4-2,-6-1,-8-1,-8-1,-4-1,-3 0,-3 0,0 0,-1 4,0 2,5-1,1-1,1-1,2-1,6-1,4 4,-2 1,2-1,-2-1,-4-1,-4-2,-3 0,2-1,-1 0,0 0,2 0,5 0,0 0,2-1,3 1,-2 0,1 0,-2 0,-4 0,-4 0,2 0,3 0,4 0,8-4,8-1,8-1,5-2,3-1,11-3,3 1,5 3,-2 1,-2 3,-4 2,-8 2,-4-5,3 0,-7 0,-2 2,-4 0,-8 1,-1 2,4-1,-4 1,-2 0,-5 1,-3-1,5 0,3 0,1 0,4 0,-2 0,-3 0,3 0,2 0,-2 0,0 0,-1 0,-1 0,-1 0,8 0,10 0,3 0,6 0,2 0,5 0,-4 0,-3 0,-1 0,-6 0,2 0,1 0,-7 0,-7 0,-4 0,-4 0,-7 0,-1 0,-1 0,-2 0,-1 0,7 0,-1 0,5 0,6 0,-2 0,2 0,4 0,-3 0,0 0,0 0,-2 0,2 0,4 0,-3 0,-1 0,0 0,2 0,4 0,0 0,5 0,9 0,3 0,0 0,5 0,7 0,6 0,3 0,-8-4,-11-1,-15-1,-11 2,-10 1,-10 1,-2 1,-2 1,-3 0,2 0,4 0,1 0,-2 1,-3-1,-2 0,3 0,3 0,1 0,2 0,4 0,2 0,19 0,16 0,7 0,18 0,8 0,6 0,-4 0,-18 0,-16 0,-10 0,-12 0,-12 0,-1 0,-4 0,-1 0,-3 0,14 0,6 0,-3 0,-1 0,-2 0,-1 0,-5 0,-6 0,-5 0,-5 0,-2 0,2 0,0 0,4 0,1 0,-2 0,-2 0,-2 0,8 0,17 0,9 0,2 0,-1 0,-4 0,-2 0,-8 0,-7 0,-7 0,-6 0,-2 4,1 2,6-1,8-1,11-1,3-1,6 3,5 1,-1-1,-3-1,-4-1,-8-1,-4-1,-6-1,-6 0,0 0,-2-1,-3 1,-1 0,-3 0,0 0,-1 0,3 0,2 0,-1 0,4 0,0 0,-1 0,-2 0,-2 0,-2 0,0 0,3 0,1 0,4 0,4 0,5 0,2 4,3 1,2 1,4-2,1-1,-3-1,-8-1,-6-1,-6 0,-4 0,-2 0,-2 0,-1-1,1 1,-1 0,1 0,0 0,0 0,1 0,-1 0,1 0,0 0,-1 0,5 5,6 0,0 1,4-2,3 0,-2-3,-3 1,-8-2</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4:24:15.781"/>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 0,'4'0,"6"0,5 0,9 0,4 0,10 0,11 0,6 0,10 0,6 0,-4 0,-1 0,1 0,-7 0,-1 0,2 0,-1 0,-2 0,10 0,1 0,19 5,11 0,1 0,5 0,1-2,0-1,-2-1,-6-1,-11 0,-8 0,-13 0,-14-1,-11 1,-9 0,-5 0,-3 0,-2 0,0 0,0 0,10 0,2 0,9 0,1 0,10 0,12 0,0 0,-4 0,1 0,-7 0,1 0,-2 0,-2 0,-1 0,-1 0,3 0,5 0,14 0,6 0,-1 0,15 0,1 0,-8 0,6 0,-3 0,-9 0,-9 0,-5 0,-9 0,-5 0,-4 0,-6 0,7 0,-1 0,0 0,1 0,-5 0,7 0,4 0,0 0,-4 0,-7 0,-7 0,-1 0,6 0,-1 0,6 0,8 0,-2 0,3 0,0 0,-1 4,-1 2,-2 0,-5-2,-7-1,-5-1,-1-1,6 0,2-1,1-1,1 1,-1 0,-1 0,-3 0,0 0,-1-1,-5 1,-2 0,-3 0,-2 0,-1 0,-1 0,-4 5,-1 0,-1 0,2 0,2-2,0-1,-3-1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0T14:24:18.221"/>
    </inkml:context>
    <inkml:brush xml:id="br0">
      <inkml:brushProperty name="width" value="0.2" units="cm"/>
      <inkml:brushProperty name="height" value="1.2" units="cm"/>
      <inkml:brushProperty name="ignorePressure" value="1"/>
      <inkml:brushProperty name="inkEffects" value="pencil"/>
    </inkml:brush>
  </inkml:definitions>
  <inkml:trace contextRef="#ctx0" brushRef="#br0">1 0,'4'0,"14"0,21 0,12 4,14 2,13 3,14 1,8-2,8-2,3-2,-6-1,-7-2,-4-1,-9 0,-8-1,2 1,-2-1,-4 1,1 0,-3 0,-1 0,0 0,1 0,-8 0,-1 0,4 0,-3 0,-1 0,-3 0,-6 0,-5 0,-1 0,-1 0,-4 0,4 0,-2 0,0 4,9 2,0-1,7 3,11 1,-2-2,-2-2,2-1,-3-2,-9-2,-9 1,-9-2,-7 1,-1 0,12-1,7 1,11 0,0 0,2 0,-6 0,-8 0,0 0,-4 0,-1 0,0 0,1 0,-3 0,4 0,-2 0,-3 0,-6 0,-4 0,-3 0,-2 0,-1 0,-1 0,-1 0,1 0,0 0,1 0,-1 0,0 0,5 0,6 0,0 4,8 2,0 0,-3-2,-8-1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394546" y="402937"/>
            <a:ext cx="3078427" cy="511731"/>
          </a:xfrm>
          <a:prstGeom prst="rect">
            <a:avLst/>
          </a:prstGeom>
        </p:spPr>
        <p:txBody>
          <a:bodyPr vert="horz" lIns="99075" tIns="49538" rIns="99075" bIns="49538" rtlCol="0"/>
          <a:lstStyle>
            <a:lvl1pPr algn="l">
              <a:defRPr sz="1300"/>
            </a:lvl1pPr>
          </a:lstStyle>
          <a:p>
            <a:endParaRPr lang="en-GB"/>
          </a:p>
        </p:txBody>
      </p:sp>
      <p:sp>
        <p:nvSpPr>
          <p:cNvPr id="3" name="Tijdelijke aanduiding voor datum 2"/>
          <p:cNvSpPr>
            <a:spLocks noGrp="1"/>
          </p:cNvSpPr>
          <p:nvPr>
            <p:ph type="dt" idx="1"/>
          </p:nvPr>
        </p:nvSpPr>
        <p:spPr>
          <a:xfrm>
            <a:off x="3630966" y="402937"/>
            <a:ext cx="3078427" cy="511731"/>
          </a:xfrm>
          <a:prstGeom prst="rect">
            <a:avLst/>
          </a:prstGeom>
        </p:spPr>
        <p:txBody>
          <a:bodyPr vert="horz" lIns="99075" tIns="49538" rIns="99075" bIns="49538" rtlCol="0"/>
          <a:lstStyle>
            <a:lvl1pPr algn="r">
              <a:defRPr sz="1300"/>
            </a:lvl1pPr>
          </a:lstStyle>
          <a:p>
            <a:fld id="{7CAC0B33-3943-42F1-973C-9CDD51C76BBD}" type="datetimeFigureOut">
              <a:rPr lang="en-GB" smtClean="0"/>
              <a:pPr/>
              <a:t>26/02/2025</a:t>
            </a:fld>
            <a:endParaRPr lang="en-GB"/>
          </a:p>
        </p:txBody>
      </p:sp>
      <p:sp>
        <p:nvSpPr>
          <p:cNvPr id="4" name="Tijdelijke aanduiding voor dia-afbeelding 3"/>
          <p:cNvSpPr>
            <a:spLocks noGrp="1" noRot="1" noChangeAspect="1"/>
          </p:cNvSpPr>
          <p:nvPr>
            <p:ph type="sldImg" idx="2"/>
          </p:nvPr>
        </p:nvSpPr>
        <p:spPr>
          <a:xfrm>
            <a:off x="141288" y="1077913"/>
            <a:ext cx="6821487" cy="3838575"/>
          </a:xfrm>
          <a:prstGeom prst="rect">
            <a:avLst/>
          </a:prstGeom>
          <a:noFill/>
          <a:ln w="12700">
            <a:solidFill>
              <a:prstClr val="black"/>
            </a:solidFill>
          </a:ln>
        </p:spPr>
        <p:txBody>
          <a:bodyPr vert="horz" lIns="99075" tIns="49538" rIns="99075" bIns="49538" rtlCol="0" anchor="ctr"/>
          <a:lstStyle/>
          <a:p>
            <a:endParaRPr lang="en-GB"/>
          </a:p>
        </p:txBody>
      </p:sp>
      <p:sp>
        <p:nvSpPr>
          <p:cNvPr id="5" name="Tijdelijke aanduiding voor notities 4"/>
          <p:cNvSpPr>
            <a:spLocks noGrp="1"/>
          </p:cNvSpPr>
          <p:nvPr>
            <p:ph type="body" sz="quarter" idx="3"/>
          </p:nvPr>
        </p:nvSpPr>
        <p:spPr>
          <a:xfrm>
            <a:off x="710407" y="5065431"/>
            <a:ext cx="5683250" cy="4069669"/>
          </a:xfrm>
          <a:prstGeom prst="rect">
            <a:avLst/>
          </a:prstGeom>
        </p:spPr>
        <p:txBody>
          <a:bodyPr vert="horz" lIns="99075" tIns="49538" rIns="99075" bIns="49538" rtlCol="0">
            <a:normAutofit/>
          </a:bodyPr>
          <a:lstStyle/>
          <a:p>
            <a:pPr lvl="0"/>
            <a:r>
              <a:rPr lang="en-GB"/>
              <a:t>Klik om de modelstijlen te bewerken</a:t>
            </a:r>
          </a:p>
          <a:p>
            <a:pPr lvl="1"/>
            <a:r>
              <a:rPr lang="en-GB"/>
              <a:t>Tweede niveau</a:t>
            </a:r>
          </a:p>
          <a:p>
            <a:pPr lvl="2"/>
            <a:r>
              <a:rPr lang="en-GB"/>
              <a:t>Derde niveau</a:t>
            </a:r>
          </a:p>
          <a:p>
            <a:pPr lvl="3"/>
            <a:r>
              <a:rPr lang="en-GB"/>
              <a:t>Vierde niveau</a:t>
            </a:r>
          </a:p>
          <a:p>
            <a:pPr lvl="4"/>
            <a:r>
              <a:rPr lang="en-GB"/>
              <a:t>Vijfde niveau</a:t>
            </a:r>
          </a:p>
        </p:txBody>
      </p:sp>
      <p:sp>
        <p:nvSpPr>
          <p:cNvPr id="6" name="Tijdelijke aanduiding voor voettekst 5"/>
          <p:cNvSpPr>
            <a:spLocks noGrp="1"/>
          </p:cNvSpPr>
          <p:nvPr>
            <p:ph type="ftr" sz="quarter" idx="4"/>
          </p:nvPr>
        </p:nvSpPr>
        <p:spPr>
          <a:xfrm>
            <a:off x="394546" y="9319945"/>
            <a:ext cx="3078427" cy="511731"/>
          </a:xfrm>
          <a:prstGeom prst="rect">
            <a:avLst/>
          </a:prstGeom>
        </p:spPr>
        <p:txBody>
          <a:bodyPr vert="horz" lIns="99075" tIns="49538" rIns="99075" bIns="49538" rtlCol="0" anchor="b"/>
          <a:lstStyle>
            <a:lvl1pPr algn="l">
              <a:defRPr sz="1300"/>
            </a:lvl1pPr>
          </a:lstStyle>
          <a:p>
            <a:endParaRPr lang="en-GB"/>
          </a:p>
        </p:txBody>
      </p:sp>
      <p:sp>
        <p:nvSpPr>
          <p:cNvPr id="7" name="Tijdelijke aanduiding voor dianummer 6"/>
          <p:cNvSpPr>
            <a:spLocks noGrp="1"/>
          </p:cNvSpPr>
          <p:nvPr>
            <p:ph type="sldNum" sz="quarter" idx="5"/>
          </p:nvPr>
        </p:nvSpPr>
        <p:spPr>
          <a:xfrm>
            <a:off x="3631090" y="9319945"/>
            <a:ext cx="3078427" cy="511731"/>
          </a:xfrm>
          <a:prstGeom prst="rect">
            <a:avLst/>
          </a:prstGeom>
        </p:spPr>
        <p:txBody>
          <a:bodyPr vert="horz" lIns="99075" tIns="49538" rIns="99075" bIns="49538" rtlCol="0" anchor="b"/>
          <a:lstStyle>
            <a:lvl1pPr algn="r">
              <a:defRPr sz="1300"/>
            </a:lvl1pPr>
          </a:lstStyle>
          <a:p>
            <a:fld id="{697381A9-0C9E-4D3A-A28B-AC4E168A57BC}" type="slidenum">
              <a:rPr lang="en-GB" smtClean="0"/>
              <a:pPr/>
              <a:t>‹#›</a:t>
            </a:fld>
            <a:endParaRPr lang="en-GB"/>
          </a:p>
        </p:txBody>
      </p:sp>
    </p:spTree>
    <p:extLst>
      <p:ext uri="{BB962C8B-B14F-4D97-AF65-F5344CB8AC3E}">
        <p14:creationId xmlns:p14="http://schemas.microsoft.com/office/powerpoint/2010/main" val="3545252254"/>
      </p:ext>
    </p:extLst>
  </p:cSld>
  <p:clrMap bg1="lt1" tx1="dk1" bg2="lt2" tx2="dk2" accent1="accent1" accent2="accent2" accent3="accent3" accent4="accent4" accent5="accent5" accent6="accent6" hlink="hlink" folHlink="folHlink"/>
  <p:notesStyle>
    <a:lvl1pPr marL="0" algn="l" defTabSz="1088502" rtl="0" eaLnBrk="1" latinLnBrk="0" hangingPunct="1">
      <a:defRPr sz="1400" kern="1200">
        <a:solidFill>
          <a:schemeClr val="tx1"/>
        </a:solidFill>
        <a:latin typeface="+mn-lt"/>
        <a:ea typeface="+mn-ea"/>
        <a:cs typeface="+mn-cs"/>
      </a:defRPr>
    </a:lvl1pPr>
    <a:lvl2pPr marL="544251" algn="l" defTabSz="1088502" rtl="0" eaLnBrk="1" latinLnBrk="0" hangingPunct="1">
      <a:defRPr sz="1400" kern="1200">
        <a:solidFill>
          <a:schemeClr val="tx1"/>
        </a:solidFill>
        <a:latin typeface="+mn-lt"/>
        <a:ea typeface="+mn-ea"/>
        <a:cs typeface="+mn-cs"/>
      </a:defRPr>
    </a:lvl2pPr>
    <a:lvl3pPr marL="1088502" algn="l" defTabSz="1088502" rtl="0" eaLnBrk="1" latinLnBrk="0" hangingPunct="1">
      <a:defRPr sz="1400" kern="1200">
        <a:solidFill>
          <a:schemeClr val="tx1"/>
        </a:solidFill>
        <a:latin typeface="+mn-lt"/>
        <a:ea typeface="+mn-ea"/>
        <a:cs typeface="+mn-cs"/>
      </a:defRPr>
    </a:lvl3pPr>
    <a:lvl4pPr marL="1632753" algn="l" defTabSz="1088502" rtl="0" eaLnBrk="1" latinLnBrk="0" hangingPunct="1">
      <a:defRPr sz="1400" kern="1200">
        <a:solidFill>
          <a:schemeClr val="tx1"/>
        </a:solidFill>
        <a:latin typeface="+mn-lt"/>
        <a:ea typeface="+mn-ea"/>
        <a:cs typeface="+mn-cs"/>
      </a:defRPr>
    </a:lvl4pPr>
    <a:lvl5pPr marL="2177004" algn="l" defTabSz="1088502" rtl="0" eaLnBrk="1" latinLnBrk="0" hangingPunct="1">
      <a:defRPr sz="1400" kern="1200">
        <a:solidFill>
          <a:schemeClr val="tx1"/>
        </a:solidFill>
        <a:latin typeface="+mn-lt"/>
        <a:ea typeface="+mn-ea"/>
        <a:cs typeface="+mn-cs"/>
      </a:defRPr>
    </a:lvl5pPr>
    <a:lvl6pPr marL="2721254" algn="l" defTabSz="1088502" rtl="0" eaLnBrk="1" latinLnBrk="0" hangingPunct="1">
      <a:defRPr sz="1400" kern="1200">
        <a:solidFill>
          <a:schemeClr val="tx1"/>
        </a:solidFill>
        <a:latin typeface="+mn-lt"/>
        <a:ea typeface="+mn-ea"/>
        <a:cs typeface="+mn-cs"/>
      </a:defRPr>
    </a:lvl6pPr>
    <a:lvl7pPr marL="3265505" algn="l" defTabSz="1088502" rtl="0" eaLnBrk="1" latinLnBrk="0" hangingPunct="1">
      <a:defRPr sz="1400" kern="1200">
        <a:solidFill>
          <a:schemeClr val="tx1"/>
        </a:solidFill>
        <a:latin typeface="+mn-lt"/>
        <a:ea typeface="+mn-ea"/>
        <a:cs typeface="+mn-cs"/>
      </a:defRPr>
    </a:lvl7pPr>
    <a:lvl8pPr marL="3809756" algn="l" defTabSz="1088502" rtl="0" eaLnBrk="1" latinLnBrk="0" hangingPunct="1">
      <a:defRPr sz="1400" kern="1200">
        <a:solidFill>
          <a:schemeClr val="tx1"/>
        </a:solidFill>
        <a:latin typeface="+mn-lt"/>
        <a:ea typeface="+mn-ea"/>
        <a:cs typeface="+mn-cs"/>
      </a:defRPr>
    </a:lvl8pPr>
    <a:lvl9pPr marL="4354007" algn="l" defTabSz="108850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en-US" sz="1400" dirty="0">
                <a:effectLst/>
                <a:latin typeface="+mn-lt"/>
              </a:rPr>
              <a:t>You can find the latest version of this presentation at </a:t>
            </a:r>
            <a:r>
              <a:rPr lang="en-US" sz="1400" b="1" u="sng" dirty="0">
                <a:effectLst/>
                <a:latin typeface="+mn-lt"/>
              </a:rPr>
              <a:t>https://doi.org/10.5281/zenodo.14931741</a:t>
            </a:r>
            <a:endParaRPr lang="en-US" sz="1400" b="1" u="sng" dirty="0">
              <a:solidFill>
                <a:srgbClr val="FFFFFF"/>
              </a:solidFill>
              <a:effectLst/>
              <a:latin typeface="Calibri" panose="020F0502020204030204" pitchFamily="34" charset="0"/>
            </a:endParaRPr>
          </a:p>
          <a:p>
            <a:endParaRPr lang="en-US" sz="1400" dirty="0">
              <a:effectLst/>
              <a:latin typeface="+mn-lt"/>
            </a:endParaRPr>
          </a:p>
          <a:p>
            <a:r>
              <a:rPr lang="en-US" sz="1400" dirty="0">
                <a:latin typeface="+mn-lt"/>
              </a:rPr>
              <a:t>Topics covered in this presentation include: Qualitative Data; FAIR principles</a:t>
            </a:r>
            <a:r>
              <a:rPr lang="en-US" sz="1400">
                <a:latin typeface="+mn-lt"/>
              </a:rPr>
              <a:t>; good </a:t>
            </a:r>
            <a:r>
              <a:rPr lang="en-US" sz="1400" dirty="0">
                <a:latin typeface="+mn-lt"/>
              </a:rPr>
              <a:t>practices</a:t>
            </a:r>
          </a:p>
          <a:p>
            <a:endParaRPr lang="en-US" sz="1400" dirty="0">
              <a:effectLst/>
              <a:latin typeface="+mn-lt"/>
            </a:endParaRPr>
          </a:p>
          <a:p>
            <a:r>
              <a:rPr lang="en-US" sz="1400" dirty="0">
                <a:effectLst/>
                <a:latin typeface="+mn-lt"/>
              </a:rPr>
              <a:t>This work is licensed under a Creative Commons Attribution 4.0 International License</a:t>
            </a: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a:t>
            </a:fld>
            <a:endParaRPr lang="en-GB"/>
          </a:p>
        </p:txBody>
      </p:sp>
    </p:spTree>
    <p:extLst>
      <p:ext uri="{BB962C8B-B14F-4D97-AF65-F5344CB8AC3E}">
        <p14:creationId xmlns:p14="http://schemas.microsoft.com/office/powerpoint/2010/main" val="2151857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697381A9-0C9E-4D3A-A28B-AC4E168A57BC}" type="slidenum">
              <a:rPr lang="en-GB" smtClean="0"/>
              <a:pPr/>
              <a:t>2</a:t>
            </a:fld>
            <a:endParaRPr lang="en-GB"/>
          </a:p>
        </p:txBody>
      </p:sp>
    </p:spTree>
    <p:extLst>
      <p:ext uri="{BB962C8B-B14F-4D97-AF65-F5344CB8AC3E}">
        <p14:creationId xmlns:p14="http://schemas.microsoft.com/office/powerpoint/2010/main" val="2422740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a:t>
            </a:fld>
            <a:endParaRPr lang="en-GB"/>
          </a:p>
        </p:txBody>
      </p:sp>
    </p:spTree>
    <p:extLst>
      <p:ext uri="{BB962C8B-B14F-4D97-AF65-F5344CB8AC3E}">
        <p14:creationId xmlns:p14="http://schemas.microsoft.com/office/powerpoint/2010/main" val="1236915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83A26-8CAF-2EEB-8F61-7747D5AB5FE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00EDEF3-4A3C-4899-6EF8-98C9354EFAA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DFB20CD-9CFF-8E62-D4FE-C8E6F08634DE}"/>
              </a:ext>
            </a:extLst>
          </p:cNvPr>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sz="1400">
                <a:effectLst/>
                <a:latin typeface="Calibri" panose="020F0502020204030204" pitchFamily="34" charset="0"/>
              </a:rPr>
              <a:t>Data-related aspects need to be taken into account from the earliest project stage and fully incorporated in project plans, funding requests and reporting. Taking the research workflow as a sequence of stages, </a:t>
            </a:r>
            <a:r>
              <a:rPr lang="en-US" sz="1400" err="1">
                <a:effectLst/>
                <a:latin typeface="Calibri" panose="020F0502020204030204" pitchFamily="34" charset="0"/>
              </a:rPr>
              <a:t>FAIRness</a:t>
            </a:r>
            <a:r>
              <a:rPr lang="en-US" sz="1400">
                <a:effectLst/>
                <a:latin typeface="Calibri" panose="020F0502020204030204" pitchFamily="34" charset="0"/>
              </a:rPr>
              <a:t> needs to be considered throughout the research process in the form of a set of questions relating to data, which should be a basis to define the data management plan: </a:t>
            </a:r>
          </a:p>
          <a:p>
            <a:endParaRPr lang="nl-NL"/>
          </a:p>
        </p:txBody>
      </p:sp>
      <p:sp>
        <p:nvSpPr>
          <p:cNvPr id="4" name="Tijdelijke aanduiding voor dianummer 3">
            <a:extLst>
              <a:ext uri="{FF2B5EF4-FFF2-40B4-BE49-F238E27FC236}">
                <a16:creationId xmlns:a16="http://schemas.microsoft.com/office/drawing/2014/main" id="{3A4E05D1-24D0-4228-C33E-1A4D6B2EE14B}"/>
              </a:ext>
            </a:extLst>
          </p:cNvPr>
          <p:cNvSpPr>
            <a:spLocks noGrp="1"/>
          </p:cNvSpPr>
          <p:nvPr>
            <p:ph type="sldNum" sz="quarter" idx="5"/>
          </p:nvPr>
        </p:nvSpPr>
        <p:spPr/>
        <p:txBody>
          <a:bodyPr/>
          <a:lstStyle/>
          <a:p>
            <a:fld id="{697381A9-0C9E-4D3A-A28B-AC4E168A57BC}" type="slidenum">
              <a:rPr lang="en-GB" smtClean="0"/>
              <a:pPr/>
              <a:t>4</a:t>
            </a:fld>
            <a:endParaRPr lang="en-GB"/>
          </a:p>
        </p:txBody>
      </p:sp>
    </p:spTree>
    <p:extLst>
      <p:ext uri="{BB962C8B-B14F-4D97-AF65-F5344CB8AC3E}">
        <p14:creationId xmlns:p14="http://schemas.microsoft.com/office/powerpoint/2010/main" val="234001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This slide gives participants a chance to discuss with the group what they consider the meaning of FAIR.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5</a:t>
            </a:fld>
            <a:endParaRPr lang="en-GB"/>
          </a:p>
        </p:txBody>
      </p:sp>
    </p:spTree>
    <p:extLst>
      <p:ext uri="{BB962C8B-B14F-4D97-AF65-F5344CB8AC3E}">
        <p14:creationId xmlns:p14="http://schemas.microsoft.com/office/powerpoint/2010/main" val="1418609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FAIR can be interpreted in many ways, but at the most abstract level it is a </a:t>
            </a:r>
            <a:r>
              <a:rPr lang="en-US" b="1" dirty="0"/>
              <a:t>cultural change</a:t>
            </a:r>
            <a:r>
              <a:rPr lang="en-US" b="0" dirty="0"/>
              <a:t>. Data is no longer a </a:t>
            </a:r>
            <a:r>
              <a:rPr lang="en-US" b="1" dirty="0"/>
              <a:t>byproduct</a:t>
            </a:r>
            <a:r>
              <a:rPr lang="en-US" b="0" dirty="0"/>
              <a:t> of doing research, but becomes a </a:t>
            </a:r>
            <a:r>
              <a:rPr lang="en-US" b="1" dirty="0"/>
              <a:t>key output </a:t>
            </a:r>
            <a:r>
              <a:rPr lang="en-US" b="0" dirty="0"/>
              <a:t>that is as important as the publications associated with them. In the wake of this cultural change a wide range of other changes are necessary to make FAIR data possible. This includes for example infrastructure, recognition, and a new appreciation for data re-use.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6</a:t>
            </a:fld>
            <a:endParaRPr lang="en-GB"/>
          </a:p>
        </p:txBody>
      </p:sp>
    </p:spTree>
    <p:extLst>
      <p:ext uri="{BB962C8B-B14F-4D97-AF65-F5344CB8AC3E}">
        <p14:creationId xmlns:p14="http://schemas.microsoft.com/office/powerpoint/2010/main" val="1646656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dirty="0"/>
              <a:t>To avoid misunderstandings, FAIR is not the same as open access. FAIR does include accessibility, but this means accessibility under well-defined conditions. This can also be other levels of accessibility than open access. Generally this is summed up as the mantra “as open as possible, as closed as necessary”. </a:t>
            </a:r>
          </a:p>
          <a:p>
            <a:pPr marL="0" marR="0" lvl="0" indent="0" algn="l" defTabSz="1088502" rtl="0" eaLnBrk="1" fontAlgn="auto" latinLnBrk="0" hangingPunct="1">
              <a:lnSpc>
                <a:spcPct val="100000"/>
              </a:lnSpc>
              <a:spcBef>
                <a:spcPts val="0"/>
              </a:spcBef>
              <a:spcAft>
                <a:spcPts val="0"/>
              </a:spcAft>
              <a:buClrTx/>
              <a:buSzTx/>
              <a:buFontTx/>
              <a:buNone/>
              <a:tabLst/>
              <a:defRPr/>
            </a:pPr>
            <a:endParaRPr lang="en-US" dirty="0"/>
          </a:p>
          <a:p>
            <a:pPr marL="0" marR="0" lvl="0" indent="0" algn="l" defTabSz="1088502" rtl="0" eaLnBrk="1" fontAlgn="auto" latinLnBrk="0" hangingPunct="1">
              <a:lnSpc>
                <a:spcPct val="100000"/>
              </a:lnSpc>
              <a:spcBef>
                <a:spcPts val="0"/>
              </a:spcBef>
              <a:spcAft>
                <a:spcPts val="0"/>
              </a:spcAft>
              <a:buClrTx/>
              <a:buSzTx/>
              <a:buFontTx/>
              <a:buNone/>
              <a:tabLst/>
              <a:defRPr/>
            </a:pPr>
            <a:r>
              <a:rPr lang="en-US" dirty="0"/>
              <a:t>FAIR is fundamentally a process of making data available, whereas open access is an ethical view of how data should survive society. </a:t>
            </a: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7</a:t>
            </a:fld>
            <a:endParaRPr lang="en-GB"/>
          </a:p>
        </p:txBody>
      </p:sp>
    </p:spTree>
    <p:extLst>
      <p:ext uri="{BB962C8B-B14F-4D97-AF65-F5344CB8AC3E}">
        <p14:creationId xmlns:p14="http://schemas.microsoft.com/office/powerpoint/2010/main" val="3980325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FAIR is not something new. It follows trends in research where data was once only available upon personal request, then was hosted on personal websites, after which professional repositories were developed that could guarantee long-term and secure access to data.</a:t>
            </a:r>
          </a:p>
          <a:p>
            <a:endParaRPr lang="en-US" dirty="0"/>
          </a:p>
          <a:p>
            <a:r>
              <a:rPr lang="en-US" dirty="0"/>
              <a:t>Policy-wise FAIR is the result of a string of global developments, going back as far as 2007. Support grew over time, while FAIR was better defined and became more practical to implement. </a:t>
            </a:r>
          </a:p>
          <a:p>
            <a:endParaRPr lang="en-US" dirty="0"/>
          </a:p>
          <a:p>
            <a:r>
              <a:rPr lang="en-US" dirty="0"/>
              <a:t>Meanwhile the scope of research data, both in type and in quantity increased explosively, as datasets became bigger, new forms of data became relevant and computers could process more data.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8</a:t>
            </a:fld>
            <a:endParaRPr lang="en-GB"/>
          </a:p>
        </p:txBody>
      </p:sp>
    </p:spTree>
    <p:extLst>
      <p:ext uri="{BB962C8B-B14F-4D97-AF65-F5344CB8AC3E}">
        <p14:creationId xmlns:p14="http://schemas.microsoft.com/office/powerpoint/2010/main" val="159549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en-US" sz="1200" b="0" dirty="0">
                <a:solidFill>
                  <a:srgbClr val="000000"/>
                </a:solidFill>
              </a:rPr>
              <a:t>FAIR can be important to you as a researcher for a variety of reasons. Depending on how you look at it these can be grouped under three categories. </a:t>
            </a:r>
          </a:p>
          <a:p>
            <a:endParaRPr lang="en-US" sz="1200" b="0" dirty="0">
              <a:solidFill>
                <a:srgbClr val="000000"/>
              </a:solidFill>
            </a:endParaRPr>
          </a:p>
          <a:p>
            <a:pPr marL="228600" indent="-228600">
              <a:buAutoNum type="arabicPeriod"/>
            </a:pPr>
            <a:r>
              <a:rPr lang="en-US" sz="1200" b="1" dirty="0">
                <a:solidFill>
                  <a:srgbClr val="000000"/>
                </a:solidFill>
              </a:rPr>
              <a:t>FAIR is a standard that improves research: </a:t>
            </a:r>
            <a:r>
              <a:rPr lang="en-US" sz="1200" b="0" dirty="0">
                <a:solidFill>
                  <a:srgbClr val="000000"/>
                </a:solidFill>
              </a:rPr>
              <a:t>it increases reliability, reproducibility, integrity and replicability, while it also reduces the burden for participants and improves the integration of data.</a:t>
            </a:r>
          </a:p>
          <a:p>
            <a:pPr marL="228600" indent="-228600">
              <a:buAutoNum type="arabicPeriod"/>
            </a:pPr>
            <a:endParaRPr lang="en-US" sz="1200" b="0" dirty="0">
              <a:solidFill>
                <a:srgbClr val="000000"/>
              </a:solidFill>
            </a:endParaRPr>
          </a:p>
          <a:p>
            <a:pPr marL="228600" indent="-228600">
              <a:buAutoNum type="arabicPeriod"/>
            </a:pPr>
            <a:r>
              <a:rPr lang="en-US" sz="1200" b="1" dirty="0">
                <a:solidFill>
                  <a:srgbClr val="000000"/>
                </a:solidFill>
              </a:rPr>
              <a:t>FAIR is a requirement that enables research:</a:t>
            </a:r>
            <a:r>
              <a:rPr lang="en-US" sz="1200" b="0" dirty="0">
                <a:solidFill>
                  <a:srgbClr val="000000"/>
                </a:solidFill>
              </a:rPr>
              <a:t> FAIR is increasingly demanded by funders, because it lowers the cost of data, meets international standards or increases the visibility of research.</a:t>
            </a:r>
          </a:p>
          <a:p>
            <a:pPr marL="228600" indent="-228600">
              <a:buAutoNum type="arabicPeriod"/>
            </a:pPr>
            <a:endParaRPr lang="en-US" sz="1200" b="0" dirty="0">
              <a:solidFill>
                <a:srgbClr val="000000"/>
              </a:solidFill>
            </a:endParaRPr>
          </a:p>
          <a:p>
            <a:pPr marL="228600" indent="-228600">
              <a:buAutoNum type="arabicPeriod"/>
            </a:pPr>
            <a:r>
              <a:rPr lang="en-US" sz="1200" b="1" dirty="0">
                <a:solidFill>
                  <a:srgbClr val="000000"/>
                </a:solidFill>
              </a:rPr>
              <a:t>FAIR creates new opportunities for research: </a:t>
            </a:r>
            <a:r>
              <a:rPr lang="en-US" sz="1200" b="0" dirty="0">
                <a:solidFill>
                  <a:srgbClr val="000000"/>
                </a:solidFill>
              </a:rPr>
              <a:t>FAIR data enables new partnerships, more teaching materials, new forms of analysis and methodological advancements. </a:t>
            </a:r>
            <a:endParaRPr lang="en-US" sz="1200" b="1" dirty="0">
              <a:solidFill>
                <a:srgbClr val="000000"/>
              </a:solidFill>
            </a:endParaRP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9</a:t>
            </a:fld>
            <a:endParaRPr lang="en-GB"/>
          </a:p>
        </p:txBody>
      </p:sp>
    </p:spTree>
    <p:extLst>
      <p:ext uri="{BB962C8B-B14F-4D97-AF65-F5344CB8AC3E}">
        <p14:creationId xmlns:p14="http://schemas.microsoft.com/office/powerpoint/2010/main" val="159876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400" dirty="0"/>
              <a:t>FAIR breaks down in four terms. Findable, </a:t>
            </a:r>
            <a:r>
              <a:rPr lang="en-US" sz="1400" dirty="0" err="1"/>
              <a:t>Accesible</a:t>
            </a:r>
            <a:r>
              <a:rPr lang="en-US" sz="1400" dirty="0"/>
              <a:t>, Interoperable and Reusable. But what do these terms mean? </a:t>
            </a:r>
          </a:p>
          <a:p>
            <a:endParaRPr lang="en-US" sz="1400" dirty="0"/>
          </a:p>
          <a:p>
            <a:r>
              <a:rPr lang="en-US" sz="1400" dirty="0"/>
              <a:t>1. Findable means that both the </a:t>
            </a:r>
            <a:r>
              <a:rPr lang="en-US" sz="1400" b="1" dirty="0"/>
              <a:t>data and metadata </a:t>
            </a:r>
            <a:r>
              <a:rPr lang="en-US" sz="1400" dirty="0"/>
              <a:t>should be easily findable for both </a:t>
            </a:r>
            <a:r>
              <a:rPr lang="en-US" sz="1400" b="1" dirty="0"/>
              <a:t>humans and computers</a:t>
            </a:r>
            <a:r>
              <a:rPr lang="en-US" sz="1400" dirty="0"/>
              <a:t>.</a:t>
            </a:r>
          </a:p>
          <a:p>
            <a:endParaRPr lang="en-US" sz="1400" dirty="0"/>
          </a:p>
          <a:p>
            <a:r>
              <a:rPr lang="en-US" sz="1400" dirty="0"/>
              <a:t>2. Accessible means that users need to know </a:t>
            </a:r>
            <a:r>
              <a:rPr lang="en-US" sz="1400" b="1" dirty="0"/>
              <a:t>how data can be accessed</a:t>
            </a:r>
            <a:r>
              <a:rPr lang="en-US" sz="1400" dirty="0"/>
              <a:t>.</a:t>
            </a:r>
          </a:p>
          <a:p>
            <a:endParaRPr lang="en-US" sz="1400" dirty="0"/>
          </a:p>
          <a:p>
            <a:r>
              <a:rPr lang="en-US" sz="1400" dirty="0"/>
              <a:t>3. Interoperable means that the data needs to be </a:t>
            </a:r>
            <a:r>
              <a:rPr lang="en-US" sz="1400" b="1" dirty="0"/>
              <a:t>integrated with other data, applications and workflows</a:t>
            </a:r>
            <a:r>
              <a:rPr lang="en-US" sz="1400" dirty="0"/>
              <a:t>.</a:t>
            </a:r>
          </a:p>
          <a:p>
            <a:endParaRPr lang="en-US" sz="1400" dirty="0"/>
          </a:p>
          <a:p>
            <a:r>
              <a:rPr lang="en-US" sz="1400" dirty="0"/>
              <a:t>4. Reusable means that data is well-described, to the point where it can be </a:t>
            </a:r>
            <a:r>
              <a:rPr lang="en-US" sz="1400" b="1" dirty="0"/>
              <a:t>replicated</a:t>
            </a:r>
            <a:r>
              <a:rPr lang="en-US" sz="1400" dirty="0"/>
              <a:t> and/or </a:t>
            </a:r>
            <a:r>
              <a:rPr lang="en-US" sz="1400" b="1" dirty="0"/>
              <a:t>combined</a:t>
            </a:r>
            <a:r>
              <a:rPr lang="en-US" sz="1400" dirty="0"/>
              <a:t> with other data.</a:t>
            </a: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10</a:t>
            </a:fld>
            <a:endParaRPr lang="en-GB"/>
          </a:p>
        </p:txBody>
      </p:sp>
    </p:spTree>
    <p:extLst>
      <p:ext uri="{BB962C8B-B14F-4D97-AF65-F5344CB8AC3E}">
        <p14:creationId xmlns:p14="http://schemas.microsoft.com/office/powerpoint/2010/main" val="1356713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If</a:t>
            </a:r>
            <a:r>
              <a:rPr lang="nl-NL" dirty="0"/>
              <a:t> </a:t>
            </a:r>
            <a:r>
              <a:rPr lang="nl-NL" dirty="0" err="1"/>
              <a:t>you</a:t>
            </a:r>
            <a:r>
              <a:rPr lang="nl-NL" dirty="0"/>
              <a:t> want </a:t>
            </a:r>
            <a:r>
              <a:rPr lang="nl-NL" dirty="0" err="1"/>
              <a:t>to</a:t>
            </a:r>
            <a:r>
              <a:rPr lang="nl-NL" dirty="0"/>
              <a:t> make </a:t>
            </a:r>
            <a:r>
              <a:rPr lang="nl-NL" dirty="0" err="1"/>
              <a:t>it</a:t>
            </a:r>
            <a:r>
              <a:rPr lang="nl-NL" dirty="0"/>
              <a:t> even more hands-on, </a:t>
            </a:r>
            <a:r>
              <a:rPr lang="nl-NL" dirty="0" err="1"/>
              <a:t>there</a:t>
            </a:r>
            <a:r>
              <a:rPr lang="nl-NL" dirty="0"/>
              <a:t> </a:t>
            </a:r>
            <a:r>
              <a:rPr lang="nl-NL" dirty="0" err="1"/>
              <a:t>exist</a:t>
            </a:r>
            <a:r>
              <a:rPr lang="nl-NL" dirty="0"/>
              <a:t> </a:t>
            </a:r>
            <a:r>
              <a:rPr lang="nl-NL" dirty="0" err="1"/>
              <a:t>various</a:t>
            </a:r>
            <a:r>
              <a:rPr lang="nl-NL" dirty="0"/>
              <a:t> tools and checklists </a:t>
            </a:r>
            <a:r>
              <a:rPr lang="nl-NL" dirty="0" err="1"/>
              <a:t>that</a:t>
            </a:r>
            <a:r>
              <a:rPr lang="nl-NL" dirty="0"/>
              <a:t> </a:t>
            </a:r>
            <a:r>
              <a:rPr lang="nl-NL" dirty="0" err="1"/>
              <a:t>tell</a:t>
            </a:r>
            <a:r>
              <a:rPr lang="nl-NL" dirty="0"/>
              <a:t> </a:t>
            </a:r>
            <a:r>
              <a:rPr lang="nl-NL" dirty="0" err="1"/>
              <a:t>you</a:t>
            </a:r>
            <a:r>
              <a:rPr lang="nl-NL" dirty="0"/>
              <a:t> </a:t>
            </a:r>
            <a:r>
              <a:rPr lang="nl-NL" dirty="0" err="1"/>
              <a:t>how</a:t>
            </a:r>
            <a:r>
              <a:rPr lang="nl-NL" dirty="0"/>
              <a:t> FAIR </a:t>
            </a:r>
            <a:r>
              <a:rPr lang="nl-NL" dirty="0" err="1"/>
              <a:t>your</a:t>
            </a:r>
            <a:r>
              <a:rPr lang="nl-NL" dirty="0"/>
              <a:t> data is. </a:t>
            </a:r>
            <a:r>
              <a:rPr lang="nl-NL" dirty="0" err="1"/>
              <a:t>They</a:t>
            </a:r>
            <a:r>
              <a:rPr lang="nl-NL" dirty="0"/>
              <a:t> break </a:t>
            </a:r>
            <a:r>
              <a:rPr lang="nl-NL" dirty="0" err="1"/>
              <a:t>the</a:t>
            </a:r>
            <a:r>
              <a:rPr lang="nl-NL" dirty="0"/>
              <a:t> </a:t>
            </a:r>
            <a:r>
              <a:rPr lang="nl-NL" dirty="0" err="1"/>
              <a:t>four</a:t>
            </a:r>
            <a:r>
              <a:rPr lang="nl-NL" dirty="0"/>
              <a:t> </a:t>
            </a:r>
            <a:r>
              <a:rPr lang="nl-NL" dirty="0" err="1"/>
              <a:t>key</a:t>
            </a:r>
            <a:r>
              <a:rPr lang="nl-NL" dirty="0"/>
              <a:t> </a:t>
            </a:r>
            <a:r>
              <a:rPr lang="nl-NL" dirty="0" err="1"/>
              <a:t>terms</a:t>
            </a:r>
            <a:r>
              <a:rPr lang="nl-NL" dirty="0"/>
              <a:t> down </a:t>
            </a:r>
            <a:r>
              <a:rPr lang="nl-NL" dirty="0" err="1"/>
              <a:t>into</a:t>
            </a:r>
            <a:r>
              <a:rPr lang="nl-NL" dirty="0"/>
              <a:t> </a:t>
            </a:r>
            <a:r>
              <a:rPr lang="nl-NL" dirty="0" err="1"/>
              <a:t>very</a:t>
            </a:r>
            <a:r>
              <a:rPr lang="nl-NL" dirty="0"/>
              <a:t> explicit and practical checks </a:t>
            </a:r>
            <a:r>
              <a:rPr lang="nl-NL" dirty="0" err="1"/>
              <a:t>that</a:t>
            </a:r>
            <a:r>
              <a:rPr lang="nl-NL" dirty="0"/>
              <a:t> </a:t>
            </a:r>
            <a:r>
              <a:rPr lang="nl-NL" dirty="0" err="1"/>
              <a:t>you</a:t>
            </a:r>
            <a:r>
              <a:rPr lang="nl-NL" dirty="0"/>
              <a:t> </a:t>
            </a:r>
            <a:r>
              <a:rPr lang="nl-NL" dirty="0" err="1"/>
              <a:t>can</a:t>
            </a:r>
            <a:r>
              <a:rPr lang="nl-NL" dirty="0"/>
              <a:t> do </a:t>
            </a:r>
            <a:r>
              <a:rPr lang="nl-NL" dirty="0" err="1"/>
              <a:t>to</a:t>
            </a:r>
            <a:r>
              <a:rPr lang="nl-NL" dirty="0"/>
              <a:t> </a:t>
            </a:r>
            <a:r>
              <a:rPr lang="nl-NL" dirty="0" err="1"/>
              <a:t>see</a:t>
            </a:r>
            <a:r>
              <a:rPr lang="nl-NL" dirty="0"/>
              <a:t> </a:t>
            </a:r>
            <a:r>
              <a:rPr lang="nl-NL" dirty="0" err="1"/>
              <a:t>if</a:t>
            </a:r>
            <a:r>
              <a:rPr lang="nl-NL" dirty="0"/>
              <a:t> </a:t>
            </a:r>
            <a:r>
              <a:rPr lang="nl-NL" dirty="0" err="1"/>
              <a:t>you</a:t>
            </a:r>
            <a:r>
              <a:rPr lang="nl-NL" dirty="0"/>
              <a:t> meet </a:t>
            </a:r>
            <a:r>
              <a:rPr lang="nl-NL" dirty="0" err="1"/>
              <a:t>the</a:t>
            </a:r>
            <a:r>
              <a:rPr lang="nl-NL" dirty="0"/>
              <a:t> </a:t>
            </a:r>
            <a:r>
              <a:rPr lang="nl-NL" dirty="0" err="1"/>
              <a:t>standards</a:t>
            </a:r>
            <a:r>
              <a:rPr lang="nl-NL" dirty="0"/>
              <a:t> of FAIR. </a:t>
            </a: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11</a:t>
            </a:fld>
            <a:endParaRPr lang="en-GB"/>
          </a:p>
        </p:txBody>
      </p:sp>
    </p:spTree>
    <p:extLst>
      <p:ext uri="{BB962C8B-B14F-4D97-AF65-F5344CB8AC3E}">
        <p14:creationId xmlns:p14="http://schemas.microsoft.com/office/powerpoint/2010/main" val="1167458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415B0-2BFE-6D9A-D5E8-E1409307746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90ABA90-59E8-F0D7-EA80-57CE5352E17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C3AACDD-9E95-F343-857A-1E2989F4F018}"/>
              </a:ext>
            </a:extLst>
          </p:cNvPr>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sz="1400">
                <a:effectLst/>
                <a:latin typeface="Calibri" panose="020F0502020204030204" pitchFamily="34" charset="0"/>
              </a:rPr>
              <a:t>Data-related aspects need to be taken into account from the earliest project stage and fully incorporated in project plans, funding requests and reporting. Taking the research workflow as a sequence of stages, </a:t>
            </a:r>
            <a:r>
              <a:rPr lang="en-US" sz="1400" err="1">
                <a:effectLst/>
                <a:latin typeface="Calibri" panose="020F0502020204030204" pitchFamily="34" charset="0"/>
              </a:rPr>
              <a:t>FAIRness</a:t>
            </a:r>
            <a:r>
              <a:rPr lang="en-US" sz="1400">
                <a:effectLst/>
                <a:latin typeface="Calibri" panose="020F0502020204030204" pitchFamily="34" charset="0"/>
              </a:rPr>
              <a:t> needs to be considered throughout the research process in the form of a set of questions relating to data, which should be a basis to define the data management plan: </a:t>
            </a:r>
          </a:p>
          <a:p>
            <a:endParaRPr lang="nl-NL"/>
          </a:p>
        </p:txBody>
      </p:sp>
      <p:sp>
        <p:nvSpPr>
          <p:cNvPr id="4" name="Tijdelijke aanduiding voor dianummer 3">
            <a:extLst>
              <a:ext uri="{FF2B5EF4-FFF2-40B4-BE49-F238E27FC236}">
                <a16:creationId xmlns:a16="http://schemas.microsoft.com/office/drawing/2014/main" id="{3F5310E0-D8C5-36AB-B830-5E0C4F8D9D03}"/>
              </a:ext>
            </a:extLst>
          </p:cNvPr>
          <p:cNvSpPr>
            <a:spLocks noGrp="1"/>
          </p:cNvSpPr>
          <p:nvPr>
            <p:ph type="sldNum" sz="quarter" idx="5"/>
          </p:nvPr>
        </p:nvSpPr>
        <p:spPr/>
        <p:txBody>
          <a:bodyPr/>
          <a:lstStyle/>
          <a:p>
            <a:fld id="{697381A9-0C9E-4D3A-A28B-AC4E168A57BC}" type="slidenum">
              <a:rPr lang="en-GB" smtClean="0"/>
              <a:pPr/>
              <a:t>12</a:t>
            </a:fld>
            <a:endParaRPr lang="en-GB"/>
          </a:p>
        </p:txBody>
      </p:sp>
    </p:spTree>
    <p:extLst>
      <p:ext uri="{BB962C8B-B14F-4D97-AF65-F5344CB8AC3E}">
        <p14:creationId xmlns:p14="http://schemas.microsoft.com/office/powerpoint/2010/main" val="3074455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This slide gives participating researchers the opportunity to share their own insights on what qualitative data is.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13</a:t>
            </a:fld>
            <a:endParaRPr lang="en-GB"/>
          </a:p>
        </p:txBody>
      </p:sp>
    </p:spTree>
    <p:extLst>
      <p:ext uri="{BB962C8B-B14F-4D97-AF65-F5344CB8AC3E}">
        <p14:creationId xmlns:p14="http://schemas.microsoft.com/office/powerpoint/2010/main" val="3020297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Qualitative data is distinctive in its form, content and perspective on the world.</a:t>
            </a:r>
          </a:p>
          <a:p>
            <a:endParaRPr lang="en-US" dirty="0"/>
          </a:p>
          <a:p>
            <a:pPr marL="342900" indent="-342900">
              <a:buAutoNum type="arabicPeriod"/>
            </a:pPr>
            <a:r>
              <a:rPr lang="en-US" dirty="0"/>
              <a:t>The </a:t>
            </a:r>
            <a:r>
              <a:rPr lang="en-US" b="1" dirty="0"/>
              <a:t>form</a:t>
            </a:r>
            <a:r>
              <a:rPr lang="en-US" dirty="0"/>
              <a:t> is unstructured, non-numerical, linguistic, textual or visual; often derived from observations, interviews, documents or artifacts. </a:t>
            </a:r>
          </a:p>
          <a:p>
            <a:pPr marL="342900" indent="-342900">
              <a:buAutoNum type="arabicPeriod"/>
            </a:pPr>
            <a:r>
              <a:rPr lang="en-US" dirty="0"/>
              <a:t>The </a:t>
            </a:r>
            <a:r>
              <a:rPr lang="en-US" b="1" dirty="0"/>
              <a:t>content</a:t>
            </a:r>
            <a:r>
              <a:rPr lang="en-US" dirty="0"/>
              <a:t> describes nuances about human experiences, </a:t>
            </a:r>
            <a:r>
              <a:rPr lang="en-US" dirty="0" err="1"/>
              <a:t>behaviours</a:t>
            </a:r>
            <a:r>
              <a:rPr lang="en-US" dirty="0"/>
              <a:t> and perceptions in exploratory fashion. </a:t>
            </a:r>
          </a:p>
          <a:p>
            <a:pPr marL="342900" indent="-342900">
              <a:buAutoNum type="arabicPeriod"/>
            </a:pPr>
            <a:r>
              <a:rPr lang="en-US" dirty="0"/>
              <a:t>The </a:t>
            </a:r>
            <a:r>
              <a:rPr lang="en-US" b="1" dirty="0"/>
              <a:t>perspective</a:t>
            </a:r>
            <a:r>
              <a:rPr lang="en-US" dirty="0"/>
              <a:t> seeks to interpret human phenomena within a subjectively created participant-researcher experience. </a:t>
            </a: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14</a:t>
            </a:fld>
            <a:endParaRPr lang="en-GB"/>
          </a:p>
        </p:txBody>
      </p:sp>
    </p:spTree>
    <p:extLst>
      <p:ext uri="{BB962C8B-B14F-4D97-AF65-F5344CB8AC3E}">
        <p14:creationId xmlns:p14="http://schemas.microsoft.com/office/powerpoint/2010/main" val="4060294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What is the benefit of making specifically qualitative research FAIR? There are many reasons, but they can be grouped under three themes:</a:t>
            </a:r>
          </a:p>
          <a:p>
            <a:endParaRPr lang="en-US" dirty="0"/>
          </a:p>
          <a:p>
            <a:pPr marL="342900" indent="-342900">
              <a:buFont typeface="+mj-lt"/>
              <a:buAutoNum type="arabicPeriod"/>
            </a:pPr>
            <a:r>
              <a:rPr lang="en-US" b="1" dirty="0" err="1"/>
              <a:t>Maximising</a:t>
            </a:r>
            <a:r>
              <a:rPr lang="en-US" b="1" dirty="0"/>
              <a:t> value: </a:t>
            </a:r>
            <a:r>
              <a:rPr lang="en-US" b="0" dirty="0"/>
              <a:t>qualitative data is costly to collect and not commonly available for re-use, training or re-interpretations. FAIR practices would make more qualitative data available. </a:t>
            </a:r>
          </a:p>
          <a:p>
            <a:pPr marL="342900" indent="-342900">
              <a:buFont typeface="+mj-lt"/>
              <a:buAutoNum type="arabicPeriod"/>
            </a:pPr>
            <a:r>
              <a:rPr lang="en-US" b="1" dirty="0"/>
              <a:t>New opportunities: </a:t>
            </a:r>
            <a:r>
              <a:rPr lang="en-US" b="0" dirty="0"/>
              <a:t>qualitative data is often underappreciated, as it relies on small samples, cannot be compared easily and is not accessible to other disciplines. FAIR practices could break down these limitations. </a:t>
            </a:r>
          </a:p>
          <a:p>
            <a:pPr marL="342900" indent="-342900">
              <a:buFont typeface="+mj-lt"/>
              <a:buAutoNum type="arabicPeriod"/>
            </a:pPr>
            <a:r>
              <a:rPr lang="en-US" b="1" dirty="0"/>
              <a:t>Better research: </a:t>
            </a:r>
            <a:r>
              <a:rPr lang="en-US" b="0" dirty="0"/>
              <a:t>qualitative data can be demanding for participants and challenges ideas about integrity and public trust. FAIR practices can improve these fundamental academic values. </a:t>
            </a:r>
            <a:endParaRPr lang="en-US" b="1"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15</a:t>
            </a:fld>
            <a:endParaRPr lang="en-GB"/>
          </a:p>
        </p:txBody>
      </p:sp>
    </p:spTree>
    <p:extLst>
      <p:ext uri="{BB962C8B-B14F-4D97-AF65-F5344CB8AC3E}">
        <p14:creationId xmlns:p14="http://schemas.microsoft.com/office/powerpoint/2010/main" val="3258591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This is not to say that there are no challenges that must be overcome on the road towards more FAIR qualitative data. </a:t>
            </a:r>
          </a:p>
          <a:p>
            <a:endParaRPr lang="en-US" dirty="0"/>
          </a:p>
          <a:p>
            <a:pPr marL="342900" indent="-342900">
              <a:buAutoNum type="arabicPeriod"/>
            </a:pPr>
            <a:r>
              <a:rPr lang="nl-NL" b="1" dirty="0" err="1"/>
              <a:t>Methodological</a:t>
            </a:r>
            <a:r>
              <a:rPr lang="nl-NL" b="1" dirty="0"/>
              <a:t> </a:t>
            </a:r>
            <a:r>
              <a:rPr lang="nl-NL" b="1" dirty="0" err="1"/>
              <a:t>challenges</a:t>
            </a:r>
            <a:r>
              <a:rPr lang="nl-NL" b="1" dirty="0"/>
              <a:t>: </a:t>
            </a:r>
            <a:r>
              <a:rPr lang="nl-NL" dirty="0" err="1"/>
              <a:t>the</a:t>
            </a:r>
            <a:r>
              <a:rPr lang="nl-NL" dirty="0"/>
              <a:t> </a:t>
            </a:r>
            <a:r>
              <a:rPr lang="nl-NL" dirty="0" err="1"/>
              <a:t>unique</a:t>
            </a:r>
            <a:r>
              <a:rPr lang="nl-NL" dirty="0"/>
              <a:t> context in </a:t>
            </a:r>
            <a:r>
              <a:rPr lang="nl-NL" dirty="0" err="1"/>
              <a:t>which</a:t>
            </a:r>
            <a:r>
              <a:rPr lang="nl-NL" dirty="0"/>
              <a:t> </a:t>
            </a:r>
            <a:r>
              <a:rPr lang="nl-NL" dirty="0" err="1"/>
              <a:t>qualitative</a:t>
            </a:r>
            <a:r>
              <a:rPr lang="nl-NL" dirty="0"/>
              <a:t> data is </a:t>
            </a:r>
            <a:r>
              <a:rPr lang="nl-NL" dirty="0" err="1"/>
              <a:t>collected</a:t>
            </a:r>
            <a:r>
              <a:rPr lang="nl-NL" dirty="0"/>
              <a:t> </a:t>
            </a:r>
            <a:r>
              <a:rPr lang="nl-NL" dirty="0" err="1"/>
              <a:t>makes</a:t>
            </a:r>
            <a:r>
              <a:rPr lang="nl-NL" dirty="0"/>
              <a:t> </a:t>
            </a:r>
            <a:r>
              <a:rPr lang="nl-NL" dirty="0" err="1"/>
              <a:t>it</a:t>
            </a:r>
            <a:r>
              <a:rPr lang="nl-NL" dirty="0"/>
              <a:t> </a:t>
            </a:r>
            <a:r>
              <a:rPr lang="nl-NL" dirty="0" err="1"/>
              <a:t>difficult</a:t>
            </a:r>
            <a:r>
              <a:rPr lang="nl-NL" dirty="0"/>
              <a:t> </a:t>
            </a:r>
            <a:r>
              <a:rPr lang="nl-NL" dirty="0" err="1"/>
              <a:t>to</a:t>
            </a:r>
            <a:r>
              <a:rPr lang="nl-NL" dirty="0"/>
              <a:t> </a:t>
            </a:r>
            <a:r>
              <a:rPr lang="nl-NL" dirty="0" err="1"/>
              <a:t>convey</a:t>
            </a:r>
            <a:r>
              <a:rPr lang="nl-NL" dirty="0"/>
              <a:t> </a:t>
            </a:r>
            <a:r>
              <a:rPr lang="nl-NL" dirty="0" err="1"/>
              <a:t>the</a:t>
            </a:r>
            <a:r>
              <a:rPr lang="nl-NL" dirty="0"/>
              <a:t> </a:t>
            </a:r>
            <a:r>
              <a:rPr lang="nl-NL" dirty="0" err="1"/>
              <a:t>positionality</a:t>
            </a:r>
            <a:r>
              <a:rPr lang="nl-NL" dirty="0"/>
              <a:t> of </a:t>
            </a:r>
            <a:r>
              <a:rPr lang="nl-NL" dirty="0" err="1"/>
              <a:t>the</a:t>
            </a:r>
            <a:r>
              <a:rPr lang="nl-NL" dirty="0"/>
              <a:t> </a:t>
            </a:r>
            <a:r>
              <a:rPr lang="nl-NL" dirty="0" err="1"/>
              <a:t>primary</a:t>
            </a:r>
            <a:r>
              <a:rPr lang="nl-NL" dirty="0"/>
              <a:t> researcher, </a:t>
            </a:r>
            <a:r>
              <a:rPr lang="nl-NL" dirty="0" err="1"/>
              <a:t>the</a:t>
            </a:r>
            <a:r>
              <a:rPr lang="nl-NL" dirty="0"/>
              <a:t> context of het field and </a:t>
            </a:r>
            <a:r>
              <a:rPr lang="nl-NL" dirty="0" err="1"/>
              <a:t>the</a:t>
            </a:r>
            <a:r>
              <a:rPr lang="nl-NL" dirty="0"/>
              <a:t> </a:t>
            </a:r>
            <a:r>
              <a:rPr lang="nl-NL" dirty="0" err="1"/>
              <a:t>normal</a:t>
            </a:r>
            <a:r>
              <a:rPr lang="nl-NL" dirty="0"/>
              <a:t> </a:t>
            </a:r>
            <a:r>
              <a:rPr lang="nl-NL" dirty="0" err="1"/>
              <a:t>reflexive</a:t>
            </a:r>
            <a:r>
              <a:rPr lang="nl-NL" dirty="0"/>
              <a:t> </a:t>
            </a:r>
            <a:r>
              <a:rPr lang="nl-NL" dirty="0" err="1"/>
              <a:t>practices</a:t>
            </a:r>
            <a:r>
              <a:rPr lang="nl-NL" dirty="0"/>
              <a:t> of </a:t>
            </a:r>
            <a:r>
              <a:rPr lang="nl-NL" dirty="0" err="1"/>
              <a:t>this</a:t>
            </a:r>
            <a:r>
              <a:rPr lang="nl-NL" dirty="0"/>
              <a:t> type of research. </a:t>
            </a:r>
          </a:p>
          <a:p>
            <a:pPr marL="342900" indent="-342900">
              <a:buAutoNum type="arabicPeriod"/>
            </a:pPr>
            <a:r>
              <a:rPr lang="nl-NL" b="1" dirty="0" err="1"/>
              <a:t>Ethical</a:t>
            </a:r>
            <a:r>
              <a:rPr lang="nl-NL" b="1" dirty="0"/>
              <a:t> concerns: </a:t>
            </a:r>
            <a:r>
              <a:rPr lang="nl-NL" b="0" dirty="0" err="1"/>
              <a:t>the</a:t>
            </a:r>
            <a:r>
              <a:rPr lang="nl-NL" b="0" dirty="0"/>
              <a:t> traditional focus on </a:t>
            </a:r>
            <a:r>
              <a:rPr lang="nl-NL" b="0" dirty="0" err="1"/>
              <a:t>the</a:t>
            </a:r>
            <a:r>
              <a:rPr lang="nl-NL" b="0" dirty="0"/>
              <a:t> participant, in </a:t>
            </a:r>
            <a:r>
              <a:rPr lang="nl-NL" b="0" dirty="0" err="1"/>
              <a:t>particular</a:t>
            </a:r>
            <a:r>
              <a:rPr lang="nl-NL" b="0" dirty="0"/>
              <a:t> </a:t>
            </a:r>
            <a:r>
              <a:rPr lang="nl-NL" b="0" dirty="0" err="1"/>
              <a:t>with</a:t>
            </a:r>
            <a:r>
              <a:rPr lang="nl-NL" b="0" dirty="0"/>
              <a:t> </a:t>
            </a:r>
            <a:r>
              <a:rPr lang="nl-NL" b="0" dirty="0" err="1"/>
              <a:t>sensitive</a:t>
            </a:r>
            <a:r>
              <a:rPr lang="nl-NL" b="0" dirty="0"/>
              <a:t> topics, </a:t>
            </a:r>
            <a:r>
              <a:rPr lang="nl-NL" b="0" dirty="0" err="1"/>
              <a:t>challenges</a:t>
            </a:r>
            <a:r>
              <a:rPr lang="nl-NL" b="0" dirty="0"/>
              <a:t> </a:t>
            </a:r>
            <a:r>
              <a:rPr lang="nl-NL" b="0" dirty="0" err="1"/>
              <a:t>the</a:t>
            </a:r>
            <a:r>
              <a:rPr lang="nl-NL" b="0" dirty="0"/>
              <a:t> </a:t>
            </a:r>
            <a:r>
              <a:rPr lang="nl-NL" b="0" dirty="0" err="1"/>
              <a:t>possibilities</a:t>
            </a:r>
            <a:r>
              <a:rPr lang="nl-NL" b="0" dirty="0"/>
              <a:t> of re-</a:t>
            </a:r>
            <a:r>
              <a:rPr lang="nl-NL" b="0" dirty="0" err="1"/>
              <a:t>use</a:t>
            </a:r>
            <a:r>
              <a:rPr lang="nl-NL" b="0" dirty="0"/>
              <a:t> in </a:t>
            </a:r>
            <a:r>
              <a:rPr lang="nl-NL" b="0" dirty="0" err="1"/>
              <a:t>terms</a:t>
            </a:r>
            <a:r>
              <a:rPr lang="nl-NL" b="0" dirty="0"/>
              <a:t> of </a:t>
            </a:r>
            <a:r>
              <a:rPr lang="nl-NL" b="0" dirty="0" err="1"/>
              <a:t>informed</a:t>
            </a:r>
            <a:r>
              <a:rPr lang="nl-NL" b="0" dirty="0"/>
              <a:t> consent, </a:t>
            </a:r>
            <a:r>
              <a:rPr lang="nl-NL" b="0" dirty="0" err="1"/>
              <a:t>misuse</a:t>
            </a:r>
            <a:r>
              <a:rPr lang="nl-NL" b="0" dirty="0"/>
              <a:t> of data and </a:t>
            </a:r>
            <a:r>
              <a:rPr lang="nl-NL" b="0" dirty="0" err="1"/>
              <a:t>confidentiality</a:t>
            </a:r>
            <a:r>
              <a:rPr lang="nl-NL" b="0" dirty="0"/>
              <a:t>. </a:t>
            </a:r>
          </a:p>
          <a:p>
            <a:pPr marL="342900" indent="-342900">
              <a:buAutoNum type="arabicPeriod"/>
            </a:pPr>
            <a:r>
              <a:rPr lang="nl-NL" b="1" dirty="0"/>
              <a:t>Practical </a:t>
            </a:r>
            <a:r>
              <a:rPr lang="nl-NL" b="1" dirty="0" err="1"/>
              <a:t>limitations</a:t>
            </a:r>
            <a:r>
              <a:rPr lang="nl-NL" b="1" dirty="0"/>
              <a:t>: </a:t>
            </a:r>
            <a:r>
              <a:rPr lang="nl-NL" b="0" dirty="0" err="1"/>
              <a:t>qualitative</a:t>
            </a:r>
            <a:r>
              <a:rPr lang="nl-NL" b="0" dirty="0"/>
              <a:t> data runs </a:t>
            </a:r>
            <a:r>
              <a:rPr lang="nl-NL" b="0" dirty="0" err="1"/>
              <a:t>into</a:t>
            </a:r>
            <a:r>
              <a:rPr lang="nl-NL" b="0" dirty="0"/>
              <a:t> practical </a:t>
            </a:r>
            <a:r>
              <a:rPr lang="nl-NL" b="0" dirty="0" err="1"/>
              <a:t>limitations</a:t>
            </a:r>
            <a:r>
              <a:rPr lang="nl-NL" b="0" dirty="0"/>
              <a:t>, </a:t>
            </a:r>
            <a:r>
              <a:rPr lang="nl-NL" b="0" dirty="0" err="1"/>
              <a:t>requiring</a:t>
            </a:r>
            <a:r>
              <a:rPr lang="nl-NL" b="0" dirty="0"/>
              <a:t> time, training and support </a:t>
            </a:r>
            <a:r>
              <a:rPr lang="nl-NL" b="0" dirty="0" err="1"/>
              <a:t>that</a:t>
            </a:r>
            <a:r>
              <a:rPr lang="nl-NL" b="0" dirty="0"/>
              <a:t> </a:t>
            </a:r>
            <a:r>
              <a:rPr lang="nl-NL" b="0" dirty="0" err="1"/>
              <a:t>might</a:t>
            </a:r>
            <a:r>
              <a:rPr lang="nl-NL" b="0" dirty="0"/>
              <a:t> </a:t>
            </a:r>
            <a:r>
              <a:rPr lang="nl-NL" b="0" dirty="0" err="1"/>
              <a:t>not</a:t>
            </a:r>
            <a:r>
              <a:rPr lang="nl-NL" b="0" dirty="0"/>
              <a:t> </a:t>
            </a:r>
            <a:r>
              <a:rPr lang="nl-NL" b="0" dirty="0" err="1"/>
              <a:t>be</a:t>
            </a:r>
            <a:r>
              <a:rPr lang="nl-NL" b="0" dirty="0"/>
              <a:t> </a:t>
            </a:r>
            <a:r>
              <a:rPr lang="nl-NL" b="0" dirty="0" err="1"/>
              <a:t>readily</a:t>
            </a:r>
            <a:r>
              <a:rPr lang="nl-NL" b="0" dirty="0"/>
              <a:t> </a:t>
            </a:r>
            <a:r>
              <a:rPr lang="nl-NL" b="0" dirty="0" err="1"/>
              <a:t>available</a:t>
            </a:r>
            <a:r>
              <a:rPr lang="nl-NL" b="0" dirty="0"/>
              <a:t>. </a:t>
            </a: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16</a:t>
            </a:fld>
            <a:endParaRPr lang="en-GB"/>
          </a:p>
        </p:txBody>
      </p:sp>
    </p:spTree>
    <p:extLst>
      <p:ext uri="{BB962C8B-B14F-4D97-AF65-F5344CB8AC3E}">
        <p14:creationId xmlns:p14="http://schemas.microsoft.com/office/powerpoint/2010/main" val="1777942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While only tentatively related, it is also good to keep the CARE principles in mind. These seek to balance the FAIR principles with a more participant-focused perspective. </a:t>
            </a:r>
          </a:p>
          <a:p>
            <a:endParaRPr lang="en-US" dirty="0"/>
          </a:p>
          <a:p>
            <a:r>
              <a:rPr lang="en-US" dirty="0"/>
              <a:t>The CARE principles </a:t>
            </a:r>
            <a:r>
              <a:rPr lang="en-US" dirty="0" err="1"/>
              <a:t>emphasise</a:t>
            </a:r>
            <a:r>
              <a:rPr lang="en-US" dirty="0"/>
              <a:t>:</a:t>
            </a:r>
          </a:p>
          <a:p>
            <a:endParaRPr lang="en-US" dirty="0"/>
          </a:p>
          <a:p>
            <a:pPr marL="342900" indent="-342900">
              <a:buFont typeface="+mj-lt"/>
              <a:buAutoNum type="arabicPeriod"/>
            </a:pPr>
            <a:r>
              <a:rPr lang="en-US" b="1" dirty="0"/>
              <a:t>Collective benefit</a:t>
            </a:r>
            <a:r>
              <a:rPr lang="en-US" dirty="0"/>
              <a:t>: meaning that the participant community should benefit from the research.</a:t>
            </a:r>
          </a:p>
          <a:p>
            <a:pPr marL="342900" indent="-342900">
              <a:buFont typeface="+mj-lt"/>
              <a:buAutoNum type="arabicPeriod"/>
            </a:pPr>
            <a:r>
              <a:rPr lang="en-US" b="1" dirty="0"/>
              <a:t>Authority to control</a:t>
            </a:r>
            <a:r>
              <a:rPr lang="en-US" dirty="0"/>
              <a:t>: meaning that participants should have consent, access and governance over their data to some extent.</a:t>
            </a:r>
          </a:p>
          <a:p>
            <a:pPr marL="342900" indent="-342900">
              <a:buFont typeface="+mj-lt"/>
              <a:buAutoNum type="arabicPeriod"/>
            </a:pPr>
            <a:r>
              <a:rPr lang="en-US" b="1" dirty="0"/>
              <a:t>Responsibility</a:t>
            </a:r>
            <a:r>
              <a:rPr lang="en-US" dirty="0"/>
              <a:t>: meaning that the data practices should support participant communities.</a:t>
            </a:r>
          </a:p>
          <a:p>
            <a:pPr marL="342900" indent="-342900">
              <a:buFont typeface="+mj-lt"/>
              <a:buAutoNum type="arabicPeriod"/>
            </a:pPr>
            <a:r>
              <a:rPr lang="en-US" b="1" dirty="0"/>
              <a:t>Ethics</a:t>
            </a:r>
            <a:r>
              <a:rPr lang="en-US" dirty="0"/>
              <a:t>: meaning that data practices should minimize harm and </a:t>
            </a:r>
            <a:r>
              <a:rPr lang="en-US" dirty="0" err="1"/>
              <a:t>maximise</a:t>
            </a:r>
            <a:r>
              <a:rPr lang="en-US" dirty="0"/>
              <a:t> benefit.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17</a:t>
            </a:fld>
            <a:endParaRPr lang="en-GB"/>
          </a:p>
        </p:txBody>
      </p:sp>
    </p:spTree>
    <p:extLst>
      <p:ext uri="{BB962C8B-B14F-4D97-AF65-F5344CB8AC3E}">
        <p14:creationId xmlns:p14="http://schemas.microsoft.com/office/powerpoint/2010/main" val="34768911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18</a:t>
            </a:fld>
            <a:endParaRPr lang="en-GB"/>
          </a:p>
        </p:txBody>
      </p:sp>
    </p:spTree>
    <p:extLst>
      <p:ext uri="{BB962C8B-B14F-4D97-AF65-F5344CB8AC3E}">
        <p14:creationId xmlns:p14="http://schemas.microsoft.com/office/powerpoint/2010/main" val="3919153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sz="1400">
                <a:effectLst/>
                <a:latin typeface="Calibri" panose="020F0502020204030204" pitchFamily="34" charset="0"/>
              </a:rPr>
              <a:t>Data-related aspects need to be taken into account from the earliest project stage and fully incorporated in project plans, funding requests and reporting. Taking the research workflow as a sequence of stages, </a:t>
            </a:r>
            <a:r>
              <a:rPr lang="en-US" sz="1400" err="1">
                <a:effectLst/>
                <a:latin typeface="Calibri" panose="020F0502020204030204" pitchFamily="34" charset="0"/>
              </a:rPr>
              <a:t>FAIRness</a:t>
            </a:r>
            <a:r>
              <a:rPr lang="en-US" sz="1400">
                <a:effectLst/>
                <a:latin typeface="Calibri" panose="020F0502020204030204" pitchFamily="34" charset="0"/>
              </a:rPr>
              <a:t> needs to be considered throughout the research process in the form of a set of questions relating to data, which should be a basis to define the data management plan: </a:t>
            </a:r>
          </a:p>
          <a:p>
            <a:endParaRPr lang="nl-NL"/>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19</a:t>
            </a:fld>
            <a:endParaRPr lang="en-GB"/>
          </a:p>
        </p:txBody>
      </p:sp>
    </p:spTree>
    <p:extLst>
      <p:ext uri="{BB962C8B-B14F-4D97-AF65-F5344CB8AC3E}">
        <p14:creationId xmlns:p14="http://schemas.microsoft.com/office/powerpoint/2010/main" val="3889986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pPr marL="0" marR="0">
              <a:spcBef>
                <a:spcPts val="0"/>
              </a:spcBef>
              <a:spcAft>
                <a:spcPts val="0"/>
              </a:spcAft>
            </a:pPr>
            <a:r>
              <a:rPr lang="nl-NL" sz="1800" dirty="0">
                <a:effectLst/>
                <a:latin typeface="Calibri" panose="020F0502020204030204" pitchFamily="34" charset="0"/>
              </a:rPr>
              <a:t>In </a:t>
            </a:r>
            <a:r>
              <a:rPr lang="nl-NL" sz="1800" dirty="0" err="1">
                <a:effectLst/>
                <a:latin typeface="Calibri" panose="020F0502020204030204" pitchFamily="34" charset="0"/>
              </a:rPr>
              <a:t>the</a:t>
            </a:r>
            <a:r>
              <a:rPr lang="nl-NL" sz="1800" dirty="0">
                <a:effectLst/>
                <a:latin typeface="Calibri" panose="020F0502020204030204" pitchFamily="34" charset="0"/>
              </a:rPr>
              <a:t> planning </a:t>
            </a:r>
            <a:r>
              <a:rPr lang="nl-NL" sz="1800" dirty="0" err="1">
                <a:effectLst/>
                <a:latin typeface="Calibri" panose="020F0502020204030204" pitchFamily="34" charset="0"/>
              </a:rPr>
              <a:t>phase</a:t>
            </a:r>
            <a:r>
              <a:rPr lang="nl-NL" sz="1800" dirty="0">
                <a:effectLst/>
                <a:latin typeface="Calibri" panose="020F0502020204030204" pitchFamily="34" charset="0"/>
              </a:rPr>
              <a:t> research </a:t>
            </a:r>
            <a:r>
              <a:rPr lang="nl-NL" sz="1800" dirty="0" err="1">
                <a:effectLst/>
                <a:latin typeface="Calibri" panose="020F0502020204030204" pitchFamily="34" charset="0"/>
              </a:rPr>
              <a:t>involving</a:t>
            </a:r>
            <a:r>
              <a:rPr lang="nl-NL" sz="1800" dirty="0">
                <a:effectLst/>
                <a:latin typeface="Calibri" panose="020F0502020204030204" pitchFamily="34" charset="0"/>
              </a:rPr>
              <a:t> </a:t>
            </a:r>
            <a:r>
              <a:rPr lang="nl-NL" sz="1800" dirty="0" err="1">
                <a:effectLst/>
                <a:latin typeface="Calibri" panose="020F0502020204030204" pitchFamily="34" charset="0"/>
              </a:rPr>
              <a:t>qualitative</a:t>
            </a:r>
            <a:r>
              <a:rPr lang="nl-NL" sz="1800" dirty="0">
                <a:effectLst/>
                <a:latin typeface="Calibri" panose="020F0502020204030204" pitchFamily="34" charset="0"/>
              </a:rPr>
              <a:t> data does </a:t>
            </a:r>
            <a:r>
              <a:rPr lang="nl-NL" sz="1800" dirty="0" err="1">
                <a:effectLst/>
                <a:latin typeface="Calibri" panose="020F0502020204030204" pitchFamily="34" charset="0"/>
              </a:rPr>
              <a:t>not</a:t>
            </a:r>
            <a:r>
              <a:rPr lang="nl-NL" sz="1800" dirty="0">
                <a:effectLst/>
                <a:latin typeface="Calibri" panose="020F0502020204030204" pitchFamily="34" charset="0"/>
              </a:rPr>
              <a:t> </a:t>
            </a:r>
            <a:r>
              <a:rPr lang="nl-NL" sz="1800" dirty="0" err="1">
                <a:effectLst/>
                <a:latin typeface="Calibri" panose="020F0502020204030204" pitchFamily="34" charset="0"/>
              </a:rPr>
              <a:t>deviate</a:t>
            </a:r>
            <a:r>
              <a:rPr lang="nl-NL" sz="1800" dirty="0">
                <a:effectLst/>
                <a:latin typeface="Calibri" panose="020F0502020204030204" pitchFamily="34" charset="0"/>
              </a:rPr>
              <a:t> </a:t>
            </a:r>
            <a:r>
              <a:rPr lang="nl-NL" sz="1800" dirty="0" err="1">
                <a:effectLst/>
                <a:latin typeface="Calibri" panose="020F0502020204030204" pitchFamily="34" charset="0"/>
              </a:rPr>
              <a:t>much</a:t>
            </a:r>
            <a:r>
              <a:rPr lang="nl-NL" sz="1800" dirty="0">
                <a:effectLst/>
                <a:latin typeface="Calibri" panose="020F0502020204030204" pitchFamily="34" charset="0"/>
              </a:rPr>
              <a:t> </a:t>
            </a:r>
            <a:r>
              <a:rPr lang="nl-NL" sz="1800" dirty="0" err="1">
                <a:effectLst/>
                <a:latin typeface="Calibri" panose="020F0502020204030204" pitchFamily="34" charset="0"/>
              </a:rPr>
              <a:t>from</a:t>
            </a:r>
            <a:r>
              <a:rPr lang="nl-NL" sz="1800" dirty="0">
                <a:effectLst/>
                <a:latin typeface="Calibri" panose="020F0502020204030204" pitchFamily="34" charset="0"/>
              </a:rPr>
              <a:t> </a:t>
            </a:r>
            <a:r>
              <a:rPr lang="nl-NL" sz="1800" dirty="0" err="1">
                <a:effectLst/>
                <a:latin typeface="Calibri" panose="020F0502020204030204" pitchFamily="34" charset="0"/>
              </a:rPr>
              <a:t>any</a:t>
            </a:r>
            <a:r>
              <a:rPr lang="nl-NL" sz="1800" dirty="0">
                <a:effectLst/>
                <a:latin typeface="Calibri" panose="020F0502020204030204" pitchFamily="34" charset="0"/>
              </a:rPr>
              <a:t> </a:t>
            </a:r>
            <a:r>
              <a:rPr lang="nl-NL" sz="1800" dirty="0" err="1">
                <a:effectLst/>
                <a:latin typeface="Calibri" panose="020F0502020204030204" pitchFamily="34" charset="0"/>
              </a:rPr>
              <a:t>other</a:t>
            </a:r>
            <a:r>
              <a:rPr lang="nl-NL" sz="1800" dirty="0">
                <a:effectLst/>
                <a:latin typeface="Calibri" panose="020F0502020204030204" pitchFamily="34" charset="0"/>
              </a:rPr>
              <a:t> type of research. The research project </a:t>
            </a:r>
            <a:r>
              <a:rPr lang="nl-NL" sz="1800" dirty="0" err="1">
                <a:effectLst/>
                <a:latin typeface="Calibri" panose="020F0502020204030204" pitchFamily="34" charset="0"/>
              </a:rPr>
              <a:t>requires</a:t>
            </a:r>
            <a:r>
              <a:rPr lang="nl-NL" sz="1800" dirty="0">
                <a:effectLst/>
                <a:latin typeface="Calibri" panose="020F0502020204030204" pitchFamily="34" charset="0"/>
              </a:rPr>
              <a:t> </a:t>
            </a:r>
            <a:r>
              <a:rPr lang="nl-NL" sz="1800" dirty="0" err="1">
                <a:effectLst/>
                <a:latin typeface="Calibri" panose="020F0502020204030204" pitchFamily="34" charset="0"/>
              </a:rPr>
              <a:t>the</a:t>
            </a:r>
            <a:r>
              <a:rPr lang="nl-NL" sz="1800" dirty="0">
                <a:effectLst/>
                <a:latin typeface="Calibri" panose="020F0502020204030204" pitchFamily="34" charset="0"/>
              </a:rPr>
              <a:t> basic building </a:t>
            </a:r>
            <a:r>
              <a:rPr lang="nl-NL" sz="1800" dirty="0" err="1">
                <a:effectLst/>
                <a:latin typeface="Calibri" panose="020F0502020204030204" pitchFamily="34" charset="0"/>
              </a:rPr>
              <a:t>blocks</a:t>
            </a:r>
            <a:r>
              <a:rPr lang="nl-NL" sz="1800" dirty="0">
                <a:effectLst/>
                <a:latin typeface="Calibri" panose="020F0502020204030204" pitchFamily="34" charset="0"/>
              </a:rPr>
              <a:t> of a </a:t>
            </a:r>
            <a:r>
              <a:rPr lang="nl-NL" sz="1800" dirty="0" err="1">
                <a:effectLst/>
                <a:latin typeface="Calibri" panose="020F0502020204030204" pitchFamily="34" charset="0"/>
              </a:rPr>
              <a:t>good</a:t>
            </a:r>
            <a:r>
              <a:rPr lang="nl-NL" sz="1800" dirty="0">
                <a:effectLst/>
                <a:latin typeface="Calibri" panose="020F0502020204030204" pitchFamily="34" charset="0"/>
              </a:rPr>
              <a:t> </a:t>
            </a:r>
            <a:r>
              <a:rPr lang="nl-NL" sz="1800" dirty="0" err="1">
                <a:effectLst/>
                <a:latin typeface="Calibri" panose="020F0502020204030204" pitchFamily="34" charset="0"/>
              </a:rPr>
              <a:t>informed</a:t>
            </a:r>
            <a:r>
              <a:rPr lang="nl-NL" sz="1800" dirty="0">
                <a:effectLst/>
                <a:latin typeface="Calibri" panose="020F0502020204030204" pitchFamily="34" charset="0"/>
              </a:rPr>
              <a:t> consent procedure, data management plan, </a:t>
            </a:r>
            <a:r>
              <a:rPr lang="nl-NL" sz="1800" dirty="0" err="1">
                <a:effectLst/>
                <a:latin typeface="Calibri" panose="020F0502020204030204" pitchFamily="34" charset="0"/>
              </a:rPr>
              <a:t>technological</a:t>
            </a:r>
            <a:r>
              <a:rPr lang="nl-NL" sz="1800" dirty="0">
                <a:effectLst/>
                <a:latin typeface="Calibri" panose="020F0502020204030204" pitchFamily="34" charset="0"/>
              </a:rPr>
              <a:t> support and team members. </a:t>
            </a:r>
          </a:p>
          <a:p>
            <a:pPr marL="0" marR="0">
              <a:spcBef>
                <a:spcPts val="0"/>
              </a:spcBef>
              <a:spcAft>
                <a:spcPts val="0"/>
              </a:spcAft>
            </a:pPr>
            <a:endParaRPr lang="nl-NL" sz="1800" dirty="0">
              <a:effectLst/>
              <a:latin typeface="Calibri" panose="020F0502020204030204" pitchFamily="34" charset="0"/>
            </a:endParaRPr>
          </a:p>
          <a:p>
            <a:pPr marL="0" marR="0">
              <a:spcBef>
                <a:spcPts val="0"/>
              </a:spcBef>
              <a:spcAft>
                <a:spcPts val="0"/>
              </a:spcAft>
            </a:pPr>
            <a:r>
              <a:rPr lang="nl-NL" sz="1800" dirty="0" err="1">
                <a:effectLst/>
                <a:latin typeface="Calibri" panose="020F0502020204030204" pitchFamily="34" charset="0"/>
              </a:rPr>
              <a:t>Likewise</a:t>
            </a:r>
            <a:r>
              <a:rPr lang="nl-NL" sz="1800" dirty="0">
                <a:effectLst/>
                <a:latin typeface="Calibri" panose="020F0502020204030204" pitchFamily="34" charset="0"/>
              </a:rPr>
              <a:t>, </a:t>
            </a:r>
            <a:r>
              <a:rPr lang="nl-NL" sz="1800" dirty="0" err="1">
                <a:effectLst/>
                <a:latin typeface="Calibri" panose="020F0502020204030204" pitchFamily="34" charset="0"/>
              </a:rPr>
              <a:t>when</a:t>
            </a:r>
            <a:r>
              <a:rPr lang="nl-NL" sz="1800" dirty="0">
                <a:effectLst/>
                <a:latin typeface="Calibri" panose="020F0502020204030204" pitchFamily="34" charset="0"/>
              </a:rPr>
              <a:t> re-</a:t>
            </a:r>
            <a:r>
              <a:rPr lang="nl-NL" sz="1800" dirty="0" err="1">
                <a:effectLst/>
                <a:latin typeface="Calibri" panose="020F0502020204030204" pitchFamily="34" charset="0"/>
              </a:rPr>
              <a:t>using</a:t>
            </a:r>
            <a:r>
              <a:rPr lang="nl-NL" sz="1800" dirty="0">
                <a:effectLst/>
                <a:latin typeface="Calibri" panose="020F0502020204030204" pitchFamily="34" charset="0"/>
              </a:rPr>
              <a:t> </a:t>
            </a:r>
            <a:r>
              <a:rPr lang="nl-NL" sz="1800" dirty="0" err="1">
                <a:effectLst/>
                <a:latin typeface="Calibri" panose="020F0502020204030204" pitchFamily="34" charset="0"/>
              </a:rPr>
              <a:t>qualitative</a:t>
            </a:r>
            <a:r>
              <a:rPr lang="nl-NL" sz="1800" dirty="0">
                <a:effectLst/>
                <a:latin typeface="Calibri" panose="020F0502020204030204" pitchFamily="34" charset="0"/>
              </a:rPr>
              <a:t> data </a:t>
            </a:r>
            <a:r>
              <a:rPr lang="nl-NL" sz="1800" dirty="0" err="1">
                <a:effectLst/>
                <a:latin typeface="Calibri" panose="020F0502020204030204" pitchFamily="34" charset="0"/>
              </a:rPr>
              <a:t>it</a:t>
            </a:r>
            <a:r>
              <a:rPr lang="nl-NL" sz="1800" dirty="0">
                <a:effectLst/>
                <a:latin typeface="Calibri" panose="020F0502020204030204" pitchFamily="34" charset="0"/>
              </a:rPr>
              <a:t> is important </a:t>
            </a:r>
            <a:r>
              <a:rPr lang="nl-NL" sz="1800" dirty="0" err="1">
                <a:effectLst/>
                <a:latin typeface="Calibri" panose="020F0502020204030204" pitchFamily="34" charset="0"/>
              </a:rPr>
              <a:t>to</a:t>
            </a:r>
            <a:r>
              <a:rPr lang="nl-NL" sz="1800" dirty="0">
                <a:effectLst/>
                <a:latin typeface="Calibri" panose="020F0502020204030204" pitchFamily="34" charset="0"/>
              </a:rPr>
              <a:t> </a:t>
            </a:r>
            <a:r>
              <a:rPr lang="nl-NL" sz="1800" dirty="0" err="1">
                <a:effectLst/>
                <a:latin typeface="Calibri" panose="020F0502020204030204" pitchFamily="34" charset="0"/>
              </a:rPr>
              <a:t>remember</a:t>
            </a:r>
            <a:r>
              <a:rPr lang="nl-NL" sz="1800" dirty="0">
                <a:effectLst/>
                <a:latin typeface="Calibri" panose="020F0502020204030204" pitchFamily="34" charset="0"/>
              </a:rPr>
              <a:t> </a:t>
            </a:r>
            <a:r>
              <a:rPr lang="nl-NL" sz="1800" dirty="0" err="1">
                <a:effectLst/>
                <a:latin typeface="Calibri" panose="020F0502020204030204" pitchFamily="34" charset="0"/>
              </a:rPr>
              <a:t>that</a:t>
            </a:r>
            <a:r>
              <a:rPr lang="nl-NL" sz="1800" dirty="0">
                <a:effectLst/>
                <a:latin typeface="Calibri" panose="020F0502020204030204" pitchFamily="34" charset="0"/>
              </a:rPr>
              <a:t> </a:t>
            </a:r>
            <a:r>
              <a:rPr lang="nl-NL" sz="1800" dirty="0" err="1">
                <a:effectLst/>
                <a:latin typeface="Calibri" panose="020F0502020204030204" pitchFamily="34" charset="0"/>
              </a:rPr>
              <a:t>while</a:t>
            </a:r>
            <a:r>
              <a:rPr lang="nl-NL" sz="1800" dirty="0">
                <a:effectLst/>
                <a:latin typeface="Calibri" panose="020F0502020204030204" pitchFamily="34" charset="0"/>
              </a:rPr>
              <a:t> </a:t>
            </a:r>
            <a:r>
              <a:rPr lang="nl-NL" sz="1800" dirty="0" err="1">
                <a:effectLst/>
                <a:latin typeface="Calibri" panose="020F0502020204030204" pitchFamily="34" charset="0"/>
              </a:rPr>
              <a:t>it</a:t>
            </a:r>
            <a:r>
              <a:rPr lang="nl-NL" sz="1800" dirty="0">
                <a:effectLst/>
                <a:latin typeface="Calibri" panose="020F0502020204030204" pitchFamily="34" charset="0"/>
              </a:rPr>
              <a:t> </a:t>
            </a:r>
            <a:r>
              <a:rPr lang="nl-NL" sz="1800" dirty="0" err="1">
                <a:effectLst/>
                <a:latin typeface="Calibri" panose="020F0502020204030204" pitchFamily="34" charset="0"/>
              </a:rPr>
              <a:t>might</a:t>
            </a:r>
            <a:r>
              <a:rPr lang="nl-NL" sz="1800" dirty="0">
                <a:effectLst/>
                <a:latin typeface="Calibri" panose="020F0502020204030204" pitchFamily="34" charset="0"/>
              </a:rPr>
              <a:t> </a:t>
            </a:r>
            <a:r>
              <a:rPr lang="nl-NL" sz="1800" dirty="0" err="1">
                <a:effectLst/>
                <a:latin typeface="Calibri" panose="020F0502020204030204" pitchFamily="34" charset="0"/>
              </a:rPr>
              <a:t>be</a:t>
            </a:r>
            <a:r>
              <a:rPr lang="nl-NL" sz="1800" dirty="0">
                <a:effectLst/>
                <a:latin typeface="Calibri" panose="020F0502020204030204" pitchFamily="34" charset="0"/>
              </a:rPr>
              <a:t> </a:t>
            </a:r>
            <a:r>
              <a:rPr lang="nl-NL" sz="1800" dirty="0" err="1">
                <a:effectLst/>
                <a:latin typeface="Calibri" panose="020F0502020204030204" pitchFamily="34" charset="0"/>
              </a:rPr>
              <a:t>easier</a:t>
            </a:r>
            <a:r>
              <a:rPr lang="nl-NL" sz="1800" dirty="0">
                <a:effectLst/>
                <a:latin typeface="Calibri" panose="020F0502020204030204" pitchFamily="34" charset="0"/>
              </a:rPr>
              <a:t> </a:t>
            </a:r>
            <a:r>
              <a:rPr lang="nl-NL" sz="1800" dirty="0" err="1">
                <a:effectLst/>
                <a:latin typeface="Calibri" panose="020F0502020204030204" pitchFamily="34" charset="0"/>
              </a:rPr>
              <a:t>to</a:t>
            </a:r>
            <a:r>
              <a:rPr lang="nl-NL" sz="1800" dirty="0">
                <a:effectLst/>
                <a:latin typeface="Calibri" panose="020F0502020204030204" pitchFamily="34" charset="0"/>
              </a:rPr>
              <a:t> </a:t>
            </a:r>
            <a:r>
              <a:rPr lang="nl-NL" sz="1800" dirty="0" err="1">
                <a:effectLst/>
                <a:latin typeface="Calibri" panose="020F0502020204030204" pitchFamily="34" charset="0"/>
              </a:rPr>
              <a:t>acquire</a:t>
            </a:r>
            <a:r>
              <a:rPr lang="nl-NL" sz="1800" dirty="0">
                <a:effectLst/>
                <a:latin typeface="Calibri" panose="020F0502020204030204" pitchFamily="34" charset="0"/>
              </a:rPr>
              <a:t> </a:t>
            </a:r>
            <a:r>
              <a:rPr lang="nl-NL" sz="1800" dirty="0" err="1">
                <a:effectLst/>
                <a:latin typeface="Calibri" panose="020F0502020204030204" pitchFamily="34" charset="0"/>
              </a:rPr>
              <a:t>the</a:t>
            </a:r>
            <a:r>
              <a:rPr lang="nl-NL" sz="1800" dirty="0">
                <a:effectLst/>
                <a:latin typeface="Calibri" panose="020F0502020204030204" pitchFamily="34" charset="0"/>
              </a:rPr>
              <a:t> data, </a:t>
            </a:r>
            <a:r>
              <a:rPr lang="nl-NL" sz="1800" dirty="0" err="1">
                <a:effectLst/>
                <a:latin typeface="Calibri" panose="020F0502020204030204" pitchFamily="34" charset="0"/>
              </a:rPr>
              <a:t>substantial</a:t>
            </a:r>
            <a:r>
              <a:rPr lang="nl-NL" sz="1800" dirty="0">
                <a:effectLst/>
                <a:latin typeface="Calibri" panose="020F0502020204030204" pitchFamily="34" charset="0"/>
              </a:rPr>
              <a:t> time is </a:t>
            </a:r>
            <a:r>
              <a:rPr lang="nl-NL" sz="1800" dirty="0" err="1">
                <a:effectLst/>
                <a:latin typeface="Calibri" panose="020F0502020204030204" pitchFamily="34" charset="0"/>
              </a:rPr>
              <a:t>required</a:t>
            </a:r>
            <a:r>
              <a:rPr lang="nl-NL" sz="1800" dirty="0">
                <a:effectLst/>
                <a:latin typeface="Calibri" panose="020F0502020204030204" pitchFamily="34" charset="0"/>
              </a:rPr>
              <a:t> </a:t>
            </a:r>
            <a:r>
              <a:rPr lang="nl-NL" sz="1800" dirty="0" err="1">
                <a:effectLst/>
                <a:latin typeface="Calibri" panose="020F0502020204030204" pitchFamily="34" charset="0"/>
              </a:rPr>
              <a:t>to</a:t>
            </a:r>
            <a:r>
              <a:rPr lang="nl-NL" sz="1800" dirty="0">
                <a:effectLst/>
                <a:latin typeface="Calibri" panose="020F0502020204030204" pitchFamily="34" charset="0"/>
              </a:rPr>
              <a:t> </a:t>
            </a:r>
            <a:r>
              <a:rPr lang="nl-NL" sz="1800" dirty="0" err="1">
                <a:effectLst/>
                <a:latin typeface="Calibri" panose="020F0502020204030204" pitchFamily="34" charset="0"/>
              </a:rPr>
              <a:t>identify</a:t>
            </a:r>
            <a:r>
              <a:rPr lang="nl-NL" sz="1800" dirty="0">
                <a:effectLst/>
                <a:latin typeface="Calibri" panose="020F0502020204030204" pitchFamily="34" charset="0"/>
              </a:rPr>
              <a:t> </a:t>
            </a:r>
            <a:r>
              <a:rPr lang="nl-NL" sz="1800" dirty="0" err="1">
                <a:effectLst/>
                <a:latin typeface="Calibri" panose="020F0502020204030204" pitchFamily="34" charset="0"/>
              </a:rPr>
              <a:t>available</a:t>
            </a:r>
            <a:r>
              <a:rPr lang="nl-NL" sz="1800" dirty="0">
                <a:effectLst/>
                <a:latin typeface="Calibri" panose="020F0502020204030204" pitchFamily="34" charset="0"/>
              </a:rPr>
              <a:t> data sources and </a:t>
            </a:r>
            <a:r>
              <a:rPr lang="nl-NL" sz="1800" dirty="0" err="1">
                <a:effectLst/>
                <a:latin typeface="Calibri" panose="020F0502020204030204" pitchFamily="34" charset="0"/>
              </a:rPr>
              <a:t>to</a:t>
            </a:r>
            <a:r>
              <a:rPr lang="nl-NL" sz="1800" dirty="0">
                <a:effectLst/>
                <a:latin typeface="Calibri" panose="020F0502020204030204" pitchFamily="34" charset="0"/>
              </a:rPr>
              <a:t> </a:t>
            </a:r>
            <a:r>
              <a:rPr lang="nl-NL" sz="1800" dirty="0" err="1">
                <a:effectLst/>
                <a:latin typeface="Calibri" panose="020F0502020204030204" pitchFamily="34" charset="0"/>
              </a:rPr>
              <a:t>develop</a:t>
            </a:r>
            <a:r>
              <a:rPr lang="nl-NL" sz="1800" dirty="0">
                <a:effectLst/>
                <a:latin typeface="Calibri" panose="020F0502020204030204" pitchFamily="34" charset="0"/>
              </a:rPr>
              <a:t> </a:t>
            </a:r>
            <a:r>
              <a:rPr lang="nl-NL" sz="1800" dirty="0" err="1">
                <a:effectLst/>
                <a:latin typeface="Calibri" panose="020F0502020204030204" pitchFamily="34" charset="0"/>
              </a:rPr>
              <a:t>an</a:t>
            </a:r>
            <a:r>
              <a:rPr lang="nl-NL" sz="1800" dirty="0">
                <a:effectLst/>
                <a:latin typeface="Calibri" panose="020F0502020204030204" pitchFamily="34" charset="0"/>
              </a:rPr>
              <a:t> </a:t>
            </a:r>
            <a:r>
              <a:rPr lang="nl-NL" sz="1800" dirty="0" err="1">
                <a:effectLst/>
                <a:latin typeface="Calibri" panose="020F0502020204030204" pitchFamily="34" charset="0"/>
              </a:rPr>
              <a:t>understanding</a:t>
            </a:r>
            <a:r>
              <a:rPr lang="nl-NL" sz="1800" dirty="0">
                <a:effectLst/>
                <a:latin typeface="Calibri" panose="020F0502020204030204" pitchFamily="34" charset="0"/>
              </a:rPr>
              <a:t> of het </a:t>
            </a:r>
            <a:r>
              <a:rPr lang="nl-NL" sz="1800" dirty="0" err="1">
                <a:effectLst/>
                <a:latin typeface="Calibri" panose="020F0502020204030204" pitchFamily="34" charset="0"/>
              </a:rPr>
              <a:t>primary</a:t>
            </a:r>
            <a:r>
              <a:rPr lang="nl-NL" sz="1800" dirty="0">
                <a:effectLst/>
                <a:latin typeface="Calibri" panose="020F0502020204030204" pitchFamily="34" charset="0"/>
              </a:rPr>
              <a:t> data. </a:t>
            </a: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20</a:t>
            </a:fld>
            <a:endParaRPr lang="en-GB"/>
          </a:p>
        </p:txBody>
      </p:sp>
    </p:spTree>
    <p:extLst>
      <p:ext uri="{BB962C8B-B14F-4D97-AF65-F5344CB8AC3E}">
        <p14:creationId xmlns:p14="http://schemas.microsoft.com/office/powerpoint/2010/main" val="4025833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how researchers should aim to make their data “friendly”, which can be done by adding sufficient metadata. For the Radboud University this is largely guaranteed through the use of the Radboud Data Repository. For more information on good metadata practices for qualitative data you can consult the linked website of Maastricht University. </a:t>
            </a:r>
            <a:endParaRPr lang="nl-NL" dirty="0"/>
          </a:p>
        </p:txBody>
      </p:sp>
      <p:sp>
        <p:nvSpPr>
          <p:cNvPr id="4" name="Slide Number Placeholder 3"/>
          <p:cNvSpPr>
            <a:spLocks noGrp="1"/>
          </p:cNvSpPr>
          <p:nvPr>
            <p:ph type="sldNum" sz="quarter" idx="5"/>
          </p:nvPr>
        </p:nvSpPr>
        <p:spPr/>
        <p:txBody>
          <a:bodyPr/>
          <a:lstStyle/>
          <a:p>
            <a:fld id="{697381A9-0C9E-4D3A-A28B-AC4E168A57BC}" type="slidenum">
              <a:rPr lang="en-GB" smtClean="0"/>
              <a:pPr/>
              <a:t>21</a:t>
            </a:fld>
            <a:endParaRPr lang="en-GB"/>
          </a:p>
        </p:txBody>
      </p:sp>
    </p:spTree>
    <p:extLst>
      <p:ext uri="{BB962C8B-B14F-4D97-AF65-F5344CB8AC3E}">
        <p14:creationId xmlns:p14="http://schemas.microsoft.com/office/powerpoint/2010/main" val="1668255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22</a:t>
            </a:fld>
            <a:endParaRPr lang="en-GB"/>
          </a:p>
        </p:txBody>
      </p:sp>
    </p:spTree>
    <p:extLst>
      <p:ext uri="{BB962C8B-B14F-4D97-AF65-F5344CB8AC3E}">
        <p14:creationId xmlns:p14="http://schemas.microsoft.com/office/powerpoint/2010/main" val="39406305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During the data collection various decisions must be made. This can be a trade-off between generating new data and re-using existing FAIR data, or an effort to make existing non-FAIR data FAIR. It can also be the balancing act between data that must be preserved and data that can be discarded, or the decision when new data ends up </a:t>
            </a:r>
            <a:r>
              <a:rPr lang="en-US" dirty="0" err="1"/>
              <a:t>superceding</a:t>
            </a:r>
            <a:r>
              <a:rPr lang="en-US" dirty="0"/>
              <a:t> existing data.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23</a:t>
            </a:fld>
            <a:endParaRPr lang="en-GB"/>
          </a:p>
        </p:txBody>
      </p:sp>
    </p:spTree>
    <p:extLst>
      <p:ext uri="{BB962C8B-B14F-4D97-AF65-F5344CB8AC3E}">
        <p14:creationId xmlns:p14="http://schemas.microsoft.com/office/powerpoint/2010/main" val="12315724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sz="1400" dirty="0">
                <a:effectLst/>
                <a:latin typeface="Calibri" panose="020F0502020204030204" pitchFamily="34" charset="0"/>
              </a:rPr>
              <a:t>Preparing qualitative data involves various steps, but often comes down to process the raw data into a textual form, for example a transcript. This is a balancing act, where the researcher tries to not just convey the human voice of the participants, but also might redact identifiable or sensitive information. For re-use it is important to </a:t>
            </a:r>
            <a:r>
              <a:rPr lang="en-US" sz="1400" dirty="0" err="1">
                <a:effectLst/>
                <a:latin typeface="Calibri" panose="020F0502020204030204" pitchFamily="34" charset="0"/>
              </a:rPr>
              <a:t>organise</a:t>
            </a:r>
            <a:r>
              <a:rPr lang="en-US" sz="1400" dirty="0">
                <a:effectLst/>
                <a:latin typeface="Calibri" panose="020F0502020204030204" pitchFamily="34" charset="0"/>
              </a:rPr>
              <a:t> data in such away that it enables re-coding and re-analysis without the “noise” of the primary research getting in the way. This requires clear documentation of who said what to which question, while it also might require contact with the primary research team. </a:t>
            </a:r>
          </a:p>
          <a:p>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24</a:t>
            </a:fld>
            <a:endParaRPr lang="en-GB"/>
          </a:p>
        </p:txBody>
      </p:sp>
    </p:spTree>
    <p:extLst>
      <p:ext uri="{BB962C8B-B14F-4D97-AF65-F5344CB8AC3E}">
        <p14:creationId xmlns:p14="http://schemas.microsoft.com/office/powerpoint/2010/main" val="26617074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dirty="0"/>
              <a:t>The decision to </a:t>
            </a:r>
            <a:r>
              <a:rPr lang="en-US" dirty="0" err="1"/>
              <a:t>anonymise</a:t>
            </a:r>
            <a:r>
              <a:rPr lang="en-US" dirty="0"/>
              <a:t> is first and foremost depending on the ethical concerns and informed consent that was obtained. From there it becomes a question of anonymisation versus restrictive archiving. If the decision is made to </a:t>
            </a:r>
            <a:r>
              <a:rPr lang="en-US" dirty="0" err="1"/>
              <a:t>anonymise</a:t>
            </a:r>
            <a:r>
              <a:rPr lang="en-US" dirty="0"/>
              <a:t>, the modifications should at the very least be documented in order to make it clear what information was removed from the dataset. A final decision is whether to archive the raw data. While there is a legitimate argument for protecting the privacy of participants, for re-use the archived raw data can be relevant too, especially if this captures subtle nuances that are lost in the processed data. </a:t>
            </a:r>
            <a:endParaRPr lang="nl-NL" dirty="0"/>
          </a:p>
          <a:p>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25</a:t>
            </a:fld>
            <a:endParaRPr lang="en-GB"/>
          </a:p>
        </p:txBody>
      </p:sp>
    </p:spTree>
    <p:extLst>
      <p:ext uri="{BB962C8B-B14F-4D97-AF65-F5344CB8AC3E}">
        <p14:creationId xmlns:p14="http://schemas.microsoft.com/office/powerpoint/2010/main" val="28341236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sz="1400" dirty="0">
                <a:effectLst/>
                <a:latin typeface="Calibri" panose="020F0502020204030204" pitchFamily="34" charset="0"/>
              </a:rPr>
              <a:t>As with any research project the </a:t>
            </a:r>
            <a:r>
              <a:rPr lang="en-US" sz="1400" dirty="0" err="1">
                <a:effectLst/>
                <a:latin typeface="Calibri" panose="020F0502020204030204" pitchFamily="34" charset="0"/>
              </a:rPr>
              <a:t>organisation</a:t>
            </a:r>
            <a:r>
              <a:rPr lang="en-US" sz="1400" dirty="0">
                <a:effectLst/>
                <a:latin typeface="Calibri" panose="020F0502020204030204" pitchFamily="34" charset="0"/>
              </a:rPr>
              <a:t> of the data is critical, especially when the goal is to make data available for re-use. Good practices such as persistent identifiers, file names, versioning, good metadata, accessible open software are the key to a good data collection that can be re-used. </a:t>
            </a: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26</a:t>
            </a:fld>
            <a:endParaRPr lang="en-GB"/>
          </a:p>
        </p:txBody>
      </p:sp>
    </p:spTree>
    <p:extLst>
      <p:ext uri="{BB962C8B-B14F-4D97-AF65-F5344CB8AC3E}">
        <p14:creationId xmlns:p14="http://schemas.microsoft.com/office/powerpoint/2010/main" val="15763060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B1804-7DA1-7785-5BC0-94CF85371CE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0010DC3-458D-734A-7DF0-7E5BFB7B503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AF0B093-B9DE-D5A3-3679-BE88A57C73EA}"/>
              </a:ext>
            </a:extLst>
          </p:cNvPr>
          <p:cNvSpPr>
            <a:spLocks noGrp="1"/>
          </p:cNvSpPr>
          <p:nvPr>
            <p:ph type="body" idx="1"/>
          </p:nvPr>
        </p:nvSpPr>
        <p:spPr/>
        <p:txBody>
          <a:bodyPr>
            <a:normAutofit/>
          </a:bodyPr>
          <a:lstStyle/>
          <a:p>
            <a:r>
              <a:rPr lang="en-US" sz="1400" dirty="0"/>
              <a:t>Documentation is important as always, but extra important with qualitative research data. Besides the typical information on the context of the research, the content of the data collection and the codes that are used in the analysis good documentation should answer the HOW questions. How did data come into existence, how did decisions affect the research process, how was the data processed and </a:t>
            </a:r>
            <a:r>
              <a:rPr lang="en-US" sz="1400" dirty="0" err="1"/>
              <a:t>analysed</a:t>
            </a:r>
            <a:r>
              <a:rPr lang="en-US" sz="1400" dirty="0"/>
              <a:t>? This is best done in a dedicated appendix or manual. This is a process that starts on day one of the research and must be followed diligently to enable an easy write-up at the time when data is deposited. </a:t>
            </a:r>
          </a:p>
          <a:p>
            <a:endParaRPr lang="nl-NL" sz="1400" dirty="0"/>
          </a:p>
          <a:p>
            <a:endParaRPr lang="nl-NL" dirty="0"/>
          </a:p>
        </p:txBody>
      </p:sp>
      <p:sp>
        <p:nvSpPr>
          <p:cNvPr id="4" name="Tijdelijke aanduiding voor dianummer 3">
            <a:extLst>
              <a:ext uri="{FF2B5EF4-FFF2-40B4-BE49-F238E27FC236}">
                <a16:creationId xmlns:a16="http://schemas.microsoft.com/office/drawing/2014/main" id="{88A5A7CC-3686-33FD-533A-5C83FEF81DEC}"/>
              </a:ext>
            </a:extLst>
          </p:cNvPr>
          <p:cNvSpPr>
            <a:spLocks noGrp="1"/>
          </p:cNvSpPr>
          <p:nvPr>
            <p:ph type="sldNum" sz="quarter" idx="5"/>
          </p:nvPr>
        </p:nvSpPr>
        <p:spPr/>
        <p:txBody>
          <a:bodyPr/>
          <a:lstStyle/>
          <a:p>
            <a:fld id="{697381A9-0C9E-4D3A-A28B-AC4E168A57BC}" type="slidenum">
              <a:rPr lang="en-GB" smtClean="0"/>
              <a:pPr/>
              <a:t>27</a:t>
            </a:fld>
            <a:endParaRPr lang="en-GB"/>
          </a:p>
        </p:txBody>
      </p:sp>
    </p:spTree>
    <p:extLst>
      <p:ext uri="{BB962C8B-B14F-4D97-AF65-F5344CB8AC3E}">
        <p14:creationId xmlns:p14="http://schemas.microsoft.com/office/powerpoint/2010/main" val="9758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One classic form of documentation is included in the publications that result from qualitative research. Footnotes, appendices, or discussion sections can be used to make potential re-users aware of the research process and the perspective of the primary researcher.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28</a:t>
            </a:fld>
            <a:endParaRPr lang="en-GB"/>
          </a:p>
        </p:txBody>
      </p:sp>
    </p:spTree>
    <p:extLst>
      <p:ext uri="{BB962C8B-B14F-4D97-AF65-F5344CB8AC3E}">
        <p14:creationId xmlns:p14="http://schemas.microsoft.com/office/powerpoint/2010/main" val="36020825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Whenever video or audio data is processed into transcripts, it is important to include as much context information as possible. Interview guides, metadata, instructions, etc. can all help a re-user to make sense of the interview and the time, place and circumstances in which it occurred.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29</a:t>
            </a:fld>
            <a:endParaRPr lang="en-GB"/>
          </a:p>
        </p:txBody>
      </p:sp>
    </p:spTree>
    <p:extLst>
      <p:ext uri="{BB962C8B-B14F-4D97-AF65-F5344CB8AC3E}">
        <p14:creationId xmlns:p14="http://schemas.microsoft.com/office/powerpoint/2010/main" val="18135126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lnSpcReduction="10000"/>
          </a:bodyPr>
          <a:lstStyle/>
          <a:p>
            <a:r>
              <a:rPr lang="en-US" sz="1400" dirty="0"/>
              <a:t>When coding qualitative research data it is vital that these codes can be understood and interpreted by re-users. One the one hand this reflects on the content of the codes, meaning that definitions, relationships, and meanings must be made as clear as possible. The same concerns the context in which the data was coded; what training, guidelines and decisions were involved? Especially in larger teams it is also important to verify the coder reliability, did everyone code in a similar way? This can be done by an independent researcher, by team members who check each others work, or by the team as a whole at the end of the coding process.</a:t>
            </a:r>
          </a:p>
          <a:p>
            <a:endParaRPr lang="en-US" sz="1400" dirty="0"/>
          </a:p>
          <a:p>
            <a:r>
              <a:rPr lang="en-US" sz="1400" dirty="0"/>
              <a:t>According to Gibbs (2007) several techniques to control coder reliability exist: </a:t>
            </a:r>
          </a:p>
          <a:p>
            <a:r>
              <a:rPr lang="en-US" sz="1400" dirty="0"/>
              <a:t>» Checking the transcription An independent researcher goes through coded texts and considers the degree to which coders differed from each other. </a:t>
            </a:r>
          </a:p>
          <a:p>
            <a:r>
              <a:rPr lang="en-US" sz="1400" dirty="0"/>
              <a:t>» Checking for definitional drift in coding If you code a large dataset the data at the beginning may be coded slightly different than material coded later. Check the whole dataset for the definitional drift. Have good notes with descriptions of individual codes. </a:t>
            </a:r>
          </a:p>
          <a:p>
            <a:r>
              <a:rPr lang="en-US" sz="1400" dirty="0"/>
              <a:t>» Working in a team If there are multiple people working in a team, individual members can check each other ́s coding.</a:t>
            </a:r>
          </a:p>
          <a:p>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30</a:t>
            </a:fld>
            <a:endParaRPr lang="en-GB"/>
          </a:p>
        </p:txBody>
      </p:sp>
    </p:spTree>
    <p:extLst>
      <p:ext uri="{BB962C8B-B14F-4D97-AF65-F5344CB8AC3E}">
        <p14:creationId xmlns:p14="http://schemas.microsoft.com/office/powerpoint/2010/main" val="449755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lnSpcReduction="20000"/>
          </a:bodyPr>
          <a:lstStyle/>
          <a:p>
            <a:r>
              <a:rPr lang="en-US" dirty="0"/>
              <a:t>Unlike numerical data, qualitative research data is often rather difficult to convert to other file formats. This makes the decision on what file formats to use an important one. </a:t>
            </a:r>
          </a:p>
          <a:p>
            <a:endParaRPr lang="en-US" dirty="0"/>
          </a:p>
          <a:p>
            <a:pPr marL="342900" indent="-342900">
              <a:buFont typeface="+mj-lt"/>
              <a:buAutoNum type="arabicPeriod"/>
            </a:pPr>
            <a:r>
              <a:rPr lang="en-US" dirty="0"/>
              <a:t>A very safe option is to use generic file formats with a very broad adaptation, for example .txt, .rtf or .pdf</a:t>
            </a:r>
          </a:p>
          <a:p>
            <a:pPr marL="342900" indent="-342900">
              <a:buFont typeface="+mj-lt"/>
              <a:buAutoNum type="arabicPeriod"/>
            </a:pPr>
            <a:r>
              <a:rPr lang="en-US" dirty="0"/>
              <a:t>Often times repositories have their own preferred formats, based on an analysis of the most future proof and most accessible file formats for a certain type of data</a:t>
            </a:r>
          </a:p>
          <a:p>
            <a:pPr marL="342900" indent="-342900">
              <a:buFont typeface="+mj-lt"/>
              <a:buAutoNum type="arabicPeriod"/>
            </a:pPr>
            <a:r>
              <a:rPr lang="en-US" dirty="0"/>
              <a:t>Most qualitative data software allows researchers to make exports of the entire project, including raw or processed data, codes, analysis, metadata and memos. This is a very practical way of storing and archiving a project, however it does limit the reusability whenever proprietary formats are used. A good practice is therefore to also include separate exports of the project content in more generic software. The project exports can be supplemented with tables, documentation and raw data that can be accessed even without the proprietary software. </a:t>
            </a:r>
          </a:p>
          <a:p>
            <a:pPr marL="342900" indent="-342900">
              <a:buFont typeface="+mj-lt"/>
              <a:buAutoNum type="arabicPeriod"/>
            </a:pPr>
            <a:r>
              <a:rPr lang="en-US" dirty="0"/>
              <a:t>A more niche solution is to use .QDPX, which is universal project exchange format for qualitative research data. This has however the downside of only storing the “lowest common denominator”, meaning that it is easy to lose relevant information that is retained in proprietary project exports. </a:t>
            </a:r>
          </a:p>
          <a:p>
            <a:pPr marL="342900" indent="-342900">
              <a:buFont typeface="+mj-lt"/>
              <a:buAutoNum type="arabicPeriod"/>
            </a:pP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31</a:t>
            </a:fld>
            <a:endParaRPr lang="en-GB"/>
          </a:p>
        </p:txBody>
      </p:sp>
    </p:spTree>
    <p:extLst>
      <p:ext uri="{BB962C8B-B14F-4D97-AF65-F5344CB8AC3E}">
        <p14:creationId xmlns:p14="http://schemas.microsoft.com/office/powerpoint/2010/main" val="4281402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32</a:t>
            </a:fld>
            <a:endParaRPr lang="en-GB"/>
          </a:p>
        </p:txBody>
      </p:sp>
    </p:spTree>
    <p:extLst>
      <p:ext uri="{BB962C8B-B14F-4D97-AF65-F5344CB8AC3E}">
        <p14:creationId xmlns:p14="http://schemas.microsoft.com/office/powerpoint/2010/main" val="5800376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buFont typeface="Wingdings" panose="05000000000000000000" pitchFamily="2" charset="2"/>
              <a:buNone/>
            </a:pPr>
            <a:r>
              <a:rPr lang="en-US" sz="1400" dirty="0"/>
              <a:t>When publishing data, there a four fundamental questions that must be answered:</a:t>
            </a:r>
          </a:p>
          <a:p>
            <a:pPr marL="0" indent="0">
              <a:buFont typeface="Wingdings" panose="05000000000000000000" pitchFamily="2" charset="2"/>
              <a:buNone/>
            </a:pPr>
            <a:endParaRPr lang="en-US" sz="1400" dirty="0"/>
          </a:p>
          <a:p>
            <a:pPr marL="342900" indent="-342900">
              <a:buFont typeface="+mj-lt"/>
              <a:buAutoNum type="arabicPeriod"/>
            </a:pPr>
            <a:r>
              <a:rPr lang="en-US" sz="1400" b="1" dirty="0"/>
              <a:t>What </a:t>
            </a:r>
            <a:r>
              <a:rPr lang="en-US" sz="1400" b="0" dirty="0"/>
              <a:t>data can be published, what cannot be published, and why?</a:t>
            </a:r>
          </a:p>
          <a:p>
            <a:pPr marL="342900" indent="-342900">
              <a:buFont typeface="+mj-lt"/>
              <a:buAutoNum type="arabicPeriod"/>
            </a:pPr>
            <a:r>
              <a:rPr lang="en-US" sz="1400" b="1" dirty="0"/>
              <a:t>Where</a:t>
            </a:r>
            <a:r>
              <a:rPr lang="en-US" sz="1400" b="0" dirty="0"/>
              <a:t> can the data be published? This can depend on funder requirements and university policies. The best publishing options are trusted, high-quality repositories that guarantee long-term access and have experience with qualitative research data. </a:t>
            </a:r>
          </a:p>
          <a:p>
            <a:pPr marL="342900" indent="-342900">
              <a:buFont typeface="+mj-lt"/>
              <a:buAutoNum type="arabicPeriod"/>
            </a:pPr>
            <a:r>
              <a:rPr lang="en-US" sz="1400" b="1" dirty="0"/>
              <a:t>When</a:t>
            </a:r>
            <a:r>
              <a:rPr lang="en-US" sz="1400" b="0" dirty="0"/>
              <a:t> to publish the data? Publishing should be considered its own phase in the research project, with adequate resources. A decision must be made between immediate availability or the necessity of an embargo period. </a:t>
            </a:r>
          </a:p>
          <a:p>
            <a:pPr marL="342900" indent="-342900">
              <a:buFont typeface="+mj-lt"/>
              <a:buAutoNum type="arabicPeriod"/>
            </a:pPr>
            <a:r>
              <a:rPr lang="en-US" sz="1400" b="1" dirty="0"/>
              <a:t>How</a:t>
            </a:r>
            <a:r>
              <a:rPr lang="en-US" sz="1400" b="0" dirty="0"/>
              <a:t> should </a:t>
            </a:r>
            <a:r>
              <a:rPr lang="en-US" sz="1400" b="0" dirty="0" err="1"/>
              <a:t>te</a:t>
            </a:r>
            <a:r>
              <a:rPr lang="en-US" sz="1400" b="0" dirty="0"/>
              <a:t> data be published? Decisions must be made about access levels, data licenses, best practices and standards. </a:t>
            </a:r>
            <a:endParaRPr lang="en-US" sz="1400" b="1"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33</a:t>
            </a:fld>
            <a:endParaRPr lang="en-GB"/>
          </a:p>
        </p:txBody>
      </p:sp>
    </p:spTree>
    <p:extLst>
      <p:ext uri="{BB962C8B-B14F-4D97-AF65-F5344CB8AC3E}">
        <p14:creationId xmlns:p14="http://schemas.microsoft.com/office/powerpoint/2010/main" val="29169375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buFont typeface="Wingdings" panose="05000000000000000000" pitchFamily="2" charset="2"/>
              <a:buNone/>
            </a:pPr>
            <a:r>
              <a:rPr lang="en-US" sz="1400" dirty="0"/>
              <a:t>There are different levels of FAIR archiving to consider.</a:t>
            </a:r>
          </a:p>
          <a:p>
            <a:pPr marL="0" indent="0">
              <a:buFont typeface="Wingdings" panose="05000000000000000000" pitchFamily="2" charset="2"/>
              <a:buNone/>
            </a:pPr>
            <a:endParaRPr lang="en-US" sz="1400" dirty="0"/>
          </a:p>
          <a:p>
            <a:pPr marL="342900" indent="-342900">
              <a:buFont typeface="+mj-lt"/>
              <a:buAutoNum type="arabicPeriod"/>
            </a:pPr>
            <a:r>
              <a:rPr lang="en-US" sz="1400" b="1" dirty="0"/>
              <a:t>Totally UNFAIR</a:t>
            </a:r>
            <a:r>
              <a:rPr lang="en-US" sz="1400" dirty="0"/>
              <a:t>: nothing is made available to the outside world. </a:t>
            </a:r>
          </a:p>
          <a:p>
            <a:pPr marL="342900" indent="-342900">
              <a:buFont typeface="+mj-lt"/>
              <a:buAutoNum type="arabicPeriod"/>
            </a:pPr>
            <a:r>
              <a:rPr lang="en-US" sz="1400" b="1" dirty="0"/>
              <a:t>Findable for humans</a:t>
            </a:r>
            <a:r>
              <a:rPr lang="en-US" sz="1400" dirty="0"/>
              <a:t>: a persistent identifier assures that a human can find the location of the data. </a:t>
            </a:r>
          </a:p>
          <a:p>
            <a:pPr marL="342900" indent="-342900">
              <a:buFont typeface="+mj-lt"/>
              <a:buAutoNum type="arabicPeriod"/>
            </a:pPr>
            <a:r>
              <a:rPr lang="en-US" sz="1400" b="1" dirty="0"/>
              <a:t>FAIR metadata</a:t>
            </a:r>
            <a:r>
              <a:rPr lang="en-US" sz="1400" dirty="0"/>
              <a:t>: here the persistent identifier, metadata and provenance is established to provide at least context information. </a:t>
            </a:r>
          </a:p>
          <a:p>
            <a:pPr marL="342900" indent="-342900">
              <a:buFont typeface="+mj-lt"/>
              <a:buAutoNum type="arabicPeriod"/>
            </a:pPr>
            <a:r>
              <a:rPr lang="en-US" sz="1400" b="1" dirty="0"/>
              <a:t>FAIR data with restricted access</a:t>
            </a:r>
            <a:r>
              <a:rPr lang="en-US" sz="1400" dirty="0"/>
              <a:t>: in addition to the metadata here the data itself becomes available, but under restricted access conditions. </a:t>
            </a:r>
          </a:p>
          <a:p>
            <a:pPr marL="342900" indent="-342900">
              <a:buFont typeface="+mj-lt"/>
              <a:buAutoNum type="arabicPeriod"/>
            </a:pPr>
            <a:r>
              <a:rPr lang="en-US" sz="1400" b="1" dirty="0"/>
              <a:t>FAIR data with open access</a:t>
            </a:r>
            <a:r>
              <a:rPr lang="en-US" sz="1400" dirty="0"/>
              <a:t>: here the data becomes entirely open available. This is often only possible with anonymous data and with explicit informed consent.</a:t>
            </a:r>
          </a:p>
          <a:p>
            <a:pPr marL="342900" indent="-342900">
              <a:buFont typeface="+mj-lt"/>
              <a:buAutoNum type="arabicPeriod"/>
            </a:pPr>
            <a:endParaRPr lang="en-US" sz="1400" dirty="0"/>
          </a:p>
          <a:p>
            <a:pPr marL="342900" indent="-342900">
              <a:buFont typeface="+mj-lt"/>
              <a:buAutoNum type="arabicPeriod"/>
            </a:pPr>
            <a:endParaRPr lang="en-US" sz="1400"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34</a:t>
            </a:fld>
            <a:endParaRPr lang="en-GB"/>
          </a:p>
        </p:txBody>
      </p:sp>
    </p:spTree>
    <p:extLst>
      <p:ext uri="{BB962C8B-B14F-4D97-AF65-F5344CB8AC3E}">
        <p14:creationId xmlns:p14="http://schemas.microsoft.com/office/powerpoint/2010/main" val="9279919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en-US" dirty="0"/>
              <a:t>For access levels there is a range of choices on the spectrum between open and closed.</a:t>
            </a:r>
          </a:p>
          <a:p>
            <a:endParaRPr lang="en-US" dirty="0"/>
          </a:p>
          <a:p>
            <a:pPr marL="342900" indent="-342900">
              <a:buFont typeface="+mj-lt"/>
              <a:buAutoNum type="arabicPeriod"/>
            </a:pPr>
            <a:r>
              <a:rPr lang="en-US" b="1" dirty="0"/>
              <a:t>Open Access</a:t>
            </a:r>
            <a:r>
              <a:rPr lang="en-US" dirty="0"/>
              <a:t>: suitable for non-personal data, non-sensitive data that only requires a CC-license.</a:t>
            </a:r>
          </a:p>
          <a:p>
            <a:pPr marL="342900" indent="-342900">
              <a:buFont typeface="+mj-lt"/>
              <a:buAutoNum type="arabicPeriod"/>
            </a:pPr>
            <a:r>
              <a:rPr lang="en-US" b="1" dirty="0"/>
              <a:t>Restricted Access</a:t>
            </a:r>
            <a:r>
              <a:rPr lang="en-US" dirty="0"/>
              <a:t>: this constitutes conditional access, requiring an individual request for the data. </a:t>
            </a:r>
          </a:p>
          <a:p>
            <a:pPr marL="342900" indent="-342900">
              <a:buFont typeface="+mj-lt"/>
              <a:buAutoNum type="arabicPeriod"/>
            </a:pPr>
            <a:r>
              <a:rPr lang="en-US" b="1" dirty="0"/>
              <a:t>Secure environment</a:t>
            </a:r>
            <a:r>
              <a:rPr lang="en-US" dirty="0"/>
              <a:t>: this is a relatively new approach that gives controlled access for a blind analysis.</a:t>
            </a:r>
          </a:p>
          <a:p>
            <a:pPr marL="342900" indent="-342900">
              <a:buFont typeface="+mj-lt"/>
              <a:buAutoNum type="arabicPeriod"/>
            </a:pPr>
            <a:r>
              <a:rPr lang="en-US" b="1" dirty="0" err="1"/>
              <a:t>Decentralised</a:t>
            </a:r>
            <a:r>
              <a:rPr lang="en-US" b="1" dirty="0"/>
              <a:t> reanalysis</a:t>
            </a:r>
            <a:r>
              <a:rPr lang="en-US" dirty="0"/>
              <a:t>: here the original researcher analyses the data and shared the outcome.</a:t>
            </a:r>
          </a:p>
          <a:p>
            <a:pPr marL="342900" indent="-342900">
              <a:buFont typeface="+mj-lt"/>
              <a:buAutoNum type="arabicPeriod"/>
            </a:pPr>
            <a:r>
              <a:rPr lang="en-US" b="1" dirty="0"/>
              <a:t>Publish metadata &amp; documentation</a:t>
            </a:r>
            <a:r>
              <a:rPr lang="en-US" dirty="0"/>
              <a:t>: this is a closed form of data publishing, limiting itself to metadata and documentation.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35</a:t>
            </a:fld>
            <a:endParaRPr lang="en-GB"/>
          </a:p>
        </p:txBody>
      </p:sp>
    </p:spTree>
    <p:extLst>
      <p:ext uri="{BB962C8B-B14F-4D97-AF65-F5344CB8AC3E}">
        <p14:creationId xmlns:p14="http://schemas.microsoft.com/office/powerpoint/2010/main" val="19484487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Decisions about access levels can be made with this decision chart. It is a simplified version of a more elaborate review of different publishing options for qualitative data.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36</a:t>
            </a:fld>
            <a:endParaRPr lang="en-GB"/>
          </a:p>
        </p:txBody>
      </p:sp>
    </p:spTree>
    <p:extLst>
      <p:ext uri="{BB962C8B-B14F-4D97-AF65-F5344CB8AC3E}">
        <p14:creationId xmlns:p14="http://schemas.microsoft.com/office/powerpoint/2010/main" val="37013175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en-US" dirty="0"/>
              <a:t>A final and often overlooked step of publishing research data is to promote its use. There are many ways to do this, ranging from formal publishing strategies and informal promotion through blogs and social media. People will be more likely to reuse your data if they know that it exists and where it can be found.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37</a:t>
            </a:fld>
            <a:endParaRPr lang="en-GB"/>
          </a:p>
        </p:txBody>
      </p:sp>
    </p:spTree>
    <p:extLst>
      <p:ext uri="{BB962C8B-B14F-4D97-AF65-F5344CB8AC3E}">
        <p14:creationId xmlns:p14="http://schemas.microsoft.com/office/powerpoint/2010/main" val="4861183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7CE30-ECF0-6FF3-5283-9D411240E1E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1D7812F-FE5D-F123-F065-16F7E22F628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203D9F4-0F6F-C699-5793-4002842B16E5}"/>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B078CFC8-8D55-694C-4526-FA7904CF1550}"/>
              </a:ext>
            </a:extLst>
          </p:cNvPr>
          <p:cNvSpPr>
            <a:spLocks noGrp="1"/>
          </p:cNvSpPr>
          <p:nvPr>
            <p:ph type="sldNum" sz="quarter" idx="5"/>
          </p:nvPr>
        </p:nvSpPr>
        <p:spPr/>
        <p:txBody>
          <a:bodyPr/>
          <a:lstStyle/>
          <a:p>
            <a:fld id="{697381A9-0C9E-4D3A-A28B-AC4E168A57BC}" type="slidenum">
              <a:rPr lang="en-GB" smtClean="0"/>
              <a:pPr/>
              <a:t>38</a:t>
            </a:fld>
            <a:endParaRPr lang="en-GB"/>
          </a:p>
        </p:txBody>
      </p:sp>
    </p:spTree>
    <p:extLst>
      <p:ext uri="{BB962C8B-B14F-4D97-AF65-F5344CB8AC3E}">
        <p14:creationId xmlns:p14="http://schemas.microsoft.com/office/powerpoint/2010/main" val="14114233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A new approach for the analysis of sensitive data is called Secure </a:t>
            </a:r>
            <a:r>
              <a:rPr lang="en-US" dirty="0" err="1"/>
              <a:t>ANalysis</a:t>
            </a:r>
            <a:r>
              <a:rPr lang="en-US" dirty="0"/>
              <a:t> Environment (SANE). This allows secure analysis of data in a closed environment. The primary researcher has absolute control, while researchers can safely work with sensitive data.</a:t>
            </a:r>
          </a:p>
          <a:p>
            <a:endParaRPr lang="en-US" dirty="0"/>
          </a:p>
          <a:p>
            <a:r>
              <a:rPr lang="en-US" dirty="0"/>
              <a:t>This starts with an agreement that is signed between the data owner and secondary researcher. The owner sets up the SANE and makes the data available. He researcher analyses this data and deposits the results. Only after the owner verifies the results will they be released out of the secure environment. </a:t>
            </a:r>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39</a:t>
            </a:fld>
            <a:endParaRPr lang="en-GB"/>
          </a:p>
        </p:txBody>
      </p:sp>
    </p:spTree>
    <p:extLst>
      <p:ext uri="{BB962C8B-B14F-4D97-AF65-F5344CB8AC3E}">
        <p14:creationId xmlns:p14="http://schemas.microsoft.com/office/powerpoint/2010/main" val="21970731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sz="1400" dirty="0">
                <a:effectLst/>
                <a:latin typeface="Calibri" panose="020F0502020204030204" pitchFamily="34" charset="0"/>
              </a:rPr>
              <a:t>Another method involves </a:t>
            </a:r>
            <a:r>
              <a:rPr lang="en-US" sz="1400" dirty="0" err="1">
                <a:effectLst/>
                <a:latin typeface="Calibri" panose="020F0502020204030204" pitchFamily="34" charset="0"/>
              </a:rPr>
              <a:t>decentralised</a:t>
            </a:r>
            <a:r>
              <a:rPr lang="en-US" sz="1400" dirty="0">
                <a:effectLst/>
                <a:latin typeface="Calibri" panose="020F0502020204030204" pitchFamily="34" charset="0"/>
              </a:rPr>
              <a:t> reuse of data. Using this method, researchers can offer information about their qualitative data (but not the data itself) for sharing. Based on this, interested </a:t>
            </a:r>
            <a:r>
              <a:rPr lang="en-US" sz="1400" dirty="0" err="1">
                <a:effectLst/>
                <a:latin typeface="Calibri" panose="020F0502020204030204" pitchFamily="34" charset="0"/>
              </a:rPr>
              <a:t>reusers</a:t>
            </a:r>
            <a:r>
              <a:rPr lang="en-US" sz="1400" dirty="0">
                <a:effectLst/>
                <a:latin typeface="Calibri" panose="020F0502020204030204" pitchFamily="34" charset="0"/>
              </a:rPr>
              <a:t> can approach the original researchers with an analysis protocol that fits their proposed study. The original researchers can then execute this protocol on their data and send back the results of this, so that the </a:t>
            </a:r>
            <a:r>
              <a:rPr lang="en-US" sz="1400" dirty="0" err="1">
                <a:effectLst/>
                <a:latin typeface="Calibri" panose="020F0502020204030204" pitchFamily="34" charset="0"/>
              </a:rPr>
              <a:t>reuser</a:t>
            </a:r>
            <a:r>
              <a:rPr lang="en-US" sz="1400" dirty="0">
                <a:effectLst/>
                <a:latin typeface="Calibri" panose="020F0502020204030204" pitchFamily="34" charset="0"/>
              </a:rPr>
              <a:t> has new data for their study without the original sensitive data leaving the environment of the original researcher. This method allows for reuse of qualitative data when sharing data is not an option. The projects also aim to improve the </a:t>
            </a:r>
            <a:r>
              <a:rPr lang="en-US" sz="1400" dirty="0" err="1">
                <a:effectLst/>
                <a:latin typeface="Calibri" panose="020F0502020204030204" pitchFamily="34" charset="0"/>
              </a:rPr>
              <a:t>FAIRness</a:t>
            </a:r>
            <a:r>
              <a:rPr lang="en-US" sz="1400" dirty="0">
                <a:effectLst/>
                <a:latin typeface="Calibri" panose="020F0502020204030204" pitchFamily="34" charset="0"/>
              </a:rPr>
              <a:t> of qualitative data by asking researchers to provide metadata on their research and describe the studies in such a way that their reuse potential can easily be evaluated by other researchers. Such approaches of </a:t>
            </a:r>
            <a:r>
              <a:rPr lang="en-US" sz="1400" dirty="0" err="1">
                <a:effectLst/>
                <a:latin typeface="Calibri" panose="020F0502020204030204" pitchFamily="34" charset="0"/>
              </a:rPr>
              <a:t>decentralised</a:t>
            </a:r>
            <a:r>
              <a:rPr lang="en-US" sz="1400" dirty="0">
                <a:effectLst/>
                <a:latin typeface="Calibri" panose="020F0502020204030204" pitchFamily="34" charset="0"/>
              </a:rPr>
              <a:t> re-analysis and reuse can facilitate cross-case analysis and prevent qualitative researchers from uselessly repeating studies already executed previously, thus saving valuable time and resources.</a:t>
            </a:r>
            <a:endParaRPr lang="nl-NL" dirty="0"/>
          </a:p>
          <a:p>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40</a:t>
            </a:fld>
            <a:endParaRPr lang="en-GB"/>
          </a:p>
        </p:txBody>
      </p:sp>
    </p:spTree>
    <p:extLst>
      <p:ext uri="{BB962C8B-B14F-4D97-AF65-F5344CB8AC3E}">
        <p14:creationId xmlns:p14="http://schemas.microsoft.com/office/powerpoint/2010/main" val="24765645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1088502" rtl="0" eaLnBrk="1" fontAlgn="auto" latinLnBrk="0" hangingPunct="1">
              <a:lnSpc>
                <a:spcPct val="100000"/>
              </a:lnSpc>
              <a:spcBef>
                <a:spcPts val="0"/>
              </a:spcBef>
              <a:spcAft>
                <a:spcPts val="0"/>
              </a:spcAft>
              <a:buClrTx/>
              <a:buSzTx/>
              <a:buFontTx/>
              <a:buNone/>
              <a:tabLst/>
              <a:defRPr/>
            </a:pPr>
            <a:r>
              <a:rPr lang="en-US" dirty="0"/>
              <a:t>A third technological solution could be Annotation for Transparent Inquiry (ATI). This is a new tool designed to facilitate transparency in qualitative and mixed-methods research. It allows scholars to “annotate” specific passages in a publication with additional information, explaining how they generated and </a:t>
            </a:r>
            <a:r>
              <a:rPr lang="en-US" dirty="0" err="1"/>
              <a:t>analysed</a:t>
            </a:r>
            <a:r>
              <a:rPr lang="en-US" dirty="0"/>
              <a:t> their data, along with links to a wide variety of underlying data sources. These annotations are displayed alongside their articles on the publisher’s website. </a:t>
            </a:r>
            <a:endParaRPr lang="nl-NL" dirty="0"/>
          </a:p>
          <a:p>
            <a:endParaRPr lang="nl-NL"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41</a:t>
            </a:fld>
            <a:endParaRPr lang="en-GB"/>
          </a:p>
        </p:txBody>
      </p:sp>
    </p:spTree>
    <p:extLst>
      <p:ext uri="{BB962C8B-B14F-4D97-AF65-F5344CB8AC3E}">
        <p14:creationId xmlns:p14="http://schemas.microsoft.com/office/powerpoint/2010/main" val="9632827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42</a:t>
            </a:fld>
            <a:endParaRPr lang="en-GB"/>
          </a:p>
        </p:txBody>
      </p:sp>
    </p:spTree>
    <p:extLst>
      <p:ext uri="{BB962C8B-B14F-4D97-AF65-F5344CB8AC3E}">
        <p14:creationId xmlns:p14="http://schemas.microsoft.com/office/powerpoint/2010/main" val="11049930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A9AD-385D-53B6-F2B8-D5633296B2B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0BDF989-5CD9-C1B0-66BC-4EEDE11D591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FD4DC9E-1D3E-B44C-1FEC-0C0928256E44}"/>
              </a:ext>
            </a:extLst>
          </p:cNvPr>
          <p:cNvSpPr>
            <a:spLocks noGrp="1"/>
          </p:cNvSpPr>
          <p:nvPr>
            <p:ph type="body" idx="1"/>
          </p:nvPr>
        </p:nvSpPr>
        <p:spPr/>
        <p:txBody>
          <a:bodyPr/>
          <a:lstStyle/>
          <a:p>
            <a:r>
              <a:rPr lang="en-US" dirty="0"/>
              <a:t>This slide gives participants a chance to discuss how they would like to proceed with the promotion of FAIR Qualitative Data. </a:t>
            </a:r>
            <a:endParaRPr lang="nl-NL" dirty="0"/>
          </a:p>
        </p:txBody>
      </p:sp>
      <p:sp>
        <p:nvSpPr>
          <p:cNvPr id="4" name="Tijdelijke aanduiding voor dianummer 3">
            <a:extLst>
              <a:ext uri="{FF2B5EF4-FFF2-40B4-BE49-F238E27FC236}">
                <a16:creationId xmlns:a16="http://schemas.microsoft.com/office/drawing/2014/main" id="{D2A8916F-2136-A549-3414-8FD3926AABD8}"/>
              </a:ext>
            </a:extLst>
          </p:cNvPr>
          <p:cNvSpPr>
            <a:spLocks noGrp="1"/>
          </p:cNvSpPr>
          <p:nvPr>
            <p:ph type="sldNum" sz="quarter" idx="5"/>
          </p:nvPr>
        </p:nvSpPr>
        <p:spPr/>
        <p:txBody>
          <a:bodyPr/>
          <a:lstStyle/>
          <a:p>
            <a:fld id="{697381A9-0C9E-4D3A-A28B-AC4E168A57BC}" type="slidenum">
              <a:rPr lang="en-GB" smtClean="0"/>
              <a:pPr/>
              <a:t>43</a:t>
            </a:fld>
            <a:endParaRPr lang="en-GB"/>
          </a:p>
        </p:txBody>
      </p:sp>
    </p:spTree>
    <p:extLst>
      <p:ext uri="{BB962C8B-B14F-4D97-AF65-F5344CB8AC3E}">
        <p14:creationId xmlns:p14="http://schemas.microsoft.com/office/powerpoint/2010/main" val="27153717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dirty="0">
                <a:solidFill>
                  <a:srgbClr val="000000"/>
                </a:solidFill>
              </a:rPr>
              <a:t>In case you have questions or need support you can first check out the DCC website of the Radboud University to see if you can find more information. For more specific questions related to your research project it is best to ask your local </a:t>
            </a:r>
            <a:r>
              <a:rPr lang="en-US" sz="1200" dirty="0" err="1">
                <a:solidFill>
                  <a:srgbClr val="000000"/>
                </a:solidFill>
              </a:rPr>
              <a:t>datasteward</a:t>
            </a:r>
            <a:r>
              <a:rPr lang="en-US" sz="1200" dirty="0">
                <a:solidFill>
                  <a:srgbClr val="000000"/>
                </a:solidFill>
              </a:rPr>
              <a:t>, since they have expertise in your field, the practices that are common and the software options that can make your life easier. For questions about specifically this presentation, you can reach out to the Digital Competence Centre via e-mail. </a:t>
            </a:r>
            <a:endParaRPr lang="nl-NL" sz="1200" dirty="0">
              <a:solidFill>
                <a:srgbClr val="000000"/>
              </a:solidFill>
            </a:endParaRPr>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44</a:t>
            </a:fld>
            <a:endParaRPr lang="en-GB"/>
          </a:p>
        </p:txBody>
      </p:sp>
    </p:spTree>
    <p:extLst>
      <p:ext uri="{BB962C8B-B14F-4D97-AF65-F5344CB8AC3E}">
        <p14:creationId xmlns:p14="http://schemas.microsoft.com/office/powerpoint/2010/main" val="28401417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45</a:t>
            </a:fld>
            <a:endParaRPr lang="en-GB"/>
          </a:p>
        </p:txBody>
      </p:sp>
    </p:spTree>
    <p:extLst>
      <p:ext uri="{BB962C8B-B14F-4D97-AF65-F5344CB8AC3E}">
        <p14:creationId xmlns:p14="http://schemas.microsoft.com/office/powerpoint/2010/main" val="2042708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8.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E3000B"/>
        </a:solidFill>
        <a:effectLst/>
      </p:bgPr>
    </p:bg>
    <p:spTree>
      <p:nvGrpSpPr>
        <p:cNvPr id="1" name=""/>
        <p:cNvGrpSpPr/>
        <p:nvPr/>
      </p:nvGrpSpPr>
      <p:grpSpPr>
        <a:xfrm>
          <a:off x="0" y="0"/>
          <a:ext cx="0" cy="0"/>
          <a:chOff x="0" y="0"/>
          <a:chExt cx="0" cy="0"/>
        </a:xfrm>
      </p:grpSpPr>
      <p:sp>
        <p:nvSpPr>
          <p:cNvPr id="13" name="Vrije tekstregel voor toelichting 1"/>
          <p:cNvSpPr>
            <a:spLocks noGrp="1" noSelect="1"/>
          </p:cNvSpPr>
          <p:nvPr>
            <p:ph type="body" sz="quarter" idx="16" hasCustomPrompt="1"/>
          </p:nvPr>
        </p:nvSpPr>
        <p:spPr>
          <a:xfrm>
            <a:off x="939613" y="5018400"/>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a:t>[Optional text line for explanation] </a:t>
            </a:r>
          </a:p>
        </p:txBody>
      </p:sp>
      <p:sp>
        <p:nvSpPr>
          <p:cNvPr id="12" name="Naam van presentator 2"/>
          <p:cNvSpPr>
            <a:spLocks noGrp="1" noSelect="1"/>
          </p:cNvSpPr>
          <p:nvPr>
            <p:ph type="body" sz="quarter" idx="15" hasCustomPrompt="1"/>
          </p:nvPr>
        </p:nvSpPr>
        <p:spPr>
          <a:xfrm>
            <a:off x="939613" y="4774496"/>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a:t>[Name of presenter]</a:t>
            </a:r>
          </a:p>
        </p:txBody>
      </p:sp>
      <p:sp>
        <p:nvSpPr>
          <p:cNvPr id="11" name="date 3 (JU-Free)"/>
          <p:cNvSpPr>
            <a:spLocks noGrp="1"/>
          </p:cNvSpPr>
          <p:nvPr>
            <p:ph type="body" sz="quarter" idx="14" hasCustomPrompt="1"/>
          </p:nvPr>
        </p:nvSpPr>
        <p:spPr>
          <a:xfrm>
            <a:off x="939613" y="4528107"/>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latin typeface="+mn-lt"/>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a:t>[Date of presentation]</a:t>
            </a:r>
          </a:p>
          <a:p>
            <a:pPr lvl="0"/>
            <a:r>
              <a:rPr lang="en-GB"/>
              <a:t>JU-LEVEL1=</a:t>
            </a:r>
            <a:r>
              <a:rPr lang="en-GB" err="1"/>
              <a:t>Standaard</a:t>
            </a:r>
            <a:endParaRPr lang="en-GB"/>
          </a:p>
        </p:txBody>
      </p:sp>
      <p:sp>
        <p:nvSpPr>
          <p:cNvPr id="6" name="Title 4 (JU-Free)"/>
          <p:cNvSpPr>
            <a:spLocks noGrp="1"/>
          </p:cNvSpPr>
          <p:nvPr>
            <p:ph type="body" sz="quarter" idx="13" hasCustomPrompt="1"/>
          </p:nvPr>
        </p:nvSpPr>
        <p:spPr>
          <a:xfrm>
            <a:off x="863545" y="512677"/>
            <a:ext cx="10080000" cy="3647900"/>
          </a:xfrm>
        </p:spPr>
        <p:txBody>
          <a:bodyPr anchor="b"/>
          <a:lstStyle>
            <a:lvl1pPr marL="0" indent="0">
              <a:lnSpc>
                <a:spcPct val="85000"/>
              </a:lnSpc>
              <a:spcBef>
                <a:spcPts val="0"/>
              </a:spcBef>
              <a:buNone/>
              <a:defRPr sz="6800" b="0">
                <a:solidFill>
                  <a:schemeClr val="bg1"/>
                </a:solidFill>
                <a:latin typeface="+mj-lt"/>
              </a:defRPr>
            </a:lvl1pPr>
            <a:lvl2pPr marL="0" indent="0">
              <a:lnSpc>
                <a:spcPct val="85000"/>
              </a:lnSpc>
              <a:spcBef>
                <a:spcPts val="0"/>
              </a:spcBef>
              <a:buNone/>
              <a:defRPr sz="6800" b="0"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6pPr>
            <a:lvl7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7pPr>
            <a:lvl8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8pPr>
            <a:lvl9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9pPr>
          </a:lstStyle>
          <a:p>
            <a:pPr lvl="0"/>
            <a:r>
              <a:rPr lang="en-GB"/>
              <a:t>[Title]</a:t>
            </a:r>
          </a:p>
          <a:p>
            <a:pPr lvl="0"/>
            <a:r>
              <a:rPr lang="en-GB"/>
              <a:t>JU-LEVEL1=</a:t>
            </a:r>
            <a:r>
              <a:rPr lang="en-GB" err="1"/>
              <a:t>Standaard</a:t>
            </a:r>
            <a:endParaRPr lang="en-GB"/>
          </a:p>
          <a:p>
            <a:pPr lvl="1"/>
            <a:r>
              <a:rPr lang="en-GB"/>
              <a:t>JU-LEVEL2=</a:t>
            </a:r>
            <a:r>
              <a:rPr lang="en-GB" err="1"/>
              <a:t>Titel</a:t>
            </a:r>
            <a:r>
              <a:rPr lang="en-GB"/>
              <a:t> light</a:t>
            </a:r>
          </a:p>
        </p:txBody>
      </p:sp>
      <p:sp>
        <p:nvSpPr>
          <p:cNvPr id="9"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35253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ighlights (1)">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2923B9C5-BE15-4844-92EA-6B5A4B794705}" type="datetime4">
              <a:rPr lang="en-GB" noProof="1" smtClean="0"/>
              <a:t>26 February 2025</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3" name="Frame text 4 (JU-Free)"/>
          <p:cNvSpPr>
            <a:spLocks noGrp="1"/>
          </p:cNvSpPr>
          <p:nvPr>
            <p:ph type="body" sz="quarter" idx="13" hasCustomPrompt="1"/>
          </p:nvPr>
        </p:nvSpPr>
        <p:spPr>
          <a:xfrm>
            <a:off x="1017712" y="2215838"/>
            <a:ext cx="10298980"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a:t>[Heading]</a:t>
            </a:r>
          </a:p>
          <a:p>
            <a:pPr lvl="0"/>
            <a:r>
              <a:rPr lang="en-GB"/>
              <a:t>JU-LEVEL1=</a:t>
            </a:r>
            <a:r>
              <a:rPr lang="en-GB" err="1"/>
              <a:t>Standaard</a:t>
            </a:r>
            <a:endParaRPr lang="en-GB"/>
          </a:p>
          <a:p>
            <a:pPr lvl="1"/>
            <a:r>
              <a:rPr lang="en-GB"/>
              <a:t>JU-LEVEL2=</a:t>
            </a:r>
            <a:r>
              <a:rPr lang="en-GB" err="1"/>
              <a:t>Basistekst</a:t>
            </a:r>
            <a:endParaRPr lang="en-GB"/>
          </a:p>
          <a:p>
            <a:pPr lvl="2"/>
            <a:r>
              <a:rPr lang="en-GB"/>
              <a:t>JU-LEVEL3=</a:t>
            </a:r>
            <a:r>
              <a:rPr lang="en-GB" err="1"/>
              <a:t>Opsomming</a:t>
            </a:r>
            <a:endParaRPr lang="en-GB"/>
          </a:p>
          <a:p>
            <a:pPr lvl="3"/>
            <a:r>
              <a:rPr lang="en-GB"/>
              <a:t>JU-LEVEL4=</a:t>
            </a:r>
            <a:r>
              <a:rPr lang="en-GB" err="1"/>
              <a:t>Zwevend</a:t>
            </a:r>
            <a:r>
              <a:rPr lang="en-GB"/>
              <a:t> 1e </a:t>
            </a:r>
            <a:r>
              <a:rPr lang="en-GB" err="1"/>
              <a:t>niveau</a:t>
            </a:r>
            <a:r>
              <a:rPr lang="en-GB"/>
              <a:t> </a:t>
            </a:r>
          </a:p>
        </p:txBody>
      </p:sp>
      <p:sp>
        <p:nvSpPr>
          <p:cNvPr id="2" name="***Titel 5"/>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p>
        </p:txBody>
      </p:sp>
      <p:sp>
        <p:nvSpPr>
          <p:cNvPr id="10" name="Kopregel 6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a:t>[Header line]</a:t>
            </a:r>
          </a:p>
          <a:p>
            <a:pPr lvl="0"/>
            <a:r>
              <a:rPr lang="en-GB"/>
              <a:t>JU-LEVEL1=</a:t>
            </a:r>
            <a:r>
              <a:rPr lang="en-GB" err="1"/>
              <a:t>Standaard</a:t>
            </a:r>
            <a:endParaRPr lang="en-GB"/>
          </a:p>
        </p:txBody>
      </p:sp>
    </p:spTree>
    <p:extLst>
      <p:ext uri="{BB962C8B-B14F-4D97-AF65-F5344CB8AC3E}">
        <p14:creationId xmlns:p14="http://schemas.microsoft.com/office/powerpoint/2010/main" val="2525546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ighlights (2)">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2923B9C5-BE15-4844-92EA-6B5A4B794705}" type="datetime4">
              <a:rPr lang="en-GB" noProof="1" smtClean="0"/>
              <a:t>26 February 2025</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4" name="Frame text 4"/>
          <p:cNvSpPr>
            <a:spLocks noGrp="1" noSelect="1"/>
          </p:cNvSpPr>
          <p:nvPr>
            <p:ph type="body" sz="quarter" idx="14" hasCustomPrompt="1"/>
          </p:nvPr>
        </p:nvSpPr>
        <p:spPr>
          <a:xfrm>
            <a:off x="5541900" y="2217600"/>
            <a:ext cx="577479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 typeface="Open Sans" panose="020B0606030504020204" pitchFamily="34" charset="0"/>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Open Sans" panose="020B0606030504020204" pitchFamily="34" charset="0"/>
                <a:ea typeface="Open Sans" panose="020B0606030504020204" pitchFamily="34" charset="0"/>
                <a:cs typeface="Open Sans" panose="020B0606030504020204" pitchFamily="34" charset="0"/>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a:t>[Heading]</a:t>
            </a:r>
          </a:p>
        </p:txBody>
      </p:sp>
      <p:sp>
        <p:nvSpPr>
          <p:cNvPr id="13" name="Frame text 5 (JU-Free)"/>
          <p:cNvSpPr>
            <a:spLocks noGrp="1"/>
          </p:cNvSpPr>
          <p:nvPr>
            <p:ph type="body" sz="quarter" idx="13" hasCustomPrompt="1"/>
          </p:nvPr>
        </p:nvSpPr>
        <p:spPr>
          <a:xfrm>
            <a:off x="1017712" y="2215838"/>
            <a:ext cx="4034171"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a:t>[Heading]</a:t>
            </a:r>
          </a:p>
          <a:p>
            <a:pPr lvl="0"/>
            <a:r>
              <a:rPr lang="en-GB"/>
              <a:t>JU-LEVEL1=</a:t>
            </a:r>
            <a:r>
              <a:rPr lang="en-GB" err="1"/>
              <a:t>Standaard</a:t>
            </a:r>
            <a:endParaRPr lang="en-GB"/>
          </a:p>
          <a:p>
            <a:pPr lvl="1"/>
            <a:r>
              <a:rPr lang="en-GB"/>
              <a:t>JU-LEVEL2=</a:t>
            </a:r>
            <a:r>
              <a:rPr lang="en-GB" err="1"/>
              <a:t>Basistekst</a:t>
            </a:r>
            <a:endParaRPr lang="en-GB"/>
          </a:p>
          <a:p>
            <a:pPr lvl="2"/>
            <a:r>
              <a:rPr lang="en-GB"/>
              <a:t>JU-LEVEL3=</a:t>
            </a:r>
            <a:r>
              <a:rPr lang="en-GB" err="1"/>
              <a:t>Opsomming</a:t>
            </a:r>
            <a:endParaRPr lang="en-GB"/>
          </a:p>
          <a:p>
            <a:pPr lvl="3"/>
            <a:r>
              <a:rPr lang="en-GB"/>
              <a:t>JU-LEVEL4=</a:t>
            </a:r>
            <a:r>
              <a:rPr lang="en-GB" err="1"/>
              <a:t>Zwevend</a:t>
            </a:r>
            <a:r>
              <a:rPr lang="en-GB"/>
              <a:t> 1e </a:t>
            </a:r>
            <a:r>
              <a:rPr lang="en-GB" err="1"/>
              <a:t>niveau</a:t>
            </a:r>
            <a:r>
              <a:rPr lang="en-GB"/>
              <a:t> </a:t>
            </a:r>
          </a:p>
        </p:txBody>
      </p:sp>
      <p:sp>
        <p:nvSpPr>
          <p:cNvPr id="2" name="***Titel 6"/>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p>
        </p:txBody>
      </p:sp>
      <p:sp>
        <p:nvSpPr>
          <p:cNvPr id="10" name="Kopregel 7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a:t>[header line]</a:t>
            </a:r>
          </a:p>
          <a:p>
            <a:pPr lvl="0"/>
            <a:r>
              <a:rPr lang="en-GB"/>
              <a:t>JU-LEVEL1=</a:t>
            </a:r>
            <a:r>
              <a:rPr lang="en-GB" err="1"/>
              <a:t>Standaard</a:t>
            </a:r>
            <a:endParaRPr lang="en-GB"/>
          </a:p>
        </p:txBody>
      </p:sp>
    </p:spTree>
    <p:extLst>
      <p:ext uri="{BB962C8B-B14F-4D97-AF65-F5344CB8AC3E}">
        <p14:creationId xmlns:p14="http://schemas.microsoft.com/office/powerpoint/2010/main" val="346417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ighlights (4)">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2923B9C5-BE15-4844-92EA-6B5A4B794705}" type="datetime4">
              <a:rPr lang="en-GB" noProof="1" smtClean="0"/>
              <a:t>26 February 2025</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6" name="Frame text 4"/>
          <p:cNvSpPr>
            <a:spLocks noGrp="1" noSelect="1"/>
          </p:cNvSpPr>
          <p:nvPr>
            <p:ph type="body" sz="quarter" idx="16" hasCustomPrompt="1"/>
          </p:nvPr>
        </p:nvSpPr>
        <p:spPr>
          <a:xfrm>
            <a:off x="9249904"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a:t>[Heading]</a:t>
            </a:r>
          </a:p>
        </p:txBody>
      </p:sp>
      <p:sp>
        <p:nvSpPr>
          <p:cNvPr id="15" name="Frame text 5"/>
          <p:cNvSpPr>
            <a:spLocks noGrp="1" noSelect="1"/>
          </p:cNvSpPr>
          <p:nvPr>
            <p:ph type="body" sz="quarter" idx="15" hasCustomPrompt="1"/>
          </p:nvPr>
        </p:nvSpPr>
        <p:spPr>
          <a:xfrm>
            <a:off x="6509241"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a:t>[Heading]</a:t>
            </a:r>
          </a:p>
        </p:txBody>
      </p:sp>
      <p:sp>
        <p:nvSpPr>
          <p:cNvPr id="14" name="Frame text 6"/>
          <p:cNvSpPr>
            <a:spLocks noGrp="1" noSelect="1"/>
          </p:cNvSpPr>
          <p:nvPr>
            <p:ph type="body" sz="quarter" idx="14" hasCustomPrompt="1"/>
          </p:nvPr>
        </p:nvSpPr>
        <p:spPr>
          <a:xfrm>
            <a:off x="3768579"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a:t>[Heading]</a:t>
            </a:r>
          </a:p>
        </p:txBody>
      </p:sp>
      <p:sp>
        <p:nvSpPr>
          <p:cNvPr id="13" name="Frame text 7 (JU-Free)"/>
          <p:cNvSpPr>
            <a:spLocks noGrp="1"/>
          </p:cNvSpPr>
          <p:nvPr>
            <p:ph type="body" sz="quarter" idx="13" hasCustomPrompt="1"/>
          </p:nvPr>
        </p:nvSpPr>
        <p:spPr>
          <a:xfrm>
            <a:off x="1027917"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a:t>[Heading]</a:t>
            </a:r>
          </a:p>
          <a:p>
            <a:pPr lvl="0"/>
            <a:r>
              <a:rPr lang="en-GB"/>
              <a:t>JU-LEVEL1=</a:t>
            </a:r>
            <a:r>
              <a:rPr lang="en-GB" err="1"/>
              <a:t>Standaard</a:t>
            </a:r>
            <a:endParaRPr lang="en-GB"/>
          </a:p>
          <a:p>
            <a:pPr lvl="1"/>
            <a:r>
              <a:rPr lang="en-GB"/>
              <a:t>JU-LEVEL2=</a:t>
            </a:r>
            <a:r>
              <a:rPr lang="en-GB" err="1"/>
              <a:t>Basistekst</a:t>
            </a:r>
            <a:endParaRPr lang="en-GB"/>
          </a:p>
          <a:p>
            <a:pPr lvl="2"/>
            <a:r>
              <a:rPr lang="en-GB"/>
              <a:t>JU-LEVEL3=</a:t>
            </a:r>
            <a:r>
              <a:rPr lang="en-GB" err="1"/>
              <a:t>Opsomming</a:t>
            </a:r>
            <a:endParaRPr lang="en-GB"/>
          </a:p>
          <a:p>
            <a:pPr lvl="3"/>
            <a:r>
              <a:rPr lang="en-GB"/>
              <a:t>JU-LEVEL4=</a:t>
            </a:r>
            <a:r>
              <a:rPr lang="en-GB" err="1"/>
              <a:t>Zwevend</a:t>
            </a:r>
            <a:r>
              <a:rPr lang="en-GB"/>
              <a:t> 1e  </a:t>
            </a:r>
            <a:r>
              <a:rPr lang="en-GB" err="1"/>
              <a:t>niveau</a:t>
            </a:r>
            <a:endParaRPr lang="en-GB"/>
          </a:p>
        </p:txBody>
      </p:sp>
      <p:sp>
        <p:nvSpPr>
          <p:cNvPr id="2" name="***Titel 8"/>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p>
        </p:txBody>
      </p:sp>
      <p:sp>
        <p:nvSpPr>
          <p:cNvPr id="17" name="Kopregel 9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a:t>[header line]</a:t>
            </a:r>
          </a:p>
          <a:p>
            <a:pPr lvl="0"/>
            <a:r>
              <a:rPr lang="en-GB"/>
              <a:t>JU-LEVEL1=</a:t>
            </a:r>
            <a:r>
              <a:rPr lang="en-GB" err="1"/>
              <a:t>Standaard</a:t>
            </a:r>
            <a:endParaRPr lang="en-GB"/>
          </a:p>
        </p:txBody>
      </p:sp>
    </p:spTree>
    <p:extLst>
      <p:ext uri="{BB962C8B-B14F-4D97-AF65-F5344CB8AC3E}">
        <p14:creationId xmlns:p14="http://schemas.microsoft.com/office/powerpoint/2010/main" val="101480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etween slide white">
    <p:bg>
      <p:bgPr>
        <a:solidFill>
          <a:srgbClr val="FFFFFF"/>
        </a:solidFill>
        <a:effectLst/>
      </p:bgPr>
    </p:bg>
    <p:spTree>
      <p:nvGrpSpPr>
        <p:cNvPr id="1" name=""/>
        <p:cNvGrpSpPr/>
        <p:nvPr/>
      </p:nvGrpSpPr>
      <p:grpSpPr>
        <a:xfrm>
          <a:off x="0" y="0"/>
          <a:ext cx="0" cy="0"/>
          <a:chOff x="0" y="0"/>
          <a:chExt cx="0" cy="0"/>
        </a:xfrm>
      </p:grpSpPr>
      <p:sp>
        <p:nvSpPr>
          <p:cNvPr id="4" name="Frame text 1 (JU-Free)">
            <a:extLst>
              <a:ext uri="{FF2B5EF4-FFF2-40B4-BE49-F238E27FC236}">
                <a16:creationId xmlns:a16="http://schemas.microsoft.com/office/drawing/2014/main" id="{47B08040-1AC6-4424-AC77-34664CAA4BE7}"/>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chemeClr val="accent1"/>
                </a:solidFill>
                <a:latin typeface="+mj-lt"/>
              </a:defRPr>
            </a:lvl1pPr>
            <a:lvl2pPr marL="0" indent="0" algn="ctr">
              <a:spcBef>
                <a:spcPts val="0"/>
              </a:spcBef>
              <a:buFontTx/>
              <a:buNone/>
              <a:defRPr sz="3600" i="0" cap="all" baseline="0">
                <a:solidFill>
                  <a:schemeClr val="accent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a:t>[Title]</a:t>
            </a:r>
          </a:p>
          <a:p>
            <a:pPr lvl="0"/>
            <a:r>
              <a:rPr lang="en-GB"/>
              <a:t>JU-LEVEL1=</a:t>
            </a:r>
            <a:r>
              <a:rPr lang="en-GB" err="1"/>
              <a:t>Standaard</a:t>
            </a:r>
            <a:endParaRPr lang="en-GB"/>
          </a:p>
          <a:p>
            <a:pPr lvl="1"/>
            <a:r>
              <a:rPr lang="en-GB"/>
              <a:t>JU-LEVEL2=</a:t>
            </a:r>
            <a:r>
              <a:rPr lang="en-GB" err="1"/>
              <a:t>Titel</a:t>
            </a:r>
            <a:r>
              <a:rPr lang="en-GB"/>
              <a:t> light</a:t>
            </a:r>
          </a:p>
        </p:txBody>
      </p:sp>
    </p:spTree>
    <p:extLst>
      <p:ext uri="{BB962C8B-B14F-4D97-AF65-F5344CB8AC3E}">
        <p14:creationId xmlns:p14="http://schemas.microsoft.com/office/powerpoint/2010/main" val="1886260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etween slide Red Impact">
    <p:bg>
      <p:bgPr>
        <a:solidFill>
          <a:srgbClr val="E3000B"/>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9003792C-E96E-4CD5-83F8-FBFE78F93C83}"/>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rgbClr val="8C201B"/>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a:t>[Title]</a:t>
            </a:r>
          </a:p>
          <a:p>
            <a:pPr lvl="0"/>
            <a:r>
              <a:rPr lang="en-GB"/>
              <a:t>JU-LEVEL1=</a:t>
            </a:r>
            <a:r>
              <a:rPr lang="en-GB" err="1"/>
              <a:t>Standaard</a:t>
            </a:r>
            <a:endParaRPr lang="en-GB"/>
          </a:p>
          <a:p>
            <a:pPr lvl="1"/>
            <a:r>
              <a:rPr lang="en-GB"/>
              <a:t>JU-LEVEL2=</a:t>
            </a:r>
            <a:r>
              <a:rPr lang="en-GB" err="1"/>
              <a:t>Titel</a:t>
            </a:r>
            <a:r>
              <a:rPr lang="en-GB"/>
              <a:t> light</a:t>
            </a:r>
          </a:p>
        </p:txBody>
      </p:sp>
      <p:sp>
        <p:nvSpPr>
          <p:cNvPr id="6"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49152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etween slide Lady bug">
    <p:bg>
      <p:bgPr>
        <a:solidFill>
          <a:srgbClr val="8C201B"/>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7309AEE2-23F3-4485-AB59-68003885CF23}"/>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chemeClr val="accent1"/>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a:t>[Title]</a:t>
            </a:r>
          </a:p>
          <a:p>
            <a:pPr lvl="0"/>
            <a:r>
              <a:rPr lang="en-GB"/>
              <a:t>JU-LEVEL1=</a:t>
            </a:r>
            <a:r>
              <a:rPr lang="en-GB" err="1"/>
              <a:t>Standaard</a:t>
            </a:r>
            <a:endParaRPr lang="en-GB"/>
          </a:p>
          <a:p>
            <a:pPr lvl="1"/>
            <a:r>
              <a:rPr lang="en-GB"/>
              <a:t>JU-LEVEL2=</a:t>
            </a:r>
            <a:r>
              <a:rPr lang="en-GB" err="1"/>
              <a:t>Titel</a:t>
            </a:r>
            <a:r>
              <a:rPr lang="en-GB"/>
              <a:t> light</a:t>
            </a:r>
          </a:p>
        </p:txBody>
      </p:sp>
      <p:sp>
        <p:nvSpPr>
          <p:cNvPr id="8"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940013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etween slide Maroon">
    <p:bg>
      <p:bgPr>
        <a:solidFill>
          <a:srgbClr val="730E04"/>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FE10598B-5335-4C41-B925-F9DA24742C91}"/>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rgbClr val="EE1C25"/>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a:t>[Title]</a:t>
            </a:r>
          </a:p>
          <a:p>
            <a:pPr lvl="0"/>
            <a:r>
              <a:rPr lang="en-GB"/>
              <a:t>JU-LEVEL1=</a:t>
            </a:r>
            <a:r>
              <a:rPr lang="en-GB" err="1"/>
              <a:t>Standaard</a:t>
            </a:r>
            <a:endParaRPr lang="en-GB"/>
          </a:p>
          <a:p>
            <a:pPr lvl="1"/>
            <a:r>
              <a:rPr lang="en-GB"/>
              <a:t>JU-LEVEL2=</a:t>
            </a:r>
            <a:r>
              <a:rPr lang="en-GB" err="1"/>
              <a:t>Titel</a:t>
            </a:r>
            <a:r>
              <a:rPr lang="en-GB"/>
              <a:t> light</a:t>
            </a:r>
          </a:p>
        </p:txBody>
      </p:sp>
      <p:sp>
        <p:nvSpPr>
          <p:cNvPr id="8"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0574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2-column layout">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2"/>
          <p:cNvSpPr>
            <a:spLocks noGrp="1" noSelect="1"/>
          </p:cNvSpPr>
          <p:nvPr>
            <p:ph type="dt" sz="half" idx="10"/>
          </p:nvPr>
        </p:nvSpPr>
        <p:spPr/>
        <p:txBody>
          <a:bodyPr/>
          <a:lstStyle/>
          <a:p>
            <a:fld id="{3173DE11-90EF-4400-A6F5-8A2DCCBD9698}" type="datetime4">
              <a:rPr lang="en-GB" noProof="1" smtClean="0"/>
              <a:t>26 February 2025</a:t>
            </a:fld>
            <a:endParaRPr lang="en-GB" noProof="1"/>
          </a:p>
        </p:txBody>
      </p:sp>
      <p:sp>
        <p:nvSpPr>
          <p:cNvPr id="8" name="Footer Placeholder 3"/>
          <p:cNvSpPr>
            <a:spLocks noGrp="1" noSelect="1"/>
          </p:cNvSpPr>
          <p:nvPr>
            <p:ph type="ftr" sz="quarter" idx="11"/>
          </p:nvPr>
        </p:nvSpPr>
        <p:spPr/>
        <p:txBody>
          <a:bodyPr/>
          <a:lstStyle/>
          <a:p>
            <a:r>
              <a:rPr lang="en-GB" noProof="1"/>
              <a:t>[Voettekst]</a:t>
            </a:r>
          </a:p>
        </p:txBody>
      </p:sp>
      <p:sp>
        <p:nvSpPr>
          <p:cNvPr id="9"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2" name="Title 5"/>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6 (JU-Free)"/>
          <p:cNvSpPr>
            <a:spLocks noGrp="1"/>
          </p:cNvSpPr>
          <p:nvPr>
            <p:ph type="body" sz="quarter" idx="1002" hasCustomPrompt="1"/>
          </p:nvPr>
        </p:nvSpPr>
        <p:spPr>
          <a:xfrm>
            <a:off x="864000" y="680400"/>
            <a:ext cx="10440000"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a:t>[header line]</a:t>
            </a:r>
          </a:p>
          <a:p>
            <a:pPr lvl="0"/>
            <a:r>
              <a:rPr lang="en-GB"/>
              <a:t>JU-LEVEL1=</a:t>
            </a:r>
            <a:r>
              <a:rPr lang="en-GB" err="1"/>
              <a:t>Standaard</a:t>
            </a:r>
            <a:endParaRPr lang="en-GB"/>
          </a:p>
        </p:txBody>
      </p:sp>
      <p:sp>
        <p:nvSpPr>
          <p:cNvPr id="5" name="Frame text 7 (JU-Free)"/>
          <p:cNvSpPr>
            <a:spLocks noGrp="1"/>
          </p:cNvSpPr>
          <p:nvPr>
            <p:ph type="body" sz="quarter" idx="1003" hasCustomPrompt="1"/>
          </p:nvPr>
        </p:nvSpPr>
        <p:spPr>
          <a:xfrm>
            <a:off x="1065213" y="2134800"/>
            <a:ext cx="10062000" cy="3636000"/>
          </a:xfrm>
        </p:spPr>
        <p:txBody>
          <a:bodyPr numCol="2" spcCol="1080000"/>
          <a:lstStyle>
            <a:lvl1pPr>
              <a:defRPr/>
            </a:lvl1pPr>
            <a:lvl4pPr>
              <a:defRPr/>
            </a:lvl4pPr>
            <a:lvl5pPr>
              <a:defRPr/>
            </a:lvl5pPr>
            <a:lvl6pPr>
              <a:defRPr baseline="0"/>
            </a:lvl6pPr>
            <a:lvl7pPr>
              <a:defRPr/>
            </a:lvl7pPr>
          </a:lstStyle>
          <a:p>
            <a:pPr lvl="0"/>
            <a:r>
              <a:rPr lang="en-GB"/>
              <a:t>[Tekst 2-kolomsindeling]</a:t>
            </a:r>
          </a:p>
          <a:p>
            <a:pPr lvl="0"/>
            <a:r>
              <a:rPr lang="en-GB"/>
              <a:t>JU-LEVEL1=Standaard</a:t>
            </a:r>
          </a:p>
          <a:p>
            <a:pPr lvl="1"/>
            <a:r>
              <a:rPr lang="en-GB"/>
              <a:t>JU-LEVEL2=</a:t>
            </a:r>
            <a:r>
              <a:rPr lang="en-GB" noProof="1"/>
              <a:t> Opsomming 2e niveau</a:t>
            </a:r>
            <a:endParaRPr lang="en-GB"/>
          </a:p>
          <a:p>
            <a:pPr lvl="2"/>
            <a:r>
              <a:rPr lang="en-GB"/>
              <a:t>JU-LEVEL3=</a:t>
            </a:r>
            <a:r>
              <a:rPr lang="en-GB" noProof="1"/>
              <a:t> Opsomming nummer 1e niveau</a:t>
            </a:r>
            <a:endParaRPr lang="en-GB"/>
          </a:p>
          <a:p>
            <a:pPr lvl="3"/>
            <a:r>
              <a:rPr lang="en-GB"/>
              <a:t>JU-LEVEL4=Kop</a:t>
            </a:r>
          </a:p>
          <a:p>
            <a:pPr lvl="4"/>
            <a:r>
              <a:rPr lang="en-GB"/>
              <a:t>JU-LEVEL5=Basistekst</a:t>
            </a:r>
          </a:p>
          <a:p>
            <a:pPr lvl="5"/>
            <a:r>
              <a:rPr lang="en-GB"/>
              <a:t>JU-LEVEL6=Zwevend 1e niveau</a:t>
            </a:r>
          </a:p>
          <a:p>
            <a:pPr lvl="6"/>
            <a:r>
              <a:rPr lang="en-GB"/>
              <a:t>JU-LEVEL7=Zwevend 2e niveau</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rame content 2 (JU-Free)"/>
          <p:cNvSpPr>
            <a:spLocks noGrp="1"/>
          </p:cNvSpPr>
          <p:nvPr>
            <p:ph idx="1" hasCustomPrompt="1"/>
          </p:nvPr>
        </p:nvSpPr>
        <p:spPr bwMode="gray">
          <a:xfrm>
            <a:off x="1066027" y="1773930"/>
            <a:ext cx="10062000" cy="4212000"/>
          </a:xfrm>
        </p:spPr>
        <p:txBody>
          <a:bodyPr/>
          <a:lstStyle>
            <a:lvl1pPr>
              <a:defRPr baseline="0"/>
            </a:lvl1pPr>
          </a:lstStyle>
          <a:p>
            <a:pPr lvl="0"/>
            <a:r>
              <a:rPr lang="en-GB"/>
              <a:t>[</a:t>
            </a:r>
            <a:r>
              <a:rPr lang="en-GB" err="1"/>
              <a:t>Tekst</a:t>
            </a:r>
            <a:r>
              <a:rPr lang="en-GB"/>
              <a:t> 2-kolomsindeling]</a:t>
            </a:r>
          </a:p>
          <a:p>
            <a:pPr lvl="0"/>
            <a:r>
              <a:rPr lang="en-GB"/>
              <a:t>JU-LEVEL1=</a:t>
            </a:r>
            <a:r>
              <a:rPr lang="en-GB" err="1"/>
              <a:t>Standaard</a:t>
            </a:r>
            <a:endParaRPr lang="en-GB"/>
          </a:p>
          <a:p>
            <a:pPr lvl="1"/>
            <a:r>
              <a:rPr lang="en-GB"/>
              <a:t>JU-LEVEL2=</a:t>
            </a:r>
            <a:r>
              <a:rPr lang="en-GB" noProof="1"/>
              <a:t> Opsomming 2e niveau</a:t>
            </a:r>
            <a:endParaRPr lang="en-GB"/>
          </a:p>
          <a:p>
            <a:pPr lvl="2"/>
            <a:r>
              <a:rPr lang="en-GB"/>
              <a:t>JU-LEVEL3=</a:t>
            </a:r>
            <a:r>
              <a:rPr lang="en-GB" noProof="1"/>
              <a:t> Opsomming nummer 1e niveau</a:t>
            </a:r>
            <a:endParaRPr lang="en-GB"/>
          </a:p>
          <a:p>
            <a:pPr lvl="3"/>
            <a:r>
              <a:rPr lang="en-GB"/>
              <a:t>JU-LEVEL4=Kop</a:t>
            </a:r>
          </a:p>
          <a:p>
            <a:pPr lvl="4"/>
            <a:r>
              <a:rPr lang="en-GB"/>
              <a:t>JU-LEVEL5=</a:t>
            </a:r>
            <a:r>
              <a:rPr lang="en-GB" err="1"/>
              <a:t>Basistekst</a:t>
            </a:r>
            <a:endParaRPr lang="en-GB"/>
          </a:p>
          <a:p>
            <a:pPr lvl="5"/>
            <a:r>
              <a:rPr lang="en-GB"/>
              <a:t>JU-LEVEL6=</a:t>
            </a:r>
            <a:r>
              <a:rPr lang="en-GB" err="1"/>
              <a:t>Zwevend</a:t>
            </a:r>
            <a:r>
              <a:rPr lang="en-GB"/>
              <a:t> 1e </a:t>
            </a:r>
            <a:r>
              <a:rPr lang="en-GB" err="1"/>
              <a:t>niveau</a:t>
            </a:r>
            <a:endParaRPr lang="en-GB"/>
          </a:p>
          <a:p>
            <a:pPr lvl="6"/>
            <a:r>
              <a:rPr lang="en-GB"/>
              <a:t>JU-LEVEL7=</a:t>
            </a:r>
            <a:r>
              <a:rPr lang="en-GB" err="1"/>
              <a:t>Zwevend</a:t>
            </a:r>
            <a:r>
              <a:rPr lang="en-GB"/>
              <a:t> 2e </a:t>
            </a:r>
            <a:r>
              <a:rPr lang="en-GB" err="1"/>
              <a:t>niveau</a:t>
            </a:r>
            <a:endParaRPr lang="en-GB"/>
          </a:p>
          <a:p>
            <a:pPr lvl="0"/>
            <a:endParaRPr lang="en-GB" noProof="1"/>
          </a:p>
        </p:txBody>
      </p:sp>
      <p:sp>
        <p:nvSpPr>
          <p:cNvPr id="2" name="Title 6"/>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7 (JU-Free)"/>
          <p:cNvSpPr>
            <a:spLocks noGrp="1"/>
          </p:cNvSpPr>
          <p:nvPr>
            <p:ph type="body" sz="quarter" idx="1002" hasCustomPrompt="1"/>
          </p:nvPr>
        </p:nvSpPr>
        <p:spPr>
          <a:xfrm>
            <a:off x="864000" y="670673"/>
            <a:ext cx="10463213"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a:t>[header line]</a:t>
            </a:r>
          </a:p>
          <a:p>
            <a:pPr lvl="0"/>
            <a:r>
              <a:rPr lang="en-GB"/>
              <a:t>1=</a:t>
            </a:r>
            <a:r>
              <a:rPr lang="en-GB" err="1"/>
              <a:t>Standaard</a:t>
            </a:r>
            <a:endParaRPr lang="en-GB"/>
          </a:p>
        </p:txBody>
      </p:sp>
    </p:spTree>
    <p:extLst>
      <p:ext uri="{BB962C8B-B14F-4D97-AF65-F5344CB8AC3E}">
        <p14:creationId xmlns:p14="http://schemas.microsoft.com/office/powerpoint/2010/main" val="3553092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frame">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2"/>
          <p:cNvSpPr>
            <a:spLocks noGrp="1" noSelect="1"/>
          </p:cNvSpPr>
          <p:nvPr>
            <p:ph type="dt" sz="half" idx="10"/>
          </p:nvPr>
        </p:nvSpPr>
        <p:spPr/>
        <p:txBody>
          <a:bodyPr/>
          <a:lstStyle/>
          <a:p>
            <a:fld id="{3173DE11-90EF-4400-A6F5-8A2DCCBD9698}" type="datetime4">
              <a:rPr lang="en-GB" noProof="1" smtClean="0"/>
              <a:t>26 February 2025</a:t>
            </a:fld>
            <a:endParaRPr lang="en-GB" noProof="1"/>
          </a:p>
        </p:txBody>
      </p:sp>
      <p:sp>
        <p:nvSpPr>
          <p:cNvPr id="8" name="Footer Placeholder 3"/>
          <p:cNvSpPr>
            <a:spLocks noGrp="1" noSelect="1"/>
          </p:cNvSpPr>
          <p:nvPr>
            <p:ph type="ftr" sz="quarter" idx="11"/>
          </p:nvPr>
        </p:nvSpPr>
        <p:spPr/>
        <p:txBody>
          <a:bodyPr/>
          <a:lstStyle/>
          <a:p>
            <a:r>
              <a:rPr lang="en-GB" noProof="1"/>
              <a:t>[Voettekst]</a:t>
            </a:r>
          </a:p>
        </p:txBody>
      </p:sp>
      <p:sp>
        <p:nvSpPr>
          <p:cNvPr id="9"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3" name="Frame content 5"/>
          <p:cNvSpPr>
            <a:spLocks noGrp="1" noSelect="1"/>
          </p:cNvSpPr>
          <p:nvPr>
            <p:ph idx="1004" hasCustomPrompt="1"/>
          </p:nvPr>
        </p:nvSpPr>
        <p:spPr bwMode="gray">
          <a:xfrm>
            <a:off x="6638827" y="1773930"/>
            <a:ext cx="4489200" cy="4212000"/>
          </a:xfrm>
        </p:spPr>
        <p:txBody>
          <a:bodyPr/>
          <a:lstStyle>
            <a:lvl1pPr>
              <a:defRPr baseline="0"/>
            </a:lvl1pPr>
          </a:lstStyle>
          <a:p>
            <a:pPr lvl="0"/>
            <a:r>
              <a:rPr lang="en-GB"/>
              <a:t>[Tekst 2-kolomsindeling]</a:t>
            </a:r>
          </a:p>
        </p:txBody>
      </p:sp>
      <p:sp>
        <p:nvSpPr>
          <p:cNvPr id="12" name="Frame content 6 (JU-Free)"/>
          <p:cNvSpPr>
            <a:spLocks noGrp="1"/>
          </p:cNvSpPr>
          <p:nvPr>
            <p:ph idx="1003" hasCustomPrompt="1"/>
          </p:nvPr>
        </p:nvSpPr>
        <p:spPr bwMode="gray">
          <a:xfrm>
            <a:off x="1066027" y="1773930"/>
            <a:ext cx="4489200" cy="4212000"/>
          </a:xfrm>
        </p:spPr>
        <p:txBody>
          <a:bodyPr/>
          <a:lstStyle>
            <a:lvl1pPr>
              <a:defRPr baseline="0"/>
            </a:lvl1pPr>
          </a:lstStyle>
          <a:p>
            <a:pPr lvl="0"/>
            <a:r>
              <a:rPr lang="en-GB"/>
              <a:t>[Tekst 2-kolomsindeling]</a:t>
            </a:r>
          </a:p>
          <a:p>
            <a:pPr lvl="0"/>
            <a:r>
              <a:rPr lang="en-GB"/>
              <a:t>JU-LEVEL1=Standaard</a:t>
            </a:r>
          </a:p>
          <a:p>
            <a:pPr lvl="1"/>
            <a:r>
              <a:rPr lang="en-GB"/>
              <a:t>JU-LEVEL2=</a:t>
            </a:r>
            <a:r>
              <a:rPr lang="en-GB" noProof="1"/>
              <a:t> Opsomming 2e niveau</a:t>
            </a:r>
            <a:endParaRPr lang="en-GB"/>
          </a:p>
          <a:p>
            <a:pPr lvl="2"/>
            <a:r>
              <a:rPr lang="en-GB"/>
              <a:t>JU-LEVEL3=</a:t>
            </a:r>
            <a:r>
              <a:rPr lang="en-GB" noProof="1"/>
              <a:t> Opsomming nummer 1e niveau</a:t>
            </a:r>
            <a:endParaRPr lang="en-GB"/>
          </a:p>
          <a:p>
            <a:pPr lvl="3"/>
            <a:r>
              <a:rPr lang="en-GB"/>
              <a:t>JU-LEVEL4=Kop</a:t>
            </a:r>
          </a:p>
          <a:p>
            <a:pPr lvl="4"/>
            <a:r>
              <a:rPr lang="en-GB"/>
              <a:t>JU-LEVEL5=Basistekst</a:t>
            </a:r>
          </a:p>
          <a:p>
            <a:pPr lvl="5"/>
            <a:r>
              <a:rPr lang="en-GB"/>
              <a:t>JU-LEVEL6=Zwevend 1e niveau</a:t>
            </a:r>
          </a:p>
          <a:p>
            <a:pPr lvl="6"/>
            <a:r>
              <a:rPr lang="en-GB"/>
              <a:t>JU-LEVEL7=Zwevend 2e niveau</a:t>
            </a:r>
          </a:p>
          <a:p>
            <a:pPr lvl="0"/>
            <a:endParaRPr lang="en-GB" noProof="1"/>
          </a:p>
        </p:txBody>
      </p:sp>
      <p:sp>
        <p:nvSpPr>
          <p:cNvPr id="2" name="Title 7"/>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8 (JU-Free)"/>
          <p:cNvSpPr>
            <a:spLocks noGrp="1"/>
          </p:cNvSpPr>
          <p:nvPr>
            <p:ph type="body" sz="quarter" idx="1002" hasCustomPrompt="1"/>
          </p:nvPr>
        </p:nvSpPr>
        <p:spPr>
          <a:xfrm>
            <a:off x="864000" y="680400"/>
            <a:ext cx="10463213"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a:t>[header line]</a:t>
            </a:r>
          </a:p>
          <a:p>
            <a:pPr lvl="0"/>
            <a:r>
              <a:rPr lang="en-GB"/>
              <a:t>JU-LEVEL1=</a:t>
            </a:r>
            <a:r>
              <a:rPr lang="en-GB" err="1"/>
              <a:t>Standaard</a:t>
            </a:r>
            <a:endParaRPr lang="en-GB"/>
          </a:p>
        </p:txBody>
      </p:sp>
    </p:spTree>
    <p:extLst>
      <p:ext uri="{BB962C8B-B14F-4D97-AF65-F5344CB8AC3E}">
        <p14:creationId xmlns:p14="http://schemas.microsoft.com/office/powerpoint/2010/main" val="2788175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white plane">
    <p:spTree>
      <p:nvGrpSpPr>
        <p:cNvPr id="1" name=""/>
        <p:cNvGrpSpPr/>
        <p:nvPr/>
      </p:nvGrpSpPr>
      <p:grpSpPr>
        <a:xfrm>
          <a:off x="0" y="0"/>
          <a:ext cx="0" cy="0"/>
          <a:chOff x="0" y="0"/>
          <a:chExt cx="0" cy="0"/>
        </a:xfrm>
      </p:grpSpPr>
      <p:sp>
        <p:nvSpPr>
          <p:cNvPr id="3" name="Placeholder 1">
            <a:extLst>
              <a:ext uri="{C183D7F6-B498-43B3-948B-1728B52AA6E4}">
                <adec:decorative xmlns:adec="http://schemas.microsoft.com/office/drawing/2017/decorative" val="1"/>
              </a:ext>
            </a:extLst>
          </p:cNvPr>
          <p:cNvSpPr>
            <a:spLocks noGrp="1" noSelect="1"/>
          </p:cNvSpPr>
          <p:nvPr userDrawn="1">
            <p:ph type="body" idx="1000" hasCustomPrompt="1"/>
            <p:custDataLst>
              <p:custData r:id="rId1"/>
            </p:custDataLst>
          </p:nvPr>
        </p:nvSpPr>
        <p:spPr>
          <a:xfrm>
            <a:off x="8474400" y="3160800"/>
            <a:ext cx="3445200" cy="34452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24000" indent="-324000" algn="ctr" defTabSz="1088610" rtl="0" eaLnBrk="1" latinLnBrk="0" hangingPunct="1">
              <a:spcBef>
                <a:spcPts val="900"/>
              </a:spcBef>
              <a:buFont typeface="Arial" pitchFamily="34" charset="0"/>
              <a:buNone/>
              <a:defRPr/>
            </a:lvl1pPr>
          </a:lstStyle>
          <a:p>
            <a:pPr algn="ctr"/>
            <a:r>
              <a:rPr lang="en-GB"/>
              <a:t> </a:t>
            </a:r>
          </a:p>
        </p:txBody>
      </p:sp>
      <p:sp>
        <p:nvSpPr>
          <p:cNvPr id="6" name="Frame text 2 (JU-Free)"/>
          <p:cNvSpPr>
            <a:spLocks noGrp="1"/>
          </p:cNvSpPr>
          <p:nvPr>
            <p:ph type="body" sz="quarter" idx="11" hasCustomPrompt="1"/>
          </p:nvPr>
        </p:nvSpPr>
        <p:spPr>
          <a:xfrm>
            <a:off x="8651875" y="3860613"/>
            <a:ext cx="3097213" cy="2232025"/>
          </a:xfrm>
        </p:spPr>
        <p:txBody>
          <a:bodyPr/>
          <a:lstStyle>
            <a:lvl1pPr marL="0" indent="0">
              <a:lnSpc>
                <a:spcPct val="85000"/>
              </a:lnSpc>
              <a:spcBef>
                <a:spcPts val="0"/>
              </a:spcBef>
              <a:buNone/>
              <a:defRPr sz="3000" b="1" baseline="0">
                <a:solidFill>
                  <a:schemeClr val="accent1"/>
                </a:solidFill>
                <a:latin typeface="+mn-lt"/>
              </a:defRPr>
            </a:lvl1pPr>
            <a:lvl2pPr marL="0" indent="0">
              <a:spcBef>
                <a:spcPts val="2400"/>
              </a:spcBef>
              <a:buNone/>
              <a:defRPr sz="1400"/>
            </a:lvl2pPr>
            <a:lvl3pPr marL="0" indent="0">
              <a:spcBef>
                <a:spcPts val="0"/>
              </a:spcBef>
              <a:buFont typeface="Arial" panose="020B0604020202020204" pitchFamily="34" charset="0"/>
              <a:buNone/>
              <a:defRPr sz="1400"/>
            </a:lvl3pPr>
            <a:lvl4pPr marL="0" indent="0">
              <a:spcBef>
                <a:spcPts val="0"/>
              </a:spcBef>
              <a:buFont typeface="Arial" panose="020B0604020202020204" pitchFamily="34" charset="0"/>
              <a:buNone/>
              <a:defRPr sz="1400"/>
            </a:lvl4pPr>
            <a:lvl5pPr marL="0" indent="0">
              <a:spcBef>
                <a:spcPts val="0"/>
              </a:spcBef>
              <a:buFont typeface="Arial" panose="020B0604020202020204" pitchFamily="34" charset="0"/>
              <a:buNone/>
              <a:defRPr sz="1400"/>
            </a:lvl5pPr>
            <a:lvl6pPr marL="0" indent="0">
              <a:spcBef>
                <a:spcPts val="0"/>
              </a:spcBef>
              <a:buFont typeface="Arial" panose="020B0604020202020204" pitchFamily="34" charset="0"/>
              <a:buNone/>
              <a:defRPr sz="1400"/>
            </a:lvl6pPr>
            <a:lvl7pPr marL="0" indent="0">
              <a:spcBef>
                <a:spcPts val="0"/>
              </a:spcBef>
              <a:buFont typeface="Arial" panose="020B0604020202020204" pitchFamily="34" charset="0"/>
              <a:buNone/>
              <a:defRPr sz="1400"/>
            </a:lvl7pPr>
            <a:lvl8pPr marL="0" indent="0">
              <a:spcBef>
                <a:spcPts val="0"/>
              </a:spcBef>
              <a:buFont typeface="Arial" panose="020B0604020202020204" pitchFamily="34" charset="0"/>
              <a:buNone/>
              <a:defRPr sz="1400"/>
            </a:lvl8pPr>
            <a:lvl9pPr marL="0" indent="0">
              <a:spcBef>
                <a:spcPts val="0"/>
              </a:spcBef>
              <a:buFont typeface="Arial" panose="020B0604020202020204" pitchFamily="34" charset="0"/>
              <a:buNone/>
              <a:defRPr sz="1400"/>
            </a:lvl9pPr>
          </a:lstStyle>
          <a:p>
            <a:pPr lvl="0"/>
            <a:r>
              <a:rPr lang="en-GB"/>
              <a:t>[Kop]</a:t>
            </a:r>
          </a:p>
          <a:p>
            <a:pPr lvl="0"/>
            <a:r>
              <a:rPr lang="en-GB"/>
              <a:t>JU-LEVEL1=Kop</a:t>
            </a:r>
          </a:p>
          <a:p>
            <a:pPr lvl="1"/>
            <a:r>
              <a:rPr lang="en-GB"/>
              <a:t>JU-LEVEL2=Basistekst</a:t>
            </a:r>
          </a:p>
        </p:txBody>
      </p:sp>
      <p:sp>
        <p:nvSpPr>
          <p:cNvPr id="2" name="Rounded Rectangle 3">
            <a:extLst>
              <a:ext uri="{FF2B5EF4-FFF2-40B4-BE49-F238E27FC236}">
                <a16:creationId xmlns:a16="http://schemas.microsoft.com/office/drawing/2014/main" id="{658BE619-73D5-4A0A-9AB2-3E869478FB4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a:p>
        </p:txBody>
      </p:sp>
      <p:sp>
        <p:nvSpPr>
          <p:cNvPr id="8"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9"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Vrije vorm 6"/>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p>
        </p:txBody>
      </p:sp>
    </p:spTree>
    <p:extLst>
      <p:ext uri="{BB962C8B-B14F-4D97-AF65-F5344CB8AC3E}">
        <p14:creationId xmlns:p14="http://schemas.microsoft.com/office/powerpoint/2010/main" val="797707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red plane">
    <p:spTree>
      <p:nvGrpSpPr>
        <p:cNvPr id="1" name=""/>
        <p:cNvGrpSpPr/>
        <p:nvPr/>
      </p:nvGrpSpPr>
      <p:grpSpPr>
        <a:xfrm>
          <a:off x="0" y="0"/>
          <a:ext cx="0" cy="0"/>
          <a:chOff x="0" y="0"/>
          <a:chExt cx="0" cy="0"/>
        </a:xfrm>
      </p:grpSpPr>
      <p:sp>
        <p:nvSpPr>
          <p:cNvPr id="3" name="Placeholder 1">
            <a:extLst>
              <a:ext uri="{C183D7F6-B498-43B3-948B-1728B52AA6E4}">
                <adec:decorative xmlns:adec="http://schemas.microsoft.com/office/drawing/2017/decorative" val="1"/>
              </a:ext>
            </a:extLst>
          </p:cNvPr>
          <p:cNvSpPr>
            <a:spLocks noGrp="1" noSelect="1"/>
          </p:cNvSpPr>
          <p:nvPr userDrawn="1">
            <p:ph type="body" idx="1000" hasCustomPrompt="1"/>
            <p:custDataLst>
              <p:custData r:id="rId1"/>
            </p:custDataLst>
          </p:nvPr>
        </p:nvSpPr>
        <p:spPr>
          <a:xfrm>
            <a:off x="280800" y="280800"/>
            <a:ext cx="3445200" cy="3445200"/>
          </a:xfrm>
          <a:prstGeom prst="rect">
            <a:avLst/>
          </a:prstGeom>
          <a:solidFill>
            <a:srgbClr val="E3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24000" indent="-324000" algn="ctr" defTabSz="1088610" rtl="0" eaLnBrk="1" latinLnBrk="0" hangingPunct="1">
              <a:spcBef>
                <a:spcPts val="900"/>
              </a:spcBef>
              <a:buFont typeface="Arial" pitchFamily="34" charset="0"/>
              <a:buNone/>
              <a:defRPr/>
            </a:lvl1pPr>
          </a:lstStyle>
          <a:p>
            <a:pPr algn="ctr"/>
            <a:r>
              <a:rPr lang="en-GB"/>
              <a:t> </a:t>
            </a:r>
          </a:p>
        </p:txBody>
      </p:sp>
      <p:sp>
        <p:nvSpPr>
          <p:cNvPr id="6" name="Frame text 2 (JU-Free)"/>
          <p:cNvSpPr>
            <a:spLocks noGrp="1"/>
          </p:cNvSpPr>
          <p:nvPr>
            <p:ph type="body" sz="quarter" idx="11" hasCustomPrompt="1"/>
          </p:nvPr>
        </p:nvSpPr>
        <p:spPr>
          <a:xfrm>
            <a:off x="457200" y="979200"/>
            <a:ext cx="3097213" cy="2232025"/>
          </a:xfrm>
        </p:spPr>
        <p:txBody>
          <a:bodyPr/>
          <a:lstStyle>
            <a:lvl1pPr marL="0" indent="0">
              <a:lnSpc>
                <a:spcPct val="85000"/>
              </a:lnSpc>
              <a:spcBef>
                <a:spcPts val="0"/>
              </a:spcBef>
              <a:buNone/>
              <a:defRPr sz="3000" b="1" baseline="0">
                <a:solidFill>
                  <a:schemeClr val="bg1"/>
                </a:solidFill>
                <a:latin typeface="+mn-lt"/>
              </a:defRPr>
            </a:lvl1pPr>
            <a:lvl2pPr marL="0" indent="0">
              <a:spcBef>
                <a:spcPts val="2400"/>
              </a:spcBef>
              <a:buNone/>
              <a:defRPr sz="1400">
                <a:solidFill>
                  <a:schemeClr val="bg1"/>
                </a:solidFill>
              </a:defRPr>
            </a:lvl2pPr>
            <a:lvl3pPr marL="0" indent="0">
              <a:spcBef>
                <a:spcPts val="0"/>
              </a:spcBef>
              <a:buFont typeface="Arial" panose="020B0604020202020204" pitchFamily="34" charset="0"/>
              <a:buNone/>
              <a:defRPr sz="1400">
                <a:solidFill>
                  <a:schemeClr val="bg1"/>
                </a:solidFill>
              </a:defRPr>
            </a:lvl3pPr>
            <a:lvl4pPr marL="0" indent="0">
              <a:spcBef>
                <a:spcPts val="0"/>
              </a:spcBef>
              <a:buFont typeface="Arial" panose="020B0604020202020204" pitchFamily="34" charset="0"/>
              <a:buNone/>
              <a:defRPr sz="1400">
                <a:solidFill>
                  <a:schemeClr val="bg1"/>
                </a:solidFill>
                <a:latin typeface="+mn-lt"/>
              </a:defRPr>
            </a:lvl4pPr>
            <a:lvl5pPr marL="0" indent="0">
              <a:spcBef>
                <a:spcPts val="0"/>
              </a:spcBef>
              <a:buFont typeface="Arial" panose="020B0604020202020204" pitchFamily="34" charset="0"/>
              <a:buNone/>
              <a:defRPr sz="1400">
                <a:solidFill>
                  <a:schemeClr val="bg1"/>
                </a:solidFill>
              </a:defRPr>
            </a:lvl5pPr>
            <a:lvl6pPr marL="0" indent="0">
              <a:spcBef>
                <a:spcPts val="0"/>
              </a:spcBef>
              <a:buFont typeface="Arial" panose="020B0604020202020204" pitchFamily="34" charset="0"/>
              <a:buNone/>
              <a:defRPr sz="1400">
                <a:solidFill>
                  <a:schemeClr val="bg1"/>
                </a:solidFill>
              </a:defRPr>
            </a:lvl6pPr>
            <a:lvl7pPr marL="0" indent="0">
              <a:spcBef>
                <a:spcPts val="0"/>
              </a:spcBef>
              <a:buFont typeface="Arial" panose="020B0604020202020204" pitchFamily="34" charset="0"/>
              <a:buNone/>
              <a:defRPr sz="1400">
                <a:solidFill>
                  <a:schemeClr val="bg1"/>
                </a:solidFill>
              </a:defRPr>
            </a:lvl7pPr>
            <a:lvl8pPr marL="0" indent="0">
              <a:spcBef>
                <a:spcPts val="0"/>
              </a:spcBef>
              <a:buFont typeface="Arial" panose="020B0604020202020204" pitchFamily="34" charset="0"/>
              <a:buNone/>
              <a:defRPr sz="1400">
                <a:solidFill>
                  <a:schemeClr val="bg1"/>
                </a:solidFill>
              </a:defRPr>
            </a:lvl8pPr>
            <a:lvl9pPr marL="0" indent="0">
              <a:spcBef>
                <a:spcPts val="0"/>
              </a:spcBef>
              <a:buFont typeface="Arial" panose="020B0604020202020204" pitchFamily="34" charset="0"/>
              <a:buNone/>
              <a:defRPr sz="1400">
                <a:solidFill>
                  <a:schemeClr val="bg1"/>
                </a:solidFill>
              </a:defRPr>
            </a:lvl9pPr>
          </a:lstStyle>
          <a:p>
            <a:pPr lvl="0"/>
            <a:r>
              <a:rPr lang="en-GB"/>
              <a:t>[Kop]</a:t>
            </a:r>
          </a:p>
          <a:p>
            <a:pPr lvl="0"/>
            <a:r>
              <a:rPr lang="en-GB"/>
              <a:t>JU-LEVEL1=Kop</a:t>
            </a:r>
          </a:p>
          <a:p>
            <a:pPr lvl="1"/>
            <a:r>
              <a:rPr lang="en-GB"/>
              <a:t>JU-LEVEL2=Basistekst</a:t>
            </a:r>
          </a:p>
        </p:txBody>
      </p:sp>
      <p:sp>
        <p:nvSpPr>
          <p:cNvPr id="9" name="Rounded Rectangle 3">
            <a:extLst>
              <a:ext uri="{FF2B5EF4-FFF2-40B4-BE49-F238E27FC236}">
                <a16:creationId xmlns:a16="http://schemas.microsoft.com/office/drawing/2014/main" id="{83609E12-BE53-4187-AD3F-CFB25812DE68}"/>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a:p>
        </p:txBody>
      </p:sp>
      <p:sp>
        <p:nvSpPr>
          <p:cNvPr id="8"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Vrije vorm 6"/>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p>
        </p:txBody>
      </p:sp>
    </p:spTree>
    <p:extLst>
      <p:ext uri="{BB962C8B-B14F-4D97-AF65-F5344CB8AC3E}">
        <p14:creationId xmlns:p14="http://schemas.microsoft.com/office/powerpoint/2010/main" val="1761144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text and image (R)">
    <p:bg>
      <p:bgPr>
        <a:solidFill>
          <a:srgbClr val="F2F2F2"/>
        </a:solidFill>
        <a:effectLst/>
      </p:bgPr>
    </p:bg>
    <p:spTree>
      <p:nvGrpSpPr>
        <p:cNvPr id="1" name=""/>
        <p:cNvGrpSpPr/>
        <p:nvPr/>
      </p:nvGrpSpPr>
      <p:grpSpPr>
        <a:xfrm>
          <a:off x="0" y="0"/>
          <a:ext cx="0" cy="0"/>
          <a:chOff x="0" y="0"/>
          <a:chExt cx="0" cy="0"/>
        </a:xfrm>
      </p:grpSpPr>
      <p:sp>
        <p:nvSpPr>
          <p:cNvPr id="14" name="Picture Placeholder 1"/>
          <p:cNvSpPr>
            <a:spLocks noGrp="1" noSelect="1"/>
          </p:cNvSpPr>
          <p:nvPr>
            <p:ph type="pic" sz="quarter" idx="14" hasCustomPrompt="1"/>
          </p:nvPr>
        </p:nvSpPr>
        <p:spPr>
          <a:xfrm>
            <a:off x="6094800" y="0"/>
            <a:ext cx="6094800" cy="6208481"/>
          </a:xfrm>
          <a:noFill/>
        </p:spPr>
        <p:txBody>
          <a:bodyPr/>
          <a:lstStyle>
            <a:lvl1pPr marL="0" indent="0">
              <a:buNone/>
              <a:defRPr/>
            </a:lvl1pPr>
          </a:lstStyle>
          <a:p>
            <a:r>
              <a:rPr lang="en-GB"/>
              <a:t>[Afbeelding]</a:t>
            </a:r>
          </a:p>
        </p:txBody>
      </p:sp>
      <p:sp>
        <p:nvSpPr>
          <p:cNvPr id="17" name="Achtergrondvlak 2"/>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p:cNvSpPr>
            <a:spLocks noGrp="1" noSelect="1"/>
          </p:cNvSpPr>
          <p:nvPr>
            <p:ph type="dt" sz="half" idx="10"/>
          </p:nvPr>
        </p:nvSpPr>
        <p:spPr/>
        <p:txBody>
          <a:bodyPr/>
          <a:lstStyle/>
          <a:p>
            <a:fld id="{3173DE11-90EF-4400-A6F5-8A2DCCBD9698}" type="datetime4">
              <a:rPr lang="en-GB" noProof="1" smtClean="0"/>
              <a:t>26 February 2025</a:t>
            </a:fld>
            <a:endParaRPr lang="en-GB" noProof="1"/>
          </a:p>
        </p:txBody>
      </p:sp>
      <p:sp>
        <p:nvSpPr>
          <p:cNvPr id="8" name="Footer Placeholder 4"/>
          <p:cNvSpPr>
            <a:spLocks noGrp="1" noSelect="1"/>
          </p:cNvSpPr>
          <p:nvPr>
            <p:ph type="ftr" sz="quarter" idx="11"/>
          </p:nvPr>
        </p:nvSpPr>
        <p:spPr/>
        <p:txBody>
          <a:bodyPr/>
          <a:lstStyle/>
          <a:p>
            <a:r>
              <a:rPr lang="en-GB" noProof="1"/>
              <a:t>[Voettekst]</a:t>
            </a:r>
          </a:p>
        </p:txBody>
      </p:sp>
      <p:sp>
        <p:nvSpPr>
          <p:cNvPr id="9" name="Slide Number Placeholder 5"/>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Placeholder 6"/>
          <p:cNvSpPr>
            <a:spLocks noGrp="1" noSelect="1"/>
          </p:cNvSpPr>
          <p:nvPr>
            <p:ph type="body" sz="quarter" idx="13" hasCustomPrompt="1"/>
          </p:nvPr>
        </p:nvSpPr>
        <p:spPr>
          <a:xfrm>
            <a:off x="1065600" y="1683998"/>
            <a:ext cx="4526344" cy="4321175"/>
          </a:xfrm>
        </p:spPr>
        <p:txBody>
          <a:bodyPr/>
          <a:lstStyle>
            <a:lvl1pPr>
              <a:defRPr/>
            </a:lvl1pPr>
            <a:lvl4pPr>
              <a:defRPr>
                <a:latin typeface="Open Sans SemiBold" panose="020B0706030804020204" pitchFamily="34" charset="0"/>
                <a:ea typeface="Open Sans SemiBold" panose="020B0706030804020204" pitchFamily="34" charset="0"/>
                <a:cs typeface="Open Sans SemiBold" panose="020B0706030804020204" pitchFamily="34" charset="0"/>
              </a:defRPr>
            </a:lvl4pPr>
          </a:lstStyle>
          <a:p>
            <a:pPr lvl="0"/>
            <a:r>
              <a:rPr lang="en-GB"/>
              <a:t>[Tekst]</a:t>
            </a:r>
          </a:p>
        </p:txBody>
      </p:sp>
      <p:sp>
        <p:nvSpPr>
          <p:cNvPr id="5" name="***Titel 7"/>
          <p:cNvSpPr>
            <a:spLocks noGrp="1" noSelect="1"/>
          </p:cNvSpPr>
          <p:nvPr>
            <p:ph type="title" hasCustomPrompt="1"/>
          </p:nvPr>
        </p:nvSpPr>
        <p:spPr>
          <a:xfrm>
            <a:off x="864817" y="469373"/>
            <a:ext cx="4727127" cy="720000"/>
          </a:xfrm>
        </p:spPr>
        <p:txBody>
          <a:bodyPr/>
          <a:lstStyle>
            <a:lvl1pPr>
              <a:defRPr/>
            </a:lvl1pPr>
          </a:lstStyle>
          <a:p>
            <a:r>
              <a:rPr lang="en-GB"/>
              <a:t>[title]</a:t>
            </a:r>
          </a:p>
        </p:txBody>
      </p:sp>
      <p:sp>
        <p:nvSpPr>
          <p:cNvPr id="11" name="Frame 8"/>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ame 9"/>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174235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text and image (L)">
    <p:bg>
      <p:bgPr>
        <a:solidFill>
          <a:srgbClr val="F2F2F2"/>
        </a:solidFill>
        <a:effectLst/>
      </p:bgPr>
    </p:bg>
    <p:spTree>
      <p:nvGrpSpPr>
        <p:cNvPr id="1" name=""/>
        <p:cNvGrpSpPr/>
        <p:nvPr/>
      </p:nvGrpSpPr>
      <p:grpSpPr>
        <a:xfrm>
          <a:off x="0" y="0"/>
          <a:ext cx="0" cy="0"/>
          <a:chOff x="0" y="0"/>
          <a:chExt cx="0" cy="0"/>
        </a:xfrm>
      </p:grpSpPr>
      <p:sp>
        <p:nvSpPr>
          <p:cNvPr id="14" name="Picture Placeholder 1"/>
          <p:cNvSpPr>
            <a:spLocks noGrp="1" noSelect="1"/>
          </p:cNvSpPr>
          <p:nvPr>
            <p:ph type="pic" sz="quarter" idx="14" hasCustomPrompt="1"/>
          </p:nvPr>
        </p:nvSpPr>
        <p:spPr>
          <a:xfrm>
            <a:off x="0" y="0"/>
            <a:ext cx="6094800" cy="6208560"/>
          </a:xfrm>
        </p:spPr>
        <p:txBody>
          <a:bodyPr/>
          <a:lstStyle>
            <a:lvl1pPr marL="0" indent="0">
              <a:buNone/>
              <a:defRPr/>
            </a:lvl1pPr>
          </a:lstStyle>
          <a:p>
            <a:r>
              <a:rPr lang="en-GB"/>
              <a:t>[Afbeelding]</a:t>
            </a:r>
          </a:p>
        </p:txBody>
      </p:sp>
      <p:sp>
        <p:nvSpPr>
          <p:cNvPr id="17" name="Achtergrondvlak 2"/>
          <p:cNvSpPr>
            <a:spLocks noSelect="1"/>
          </p:cNvSpPr>
          <p:nvPr userDrawn="1"/>
        </p:nvSpPr>
        <p:spPr>
          <a:xfrm>
            <a:off x="0" y="6210000"/>
            <a:ext cx="12196800" cy="792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p:cNvSpPr>
            <a:spLocks noGrp="1" noSelect="1"/>
          </p:cNvSpPr>
          <p:nvPr>
            <p:ph type="dt" sz="half" idx="10"/>
          </p:nvPr>
        </p:nvSpPr>
        <p:spPr/>
        <p:txBody>
          <a:bodyPr/>
          <a:lstStyle/>
          <a:p>
            <a:fld id="{3173DE11-90EF-4400-A6F5-8A2DCCBD9698}" type="datetime4">
              <a:rPr lang="en-GB" noProof="1" smtClean="0"/>
              <a:t>26 February 2025</a:t>
            </a:fld>
            <a:endParaRPr lang="en-GB" noProof="1"/>
          </a:p>
        </p:txBody>
      </p:sp>
      <p:sp>
        <p:nvSpPr>
          <p:cNvPr id="8" name="Footer Placeholder 4"/>
          <p:cNvSpPr>
            <a:spLocks noGrp="1" noSelect="1"/>
          </p:cNvSpPr>
          <p:nvPr>
            <p:ph type="ftr" sz="quarter" idx="11"/>
          </p:nvPr>
        </p:nvSpPr>
        <p:spPr/>
        <p:txBody>
          <a:bodyPr/>
          <a:lstStyle/>
          <a:p>
            <a:r>
              <a:rPr lang="en-GB" noProof="1"/>
              <a:t>[Voettekst]</a:t>
            </a:r>
          </a:p>
        </p:txBody>
      </p:sp>
      <p:sp>
        <p:nvSpPr>
          <p:cNvPr id="9" name="Slide Number Placeholder 5"/>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Placeholder 6"/>
          <p:cNvSpPr>
            <a:spLocks noGrp="1" noSelect="1"/>
          </p:cNvSpPr>
          <p:nvPr>
            <p:ph type="body" sz="quarter" idx="13" hasCustomPrompt="1"/>
          </p:nvPr>
        </p:nvSpPr>
        <p:spPr>
          <a:xfrm>
            <a:off x="6624000" y="1683998"/>
            <a:ext cx="4526344" cy="4321175"/>
          </a:xfrm>
        </p:spPr>
        <p:txBody>
          <a:bodyPr/>
          <a:lstStyle>
            <a:lvl1pPr>
              <a:defRPr/>
            </a:lvl1pPr>
            <a:lvl4pPr>
              <a:defRPr>
                <a:latin typeface="Open Sans SemiBold" panose="020B0706030804020204" pitchFamily="34" charset="0"/>
                <a:ea typeface="Open Sans SemiBold" panose="020B0706030804020204" pitchFamily="34" charset="0"/>
                <a:cs typeface="Open Sans SemiBold" panose="020B0706030804020204" pitchFamily="34" charset="0"/>
              </a:defRPr>
            </a:lvl4pPr>
          </a:lstStyle>
          <a:p>
            <a:pPr lvl="0"/>
            <a:r>
              <a:rPr lang="en-GB"/>
              <a:t>[</a:t>
            </a:r>
            <a:r>
              <a:rPr lang="en-GB" err="1"/>
              <a:t>Tekst</a:t>
            </a:r>
            <a:r>
              <a:rPr lang="en-GB"/>
              <a:t>]</a:t>
            </a:r>
          </a:p>
        </p:txBody>
      </p:sp>
      <p:sp>
        <p:nvSpPr>
          <p:cNvPr id="5" name="***Titel 7"/>
          <p:cNvSpPr>
            <a:spLocks noGrp="1" noSelect="1"/>
          </p:cNvSpPr>
          <p:nvPr>
            <p:ph type="title" hasCustomPrompt="1"/>
          </p:nvPr>
        </p:nvSpPr>
        <p:spPr>
          <a:xfrm>
            <a:off x="6400425" y="469373"/>
            <a:ext cx="4727127" cy="720000"/>
          </a:xfrm>
        </p:spPr>
        <p:txBody>
          <a:bodyPr/>
          <a:lstStyle>
            <a:lvl1pPr>
              <a:defRPr/>
            </a:lvl1pPr>
          </a:lstStyle>
          <a:p>
            <a:r>
              <a:rPr lang="en-GB"/>
              <a:t>[titel]</a:t>
            </a:r>
          </a:p>
        </p:txBody>
      </p:sp>
      <p:sp>
        <p:nvSpPr>
          <p:cNvPr id="11" name="Frame 8"/>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ame 9"/>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152770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white), image and white logo">
    <p:spTree>
      <p:nvGrpSpPr>
        <p:cNvPr id="1" name=""/>
        <p:cNvGrpSpPr/>
        <p:nvPr/>
      </p:nvGrpSpPr>
      <p:grpSpPr>
        <a:xfrm>
          <a:off x="0" y="0"/>
          <a:ext cx="0" cy="0"/>
          <a:chOff x="0" y="0"/>
          <a:chExt cx="0" cy="0"/>
        </a:xfrm>
      </p:grpSpPr>
      <p:sp>
        <p:nvSpPr>
          <p:cNvPr id="10" name="Vrije vorm 1"/>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p>
        </p:txBody>
      </p:sp>
      <p:sp>
        <p:nvSpPr>
          <p:cNvPr id="2" name="Title 2"/>
          <p:cNvSpPr>
            <a:spLocks noGrp="1" noSelect="1"/>
          </p:cNvSpPr>
          <p:nvPr>
            <p:ph type="title" hasCustomPrompt="1"/>
          </p:nvPr>
        </p:nvSpPr>
        <p:spPr>
          <a:xfrm>
            <a:off x="0" y="2925076"/>
            <a:ext cx="12204000" cy="1188000"/>
          </a:xfrm>
        </p:spPr>
        <p:txBody>
          <a:bodyPr/>
          <a:lstStyle>
            <a:lvl1pPr algn="ctr">
              <a:defRPr sz="6800" b="1" cap="none" baseline="0">
                <a:solidFill>
                  <a:schemeClr val="bg1"/>
                </a:solidFill>
                <a:latin typeface="+mn-lt"/>
              </a:defRPr>
            </a:lvl1pPr>
          </a:lstStyle>
          <a:p>
            <a:r>
              <a:rPr lang="en-GB"/>
              <a:t>[Tekst]</a:t>
            </a:r>
          </a:p>
        </p:txBody>
      </p:sp>
      <p:sp>
        <p:nvSpPr>
          <p:cNvPr id="8" name="Rounded Rectangle 3">
            <a:extLst>
              <a:ext uri="{FF2B5EF4-FFF2-40B4-BE49-F238E27FC236}">
                <a16:creationId xmlns:a16="http://schemas.microsoft.com/office/drawing/2014/main" id="{A5AF17E4-4F96-4AF7-81E8-4E18E40B55C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a:p>
        </p:txBody>
      </p:sp>
      <p:sp>
        <p:nvSpPr>
          <p:cNvPr id="7"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9"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655096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white), image and red/black logo">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47E6A862-E120-4FC9-B4A7-DCAF17FA2D10}"/>
              </a:ext>
            </a:extLst>
          </p:cNvPr>
          <p:cNvSpPr>
            <a:spLocks noGrp="1" noSelect="1"/>
          </p:cNvSpPr>
          <p:nvPr>
            <p:ph type="pic" sz="quarter" idx="10" hasCustomPrompt="1"/>
          </p:nvPr>
        </p:nvSpPr>
        <p:spPr>
          <a:xfrm>
            <a:off x="0" y="0"/>
            <a:ext cx="12193200" cy="6210000"/>
          </a:xfrm>
        </p:spPr>
        <p:txBody>
          <a:bodyPr/>
          <a:lstStyle>
            <a:lvl1pPr marL="0" indent="0">
              <a:buFontTx/>
              <a:buNone/>
              <a:defRPr/>
            </a:lvl1pPr>
          </a:lstStyle>
          <a:p>
            <a:r>
              <a:rPr lang="en-GB"/>
              <a:t>[Klik hier en voeg via Invoegen | Afbeeldingen een foto in]</a:t>
            </a:r>
          </a:p>
        </p:txBody>
      </p:sp>
      <p:sp>
        <p:nvSpPr>
          <p:cNvPr id="12" name="Achtergrondvlak 2">
            <a:extLst>
              <a:ext uri="{FF2B5EF4-FFF2-40B4-BE49-F238E27FC236}">
                <a16:creationId xmlns:a16="http://schemas.microsoft.com/office/drawing/2014/main" id="{C92C52A1-98B3-4A17-9378-B421B9C2FEC3}"/>
              </a:ext>
            </a:extLst>
          </p:cNvPr>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3"/>
          <p:cNvSpPr>
            <a:spLocks noGrp="1" noSelect="1"/>
          </p:cNvSpPr>
          <p:nvPr>
            <p:ph type="title" hasCustomPrompt="1"/>
          </p:nvPr>
        </p:nvSpPr>
        <p:spPr>
          <a:xfrm>
            <a:off x="0" y="2925076"/>
            <a:ext cx="12204000" cy="1188000"/>
          </a:xfrm>
        </p:spPr>
        <p:txBody>
          <a:bodyPr/>
          <a:lstStyle>
            <a:lvl1pPr algn="ctr">
              <a:defRPr sz="6800" b="1" cap="none" baseline="0">
                <a:solidFill>
                  <a:schemeClr val="bg1"/>
                </a:solidFill>
                <a:latin typeface="+mn-lt"/>
              </a:defRPr>
            </a:lvl1pPr>
          </a:lstStyle>
          <a:p>
            <a:r>
              <a:rPr lang="en-GB"/>
              <a:t>[Tekst]</a:t>
            </a:r>
          </a:p>
        </p:txBody>
      </p:sp>
      <p:sp>
        <p:nvSpPr>
          <p:cNvPr id="8" name="Rounded Rectangle 4">
            <a:extLst>
              <a:ext uri="{FF2B5EF4-FFF2-40B4-BE49-F238E27FC236}">
                <a16:creationId xmlns:a16="http://schemas.microsoft.com/office/drawing/2014/main" id="{A5AF17E4-4F96-4AF7-81E8-4E18E40B55C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a:p>
        </p:txBody>
      </p:sp>
      <p:sp>
        <p:nvSpPr>
          <p:cNvPr id="9"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20061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red), image and white logo">
    <p:spTree>
      <p:nvGrpSpPr>
        <p:cNvPr id="1" name=""/>
        <p:cNvGrpSpPr/>
        <p:nvPr/>
      </p:nvGrpSpPr>
      <p:grpSpPr>
        <a:xfrm>
          <a:off x="0" y="0"/>
          <a:ext cx="0" cy="0"/>
          <a:chOff x="0" y="0"/>
          <a:chExt cx="0" cy="0"/>
        </a:xfrm>
      </p:grpSpPr>
      <p:sp>
        <p:nvSpPr>
          <p:cNvPr id="7" name="Vrije vorm 1"/>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p>
        </p:txBody>
      </p:sp>
      <p:sp>
        <p:nvSpPr>
          <p:cNvPr id="2" name="Title 2"/>
          <p:cNvSpPr>
            <a:spLocks noGrp="1" noSelect="1"/>
          </p:cNvSpPr>
          <p:nvPr>
            <p:ph type="title" hasCustomPrompt="1"/>
          </p:nvPr>
        </p:nvSpPr>
        <p:spPr>
          <a:xfrm>
            <a:off x="0" y="2925076"/>
            <a:ext cx="12204000" cy="1188000"/>
          </a:xfrm>
        </p:spPr>
        <p:txBody>
          <a:bodyPr/>
          <a:lstStyle>
            <a:lvl1pPr algn="ctr">
              <a:defRPr sz="6800" b="1" cap="none" baseline="0">
                <a:solidFill>
                  <a:schemeClr val="accent1"/>
                </a:solidFill>
                <a:latin typeface="+mn-lt"/>
              </a:defRPr>
            </a:lvl1pPr>
          </a:lstStyle>
          <a:p>
            <a:r>
              <a:rPr lang="en-GB"/>
              <a:t>[Tekst]</a:t>
            </a:r>
          </a:p>
        </p:txBody>
      </p:sp>
      <p:sp>
        <p:nvSpPr>
          <p:cNvPr id="8" name="Rounded Rectangle 3">
            <a:extLst>
              <a:ext uri="{FF2B5EF4-FFF2-40B4-BE49-F238E27FC236}">
                <a16:creationId xmlns:a16="http://schemas.microsoft.com/office/drawing/2014/main" id="{3ED40BA7-74AB-43EA-AF96-AC34C7F24EB5}"/>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a:p>
        </p:txBody>
      </p:sp>
      <p:sp>
        <p:nvSpPr>
          <p:cNvPr id="9"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1076861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red), image and red/black logo">
    <p:spTree>
      <p:nvGrpSpPr>
        <p:cNvPr id="1" name=""/>
        <p:cNvGrpSpPr/>
        <p:nvPr/>
      </p:nvGrpSpPr>
      <p:grpSpPr>
        <a:xfrm>
          <a:off x="0" y="0"/>
          <a:ext cx="0" cy="0"/>
          <a:chOff x="0" y="0"/>
          <a:chExt cx="0" cy="0"/>
        </a:xfrm>
      </p:grpSpPr>
      <p:sp>
        <p:nvSpPr>
          <p:cNvPr id="7" name="Frame picture 1">
            <a:extLst>
              <a:ext uri="{FF2B5EF4-FFF2-40B4-BE49-F238E27FC236}">
                <a16:creationId xmlns:a16="http://schemas.microsoft.com/office/drawing/2014/main" id="{37A0C05B-97C3-4483-BD31-B9DD9BC70509}"/>
              </a:ext>
            </a:extLst>
          </p:cNvPr>
          <p:cNvSpPr>
            <a:spLocks noGrp="1" noSelect="1"/>
          </p:cNvSpPr>
          <p:nvPr>
            <p:ph type="pic" sz="quarter" idx="10" hasCustomPrompt="1"/>
          </p:nvPr>
        </p:nvSpPr>
        <p:spPr>
          <a:xfrm>
            <a:off x="0" y="0"/>
            <a:ext cx="12193200" cy="6210000"/>
          </a:xfrm>
        </p:spPr>
        <p:txBody>
          <a:bodyPr/>
          <a:lstStyle>
            <a:lvl1pPr marL="0" indent="0">
              <a:buFontTx/>
              <a:buNone/>
              <a:defRPr/>
            </a:lvl1pPr>
          </a:lstStyle>
          <a:p>
            <a:r>
              <a:rPr lang="en-GB"/>
              <a:t>[Klik hier en voeg via Invoegen | Afbeeldingen een foto in]</a:t>
            </a:r>
          </a:p>
        </p:txBody>
      </p:sp>
      <p:sp>
        <p:nvSpPr>
          <p:cNvPr id="9" name="Achtergrondvlak 2">
            <a:extLst>
              <a:ext uri="{FF2B5EF4-FFF2-40B4-BE49-F238E27FC236}">
                <a16:creationId xmlns:a16="http://schemas.microsoft.com/office/drawing/2014/main" id="{61754AF3-BC4E-4713-948D-AEF78A2110BC}"/>
              </a:ext>
            </a:extLst>
          </p:cNvPr>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3"/>
          <p:cNvSpPr>
            <a:spLocks noGrp="1" noSelect="1"/>
          </p:cNvSpPr>
          <p:nvPr>
            <p:ph type="title" hasCustomPrompt="1"/>
          </p:nvPr>
        </p:nvSpPr>
        <p:spPr>
          <a:xfrm>
            <a:off x="0" y="2925076"/>
            <a:ext cx="12204000" cy="1188000"/>
          </a:xfrm>
        </p:spPr>
        <p:txBody>
          <a:bodyPr/>
          <a:lstStyle>
            <a:lvl1pPr algn="ctr">
              <a:defRPr sz="6800" b="1" cap="none" baseline="0">
                <a:solidFill>
                  <a:schemeClr val="accent1"/>
                </a:solidFill>
                <a:latin typeface="+mn-lt"/>
              </a:defRPr>
            </a:lvl1pPr>
          </a:lstStyle>
          <a:p>
            <a:r>
              <a:rPr lang="en-GB"/>
              <a:t>[Tekst]</a:t>
            </a:r>
          </a:p>
        </p:txBody>
      </p:sp>
      <p:sp>
        <p:nvSpPr>
          <p:cNvPr id="8" name="Rounded Rectangle 4">
            <a:extLst>
              <a:ext uri="{FF2B5EF4-FFF2-40B4-BE49-F238E27FC236}">
                <a16:creationId xmlns:a16="http://schemas.microsoft.com/office/drawing/2014/main" id="{3ED40BA7-74AB-43EA-AF96-AC34C7F24EB5}"/>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a:p>
        </p:txBody>
      </p:sp>
      <p:sp>
        <p:nvSpPr>
          <p:cNvPr id="12"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313066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noSelect="1"/>
          </p:cNvSpPr>
          <p:nvPr>
            <p:ph type="title" hasCustomPrompt="1"/>
          </p:nvPr>
        </p:nvSpPr>
        <p:spPr bwMode="gray"/>
        <p:txBody>
          <a:bodyPr/>
          <a:lstStyle>
            <a:lvl1pPr>
              <a:defRPr/>
            </a:lvl1pPr>
          </a:lstStyle>
          <a:p>
            <a:r>
              <a:rPr lang="en-GB" noProof="1"/>
              <a:t>[title]</a:t>
            </a:r>
          </a:p>
        </p:txBody>
      </p:sp>
      <p:sp>
        <p:nvSpPr>
          <p:cNvPr id="6" name="Date Placeholder 2"/>
          <p:cNvSpPr>
            <a:spLocks noGrp="1" noSelect="1"/>
          </p:cNvSpPr>
          <p:nvPr>
            <p:ph type="dt" sz="half" idx="10"/>
          </p:nvPr>
        </p:nvSpPr>
        <p:spPr/>
        <p:txBody>
          <a:bodyPr/>
          <a:lstStyle/>
          <a:p>
            <a:fld id="{C55B993B-3046-4D80-9DA9-AF3F7D602039}" type="datetime4">
              <a:rPr lang="en-GB" noProof="1" smtClean="0"/>
              <a:t>26 February 2025</a:t>
            </a:fld>
            <a:endParaRPr lang="en-GB" noProof="1"/>
          </a:p>
        </p:txBody>
      </p:sp>
      <p:sp>
        <p:nvSpPr>
          <p:cNvPr id="7" name="Footer Placeholder 3"/>
          <p:cNvSpPr>
            <a:spLocks noGrp="1" noSelect="1"/>
          </p:cNvSpPr>
          <p:nvPr>
            <p:ph type="ftr" sz="quarter" idx="11"/>
          </p:nvPr>
        </p:nvSpPr>
        <p:spPr/>
        <p:txBody>
          <a:bodyPr/>
          <a:lstStyle/>
          <a:p>
            <a:r>
              <a:rPr lang="en-GB" noProof="1"/>
              <a:t>[Voettekst]</a:t>
            </a:r>
          </a:p>
        </p:txBody>
      </p:sp>
      <p:sp>
        <p:nvSpPr>
          <p:cNvPr id="8"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4" name="Date Placeholder 1"/>
          <p:cNvSpPr>
            <a:spLocks noGrp="1" noSelect="1"/>
          </p:cNvSpPr>
          <p:nvPr>
            <p:ph type="dt" sz="half" idx="2"/>
          </p:nvPr>
        </p:nvSpPr>
        <p:spPr bwMode="gray">
          <a:xfrm>
            <a:off x="9816205" y="6489368"/>
            <a:ext cx="1260222" cy="252000"/>
          </a:xfrm>
          <a:prstGeom prst="rect">
            <a:avLst/>
          </a:prstGeom>
        </p:spPr>
        <p:txBody>
          <a:bodyPr vert="horz" lIns="0" tIns="0" rIns="0" bIns="0" rtlCol="0" anchor="t">
            <a:noAutofit/>
          </a:bodyPr>
          <a:lstStyle>
            <a:lvl1pPr algn="r">
              <a:defRPr sz="1000">
                <a:solidFill>
                  <a:schemeClr val="tx1"/>
                </a:solidFill>
                <a:latin typeface="+mn-lt"/>
              </a:defRPr>
            </a:lvl1pPr>
          </a:lstStyle>
          <a:p>
            <a:fld id="{2923B9C5-BE15-4844-92EA-6B5A4B794705}" type="datetime4">
              <a:rPr lang="en-GB" noProof="1" smtClean="0"/>
              <a:t>26 February 2025</a:t>
            </a:fld>
            <a:endParaRPr lang="en-GB" noProof="1"/>
          </a:p>
        </p:txBody>
      </p:sp>
      <p:sp>
        <p:nvSpPr>
          <p:cNvPr id="5" name="Footer Placeholder 2"/>
          <p:cNvSpPr>
            <a:spLocks noGrp="1" noSelect="1"/>
          </p:cNvSpPr>
          <p:nvPr>
            <p:ph type="ftr" sz="quarter" idx="3"/>
          </p:nvPr>
        </p:nvSpPr>
        <p:spPr bwMode="gray">
          <a:xfrm>
            <a:off x="1065600" y="6489368"/>
            <a:ext cx="3060000" cy="252000"/>
          </a:xfrm>
          <a:prstGeom prst="rect">
            <a:avLst/>
          </a:prstGeom>
        </p:spPr>
        <p:txBody>
          <a:bodyPr vert="horz" lIns="0" tIns="0" rIns="0" bIns="0" rtlCol="0" anchor="t">
            <a:noAutofit/>
          </a:bodyPr>
          <a:lstStyle>
            <a:lvl1pPr algn="l">
              <a:defRPr sz="1000">
                <a:solidFill>
                  <a:schemeClr val="tx1"/>
                </a:solidFill>
                <a:latin typeface="+mn-lt"/>
              </a:defRPr>
            </a:lvl1pPr>
          </a:lstStyle>
          <a:p>
            <a:r>
              <a:rPr lang="en-GB" noProof="1"/>
              <a:t>[Voettekst]</a:t>
            </a:r>
          </a:p>
        </p:txBody>
      </p:sp>
      <p:sp>
        <p:nvSpPr>
          <p:cNvPr id="6" name="Slide Number Placeholder 3"/>
          <p:cNvSpPr>
            <a:spLocks noGrp="1" noSelect="1"/>
          </p:cNvSpPr>
          <p:nvPr>
            <p:ph type="sldNum" sz="quarter" idx="4"/>
          </p:nvPr>
        </p:nvSpPr>
        <p:spPr bwMode="gray">
          <a:xfrm>
            <a:off x="11116439" y="6489368"/>
            <a:ext cx="389588" cy="252000"/>
          </a:xfrm>
          <a:prstGeom prst="rect">
            <a:avLst/>
          </a:prstGeom>
        </p:spPr>
        <p:txBody>
          <a:bodyPr vert="horz" lIns="0" tIns="0" rIns="0" bIns="0" rtlCol="0" anchor="t">
            <a:noAutofit/>
          </a:bodyPr>
          <a:lstStyle>
            <a:lvl1pPr algn="l">
              <a:defRPr sz="1000">
                <a:solidFill>
                  <a:schemeClr val="tx1"/>
                </a:solidFill>
                <a:latin typeface="+mn-lt"/>
              </a:defRPr>
            </a:lvl1p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3" name="Frame text 4 (JU-Free)"/>
          <p:cNvSpPr>
            <a:spLocks noGrp="1"/>
          </p:cNvSpPr>
          <p:nvPr>
            <p:ph type="body" idx="1"/>
          </p:nvPr>
        </p:nvSpPr>
        <p:spPr bwMode="gray">
          <a:xfrm>
            <a:off x="1066027" y="1773930"/>
            <a:ext cx="10440000" cy="4428000"/>
          </a:xfrm>
          <a:prstGeom prst="rect">
            <a:avLst/>
          </a:prstGeom>
        </p:spPr>
        <p:txBody>
          <a:bodyPr vert="horz" lIns="0" tIns="0" rIns="0" bIns="0" rtlCol="0">
            <a:noAutofit/>
          </a:bodyPr>
          <a:lstStyle/>
          <a:p>
            <a:pPr lvl="0"/>
            <a:r>
              <a:rPr lang="en-GB" noProof="1"/>
              <a:t>JU-LEVEL1=Opsomming 1e niveau</a:t>
            </a:r>
          </a:p>
          <a:p>
            <a:pPr lvl="1"/>
            <a:r>
              <a:rPr lang="en-GB" noProof="1"/>
              <a:t>JU-LEVEL2=Opsomming 2e niveau</a:t>
            </a:r>
          </a:p>
          <a:p>
            <a:pPr lvl="2"/>
            <a:r>
              <a:rPr lang="en-GB" noProof="1"/>
              <a:t>JU-LEVEL3=Opsomming nummer 1e niveau</a:t>
            </a:r>
          </a:p>
          <a:p>
            <a:pPr lvl="3"/>
            <a:r>
              <a:rPr lang="en-GB" noProof="1"/>
              <a:t>JU-LEVEL4=Kop</a:t>
            </a:r>
          </a:p>
          <a:p>
            <a:pPr lvl="4"/>
            <a:r>
              <a:rPr lang="en-GB" noProof="1"/>
              <a:t>JU-LEVEL5=Basistekst</a:t>
            </a:r>
          </a:p>
          <a:p>
            <a:pPr lvl="5"/>
            <a:r>
              <a:rPr lang="en-GB" noProof="1"/>
              <a:t>JU-LEVEL6=Zwevend 1e niveau</a:t>
            </a:r>
          </a:p>
          <a:p>
            <a:pPr lvl="6"/>
            <a:r>
              <a:rPr lang="en-GB" noProof="1"/>
              <a:t>JU-LEVEL7=Zwevend 2e niveau</a:t>
            </a:r>
          </a:p>
        </p:txBody>
      </p:sp>
      <p:sp>
        <p:nvSpPr>
          <p:cNvPr id="2" name="Title Placeholder 5"/>
          <p:cNvSpPr>
            <a:spLocks noGrp="1" noSelect="1"/>
          </p:cNvSpPr>
          <p:nvPr>
            <p:ph type="title"/>
          </p:nvPr>
        </p:nvSpPr>
        <p:spPr bwMode="gray">
          <a:xfrm>
            <a:off x="864817" y="469373"/>
            <a:ext cx="10440000" cy="720000"/>
          </a:xfrm>
          <a:prstGeom prst="rect">
            <a:avLst/>
          </a:prstGeom>
        </p:spPr>
        <p:txBody>
          <a:bodyPr vert="horz" lIns="0" tIns="0" rIns="0" bIns="0" rtlCol="0" anchor="t">
            <a:noAutofit/>
          </a:bodyPr>
          <a:lstStyle/>
          <a:p>
            <a:r>
              <a:rPr lang="en-GB" noProof="1"/>
              <a:t>[Title]</a:t>
            </a:r>
          </a:p>
        </p:txBody>
      </p:sp>
      <p:sp>
        <p:nvSpPr>
          <p:cNvPr id="9" name="Frame 6"/>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ame 7"/>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cSld>
  <p:clrMap bg1="lt1" tx1="dk1" bg2="lt2" tx2="dk2" accent1="accent1" accent2="accent2" accent3="accent3" accent4="accent4" accent5="accent5" accent6="accent6" hlink="hlink" folHlink="folHlink"/>
  <p:sldLayoutIdLst>
    <p:sldLayoutId id="2147483715" r:id="rId1"/>
    <p:sldLayoutId id="2147483718" r:id="rId2"/>
    <p:sldLayoutId id="2147483719" r:id="rId3"/>
    <p:sldLayoutId id="2147483716" r:id="rId4"/>
    <p:sldLayoutId id="2147483737" r:id="rId5"/>
    <p:sldLayoutId id="2147483720" r:id="rId6"/>
    <p:sldLayoutId id="2147483721" r:id="rId7"/>
    <p:sldLayoutId id="2147483722" r:id="rId8"/>
    <p:sldLayoutId id="2147483710" r:id="rId9"/>
    <p:sldLayoutId id="2147483724" r:id="rId10"/>
    <p:sldLayoutId id="2147483732" r:id="rId11"/>
    <p:sldLayoutId id="2147483725" r:id="rId12"/>
    <p:sldLayoutId id="2147483726" r:id="rId13"/>
    <p:sldLayoutId id="2147483728" r:id="rId14"/>
    <p:sldLayoutId id="2147483729" r:id="rId15"/>
    <p:sldLayoutId id="2147483730" r:id="rId16"/>
    <p:sldLayoutId id="2147483740" r:id="rId17"/>
    <p:sldLayoutId id="2147483731" r:id="rId18"/>
    <p:sldLayoutId id="2147483741" r:id="rId19"/>
    <p:sldLayoutId id="2147483713" r:id="rId20"/>
  </p:sldLayoutIdLst>
  <p:hf sldNum="0" hdr="0" ftr="0" dt="0"/>
  <p:txStyles>
    <p:titleStyle>
      <a:lvl1pPr algn="l" defTabSz="1088610" rtl="0" eaLnBrk="1" latinLnBrk="0" hangingPunct="1">
        <a:spcBef>
          <a:spcPct val="0"/>
        </a:spcBef>
        <a:buNone/>
        <a:defRPr sz="1700" b="0" kern="1200" cap="all" baseline="0">
          <a:solidFill>
            <a:schemeClr val="accent1"/>
          </a:solidFill>
          <a:latin typeface="+mj-lt"/>
          <a:ea typeface="+mj-ea"/>
          <a:cs typeface="+mj-cs"/>
        </a:defRPr>
      </a:lvl1pPr>
    </p:titleStyle>
    <p:bodyStyle>
      <a:lvl1pPr marL="324000" indent="-324000" algn="l" defTabSz="1088610" rtl="0" eaLnBrk="1" latinLnBrk="0" hangingPunct="1">
        <a:spcBef>
          <a:spcPts val="900"/>
        </a:spcBef>
        <a:buFont typeface="Arial" pitchFamily="34" charset="0"/>
        <a:buChar char="•"/>
        <a:defRPr sz="1600" b="0" kern="1200" baseline="0">
          <a:solidFill>
            <a:schemeClr val="tx1"/>
          </a:solidFill>
          <a:latin typeface="+mn-lt"/>
          <a:ea typeface="+mn-ea"/>
          <a:cs typeface="+mn-cs"/>
        </a:defRPr>
      </a:lvl1pPr>
      <a:lvl2pPr marL="648000" indent="-324000" algn="l" defTabSz="1088610" rtl="0" eaLnBrk="1" latinLnBrk="0" hangingPunct="1">
        <a:spcBef>
          <a:spcPts val="600"/>
        </a:spcBef>
        <a:buFont typeface="Arial" pitchFamily="34" charset="0"/>
        <a:buChar char="•"/>
        <a:defRPr sz="1600" kern="1200">
          <a:solidFill>
            <a:schemeClr val="tx1"/>
          </a:solidFill>
          <a:latin typeface="+mn-lt"/>
          <a:ea typeface="+mn-ea"/>
          <a:cs typeface="+mn-cs"/>
        </a:defRPr>
      </a:lvl2pPr>
      <a:lvl3pPr marL="324000" indent="-324000" algn="l" defTabSz="1088610" rtl="0" eaLnBrk="1" latinLnBrk="0" hangingPunct="1">
        <a:spcBef>
          <a:spcPts val="0"/>
        </a:spcBef>
        <a:buFont typeface="+mj-lt"/>
        <a:buAutoNum type="arabicPeriod"/>
        <a:defRPr sz="1600" b="0" kern="1200">
          <a:solidFill>
            <a:schemeClr val="tx1"/>
          </a:solidFill>
          <a:latin typeface="+mn-lt"/>
          <a:ea typeface="+mn-ea"/>
          <a:cs typeface="+mn-cs"/>
        </a:defRPr>
      </a:lvl3pPr>
      <a:lvl4pPr marL="0" indent="0" algn="l" defTabSz="1088610" rtl="0" eaLnBrk="1" latinLnBrk="0" hangingPunct="1">
        <a:spcBef>
          <a:spcPts val="1800"/>
        </a:spcBef>
        <a:buFont typeface="Arial" pitchFamily="34" charset="0"/>
        <a:buNone/>
        <a:defRPr sz="1600" b="0" kern="1200">
          <a:solidFill>
            <a:schemeClr val="accent1"/>
          </a:solidFill>
          <a:latin typeface="+mj-lt"/>
          <a:ea typeface="Open Sans SemiBold" panose="020B0706030804020204" pitchFamily="34" charset="0"/>
          <a:cs typeface="Open Sans SemiBold" panose="020B0706030804020204" pitchFamily="34" charset="0"/>
        </a:defRPr>
      </a:lvl4pPr>
      <a:lvl5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5pPr>
      <a:lvl6pPr marL="32400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6pPr>
      <a:lvl7pPr marL="64800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7pPr>
      <a:lvl8pPr marL="810081"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8pPr>
      <a:lvl9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9pPr>
    </p:bodyStyle>
    <p:otherStyle>
      <a:defPPr>
        <a:defRPr lang="nl-NL"/>
      </a:defPPr>
      <a:lvl1pPr marL="0" algn="l" defTabSz="1088610" rtl="0" eaLnBrk="1" latinLnBrk="0" hangingPunct="1">
        <a:defRPr sz="2100" kern="1200">
          <a:solidFill>
            <a:schemeClr val="tx1"/>
          </a:solidFill>
          <a:latin typeface="+mn-lt"/>
          <a:ea typeface="+mn-ea"/>
          <a:cs typeface="+mn-cs"/>
        </a:defRPr>
      </a:lvl1pPr>
      <a:lvl2pPr marL="544306" algn="l" defTabSz="1088610" rtl="0" eaLnBrk="1" latinLnBrk="0" hangingPunct="1">
        <a:defRPr sz="2100" kern="1200">
          <a:solidFill>
            <a:schemeClr val="tx1"/>
          </a:solidFill>
          <a:latin typeface="+mn-lt"/>
          <a:ea typeface="+mn-ea"/>
          <a:cs typeface="+mn-cs"/>
        </a:defRPr>
      </a:lvl2pPr>
      <a:lvl3pPr marL="1088610" algn="l" defTabSz="1088610" rtl="0" eaLnBrk="1" latinLnBrk="0" hangingPunct="1">
        <a:defRPr sz="2100" kern="1200">
          <a:solidFill>
            <a:schemeClr val="tx1"/>
          </a:solidFill>
          <a:latin typeface="+mn-lt"/>
          <a:ea typeface="+mn-ea"/>
          <a:cs typeface="+mn-cs"/>
        </a:defRPr>
      </a:lvl3pPr>
      <a:lvl4pPr marL="1632916" algn="l" defTabSz="1088610" rtl="0" eaLnBrk="1" latinLnBrk="0" hangingPunct="1">
        <a:defRPr sz="2100" kern="1200">
          <a:solidFill>
            <a:schemeClr val="tx1"/>
          </a:solidFill>
          <a:latin typeface="+mn-lt"/>
          <a:ea typeface="+mn-ea"/>
          <a:cs typeface="+mn-cs"/>
        </a:defRPr>
      </a:lvl4pPr>
      <a:lvl5pPr marL="2177222" algn="l" defTabSz="1088610" rtl="0" eaLnBrk="1" latinLnBrk="0" hangingPunct="1">
        <a:defRPr sz="2100" kern="1200">
          <a:solidFill>
            <a:schemeClr val="tx1"/>
          </a:solidFill>
          <a:latin typeface="+mn-lt"/>
          <a:ea typeface="+mn-ea"/>
          <a:cs typeface="+mn-cs"/>
        </a:defRPr>
      </a:lvl5pPr>
      <a:lvl6pPr marL="2721526" algn="l" defTabSz="1088610" rtl="0" eaLnBrk="1" latinLnBrk="0" hangingPunct="1">
        <a:defRPr sz="2100" kern="1200">
          <a:solidFill>
            <a:schemeClr val="tx1"/>
          </a:solidFill>
          <a:latin typeface="+mn-lt"/>
          <a:ea typeface="+mn-ea"/>
          <a:cs typeface="+mn-cs"/>
        </a:defRPr>
      </a:lvl6pPr>
      <a:lvl7pPr marL="3265831" algn="l" defTabSz="1088610" rtl="0" eaLnBrk="1" latinLnBrk="0" hangingPunct="1">
        <a:defRPr sz="2100" kern="1200">
          <a:solidFill>
            <a:schemeClr val="tx1"/>
          </a:solidFill>
          <a:latin typeface="+mn-lt"/>
          <a:ea typeface="+mn-ea"/>
          <a:cs typeface="+mn-cs"/>
        </a:defRPr>
      </a:lvl7pPr>
      <a:lvl8pPr marL="3810137" algn="l" defTabSz="1088610" rtl="0" eaLnBrk="1" latinLnBrk="0" hangingPunct="1">
        <a:defRPr sz="2100" kern="1200">
          <a:solidFill>
            <a:schemeClr val="tx1"/>
          </a:solidFill>
          <a:latin typeface="+mn-lt"/>
          <a:ea typeface="+mn-ea"/>
          <a:cs typeface="+mn-cs"/>
        </a:defRPr>
      </a:lvl8pPr>
      <a:lvl9pPr marL="4354442" algn="l" defTabSz="1088610"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doi.org/10.5281/zenodo.14931741"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7.png"/><Relationship Id="rId12" Type="http://schemas.openxmlformats.org/officeDocument/2006/relationships/customXml" Target="../ink/ink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8.png"/><Relationship Id="rId14" Type="http://schemas.openxmlformats.org/officeDocument/2006/relationships/customXml" Target="../ink/ink6.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customXml" Target="../ink/ink12.xml"/><Relationship Id="rId18" Type="http://schemas.openxmlformats.org/officeDocument/2006/relationships/image" Target="../media/image19.png"/><Relationship Id="rId3" Type="http://schemas.openxmlformats.org/officeDocument/2006/relationships/customXml" Target="../ink/ink7.xml"/><Relationship Id="rId7" Type="http://schemas.openxmlformats.org/officeDocument/2006/relationships/customXml" Target="../ink/ink9.xml"/><Relationship Id="rId12" Type="http://schemas.openxmlformats.org/officeDocument/2006/relationships/image" Target="../media/image16.png"/><Relationship Id="rId17" Type="http://schemas.openxmlformats.org/officeDocument/2006/relationships/customXml" Target="../ink/ink14.xml"/><Relationship Id="rId2" Type="http://schemas.openxmlformats.org/officeDocument/2006/relationships/notesSlide" Target="../notesSlides/notesSlide7.xml"/><Relationship Id="rId16"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customXml" Target="../ink/ink11.xml"/><Relationship Id="rId5" Type="http://schemas.openxmlformats.org/officeDocument/2006/relationships/customXml" Target="../ink/ink8.xml"/><Relationship Id="rId15" Type="http://schemas.openxmlformats.org/officeDocument/2006/relationships/customXml" Target="../ink/ink13.xml"/><Relationship Id="rId10"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customXml" Target="../ink/ink10.xml"/><Relationship Id="rId1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ustomXml" Target="../ink/ink16.xml"/><Relationship Id="rId7" Type="http://schemas.openxmlformats.org/officeDocument/2006/relationships/customXml" Target="../ink/ink1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customXml" Target="../ink/ink17.xml"/><Relationship Id="rId10" Type="http://schemas.openxmlformats.org/officeDocument/2006/relationships/image" Target="../media/image24.png"/><Relationship Id="rId4" Type="http://schemas.openxmlformats.org/officeDocument/2006/relationships/image" Target="../media/image210.png"/><Relationship Id="rId9" Type="http://schemas.openxmlformats.org/officeDocument/2006/relationships/customXml" Target="../ink/ink19.xml"/></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customXml" Target="../ink/ink25.xml"/><Relationship Id="rId18" Type="http://schemas.openxmlformats.org/officeDocument/2006/relationships/image" Target="../media/image32.png"/><Relationship Id="rId26" Type="http://schemas.openxmlformats.org/officeDocument/2006/relationships/image" Target="../media/image36.png"/><Relationship Id="rId3" Type="http://schemas.openxmlformats.org/officeDocument/2006/relationships/customXml" Target="../ink/ink20.xml"/><Relationship Id="rId21" Type="http://schemas.openxmlformats.org/officeDocument/2006/relationships/customXml" Target="../ink/ink29.xml"/><Relationship Id="rId34" Type="http://schemas.openxmlformats.org/officeDocument/2006/relationships/image" Target="../media/image40.png"/><Relationship Id="rId7" Type="http://schemas.openxmlformats.org/officeDocument/2006/relationships/customXml" Target="../ink/ink22.xml"/><Relationship Id="rId12" Type="http://schemas.openxmlformats.org/officeDocument/2006/relationships/image" Target="../media/image29.png"/><Relationship Id="rId17" Type="http://schemas.openxmlformats.org/officeDocument/2006/relationships/customXml" Target="../ink/ink27.xml"/><Relationship Id="rId25" Type="http://schemas.openxmlformats.org/officeDocument/2006/relationships/customXml" Target="../ink/ink31.xml"/><Relationship Id="rId33" Type="http://schemas.openxmlformats.org/officeDocument/2006/relationships/customXml" Target="../ink/ink35.xml"/><Relationship Id="rId2" Type="http://schemas.openxmlformats.org/officeDocument/2006/relationships/notesSlide" Target="../notesSlides/notesSlide11.xml"/><Relationship Id="rId16" Type="http://schemas.openxmlformats.org/officeDocument/2006/relationships/image" Target="../media/image31.png"/><Relationship Id="rId20" Type="http://schemas.openxmlformats.org/officeDocument/2006/relationships/image" Target="../media/image33.png"/><Relationship Id="rId29" Type="http://schemas.openxmlformats.org/officeDocument/2006/relationships/customXml" Target="../ink/ink33.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customXml" Target="../ink/ink24.xml"/><Relationship Id="rId24" Type="http://schemas.openxmlformats.org/officeDocument/2006/relationships/image" Target="../media/image35.png"/><Relationship Id="rId32" Type="http://schemas.openxmlformats.org/officeDocument/2006/relationships/image" Target="../media/image39.png"/><Relationship Id="rId5" Type="http://schemas.openxmlformats.org/officeDocument/2006/relationships/customXml" Target="../ink/ink21.xml"/><Relationship Id="rId15" Type="http://schemas.openxmlformats.org/officeDocument/2006/relationships/customXml" Target="../ink/ink26.xml"/><Relationship Id="rId23" Type="http://schemas.openxmlformats.org/officeDocument/2006/relationships/customXml" Target="../ink/ink30.xml"/><Relationship Id="rId28" Type="http://schemas.openxmlformats.org/officeDocument/2006/relationships/image" Target="../media/image37.png"/><Relationship Id="rId10" Type="http://schemas.openxmlformats.org/officeDocument/2006/relationships/image" Target="../media/image28.png"/><Relationship Id="rId19" Type="http://schemas.openxmlformats.org/officeDocument/2006/relationships/customXml" Target="../ink/ink28.xml"/><Relationship Id="rId31" Type="http://schemas.openxmlformats.org/officeDocument/2006/relationships/customXml" Target="../ink/ink34.xml"/><Relationship Id="rId4" Type="http://schemas.openxmlformats.org/officeDocument/2006/relationships/image" Target="../media/image25.png"/><Relationship Id="rId9" Type="http://schemas.openxmlformats.org/officeDocument/2006/relationships/customXml" Target="../ink/ink23.xml"/><Relationship Id="rId14" Type="http://schemas.openxmlformats.org/officeDocument/2006/relationships/image" Target="../media/image30.png"/><Relationship Id="rId22" Type="http://schemas.openxmlformats.org/officeDocument/2006/relationships/image" Target="../media/image34.png"/><Relationship Id="rId27" Type="http://schemas.openxmlformats.org/officeDocument/2006/relationships/customXml" Target="../ink/ink32.xml"/><Relationship Id="rId30" Type="http://schemas.openxmlformats.org/officeDocument/2006/relationships/image" Target="../media/image3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customXml" Target="../ink/ink36.xml"/><Relationship Id="rId7" Type="http://schemas.openxmlformats.org/officeDocument/2006/relationships/customXml" Target="../ink/ink3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customXml" Target="../ink/ink37.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customXml" Target="../ink/ink44.xml"/><Relationship Id="rId18" Type="http://schemas.openxmlformats.org/officeDocument/2006/relationships/image" Target="../media/image58.png"/><Relationship Id="rId26" Type="http://schemas.openxmlformats.org/officeDocument/2006/relationships/image" Target="../media/image62.png"/><Relationship Id="rId3" Type="http://schemas.openxmlformats.org/officeDocument/2006/relationships/customXml" Target="../ink/ink39.xml"/><Relationship Id="rId21" Type="http://schemas.openxmlformats.org/officeDocument/2006/relationships/customXml" Target="../ink/ink48.xml"/><Relationship Id="rId7" Type="http://schemas.openxmlformats.org/officeDocument/2006/relationships/customXml" Target="../ink/ink41.xml"/><Relationship Id="rId12" Type="http://schemas.openxmlformats.org/officeDocument/2006/relationships/image" Target="../media/image55.png"/><Relationship Id="rId17" Type="http://schemas.openxmlformats.org/officeDocument/2006/relationships/customXml" Target="../ink/ink46.xml"/><Relationship Id="rId25" Type="http://schemas.openxmlformats.org/officeDocument/2006/relationships/customXml" Target="../ink/ink50.xml"/><Relationship Id="rId2" Type="http://schemas.openxmlformats.org/officeDocument/2006/relationships/notesSlide" Target="../notesSlides/notesSlide21.xml"/><Relationship Id="rId16" Type="http://schemas.openxmlformats.org/officeDocument/2006/relationships/image" Target="../media/image57.png"/><Relationship Id="rId20" Type="http://schemas.openxmlformats.org/officeDocument/2006/relationships/image" Target="../media/image59.png"/><Relationship Id="rId29" Type="http://schemas.openxmlformats.org/officeDocument/2006/relationships/customXml" Target="../ink/ink52.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customXml" Target="../ink/ink43.xml"/><Relationship Id="rId24" Type="http://schemas.openxmlformats.org/officeDocument/2006/relationships/image" Target="../media/image61.png"/><Relationship Id="rId5" Type="http://schemas.openxmlformats.org/officeDocument/2006/relationships/customXml" Target="../ink/ink40.xml"/><Relationship Id="rId15" Type="http://schemas.openxmlformats.org/officeDocument/2006/relationships/customXml" Target="../ink/ink45.xml"/><Relationship Id="rId23" Type="http://schemas.openxmlformats.org/officeDocument/2006/relationships/customXml" Target="../ink/ink49.xml"/><Relationship Id="rId28" Type="http://schemas.openxmlformats.org/officeDocument/2006/relationships/image" Target="../media/image63.png"/><Relationship Id="rId10" Type="http://schemas.openxmlformats.org/officeDocument/2006/relationships/image" Target="../media/image54.png"/><Relationship Id="rId19" Type="http://schemas.openxmlformats.org/officeDocument/2006/relationships/customXml" Target="../ink/ink47.xml"/><Relationship Id="rId31" Type="http://schemas.openxmlformats.org/officeDocument/2006/relationships/hyperlink" Target="https://maastrichtu-library.github.io/qualitative-FAIR-data/" TargetMode="External"/><Relationship Id="rId4" Type="http://schemas.openxmlformats.org/officeDocument/2006/relationships/image" Target="../media/image51.png"/><Relationship Id="rId9" Type="http://schemas.openxmlformats.org/officeDocument/2006/relationships/customXml" Target="../ink/ink42.xml"/><Relationship Id="rId14" Type="http://schemas.openxmlformats.org/officeDocument/2006/relationships/image" Target="../media/image56.png"/><Relationship Id="rId22" Type="http://schemas.openxmlformats.org/officeDocument/2006/relationships/image" Target="../media/image60.png"/><Relationship Id="rId27" Type="http://schemas.openxmlformats.org/officeDocument/2006/relationships/customXml" Target="../ink/ink51.xml"/><Relationship Id="rId30" Type="http://schemas.openxmlformats.org/officeDocument/2006/relationships/image" Target="../media/image6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customXml" Target="../ink/ink58.xml"/><Relationship Id="rId18" Type="http://schemas.openxmlformats.org/officeDocument/2006/relationships/image" Target="../media/image580.png"/><Relationship Id="rId3" Type="http://schemas.openxmlformats.org/officeDocument/2006/relationships/customXml" Target="../ink/ink53.xml"/><Relationship Id="rId21" Type="http://schemas.openxmlformats.org/officeDocument/2006/relationships/customXml" Target="../ink/ink62.xml"/><Relationship Id="rId7" Type="http://schemas.openxmlformats.org/officeDocument/2006/relationships/customXml" Target="../ink/ink55.xml"/><Relationship Id="rId12" Type="http://schemas.openxmlformats.org/officeDocument/2006/relationships/image" Target="../media/image550.png"/><Relationship Id="rId17" Type="http://schemas.openxmlformats.org/officeDocument/2006/relationships/customXml" Target="../ink/ink60.xml"/><Relationship Id="rId2" Type="http://schemas.openxmlformats.org/officeDocument/2006/relationships/notesSlide" Target="../notesSlides/notesSlide23.xml"/><Relationship Id="rId16" Type="http://schemas.openxmlformats.org/officeDocument/2006/relationships/image" Target="../media/image570.png"/><Relationship Id="rId20" Type="http://schemas.openxmlformats.org/officeDocument/2006/relationships/image" Target="../media/image590.png"/><Relationship Id="rId1" Type="http://schemas.openxmlformats.org/officeDocument/2006/relationships/slideLayout" Target="../slideLayouts/slideLayout2.xml"/><Relationship Id="rId6" Type="http://schemas.openxmlformats.org/officeDocument/2006/relationships/image" Target="../media/image520.png"/><Relationship Id="rId11" Type="http://schemas.openxmlformats.org/officeDocument/2006/relationships/customXml" Target="../ink/ink57.xml"/><Relationship Id="rId5" Type="http://schemas.openxmlformats.org/officeDocument/2006/relationships/customXml" Target="../ink/ink54.xml"/><Relationship Id="rId15" Type="http://schemas.openxmlformats.org/officeDocument/2006/relationships/customXml" Target="../ink/ink59.xml"/><Relationship Id="rId10" Type="http://schemas.openxmlformats.org/officeDocument/2006/relationships/image" Target="../media/image540.png"/><Relationship Id="rId19" Type="http://schemas.openxmlformats.org/officeDocument/2006/relationships/customXml" Target="../ink/ink61.xml"/><Relationship Id="rId4" Type="http://schemas.openxmlformats.org/officeDocument/2006/relationships/image" Target="../media/image510.png"/><Relationship Id="rId9" Type="http://schemas.openxmlformats.org/officeDocument/2006/relationships/customXml" Target="../ink/ink56.xml"/><Relationship Id="rId14" Type="http://schemas.openxmlformats.org/officeDocument/2006/relationships/image" Target="../media/image560.png"/><Relationship Id="rId22" Type="http://schemas.openxmlformats.org/officeDocument/2006/relationships/image" Target="../media/image600.png"/></Relationships>
</file>

<file path=ppt/slides/_rels/slide24.xml.rels><?xml version="1.0" encoding="UTF-8" standalone="yes"?>
<Relationships xmlns="http://schemas.openxmlformats.org/package/2006/relationships"><Relationship Id="rId8" Type="http://schemas.openxmlformats.org/officeDocument/2006/relationships/image" Target="../media/image631.png"/><Relationship Id="rId13" Type="http://schemas.openxmlformats.org/officeDocument/2006/relationships/customXml" Target="../ink/ink68.xml"/><Relationship Id="rId18" Type="http://schemas.openxmlformats.org/officeDocument/2006/relationships/image" Target="../media/image68.png"/><Relationship Id="rId3" Type="http://schemas.openxmlformats.org/officeDocument/2006/relationships/customXml" Target="../ink/ink63.xml"/><Relationship Id="rId21" Type="http://schemas.openxmlformats.org/officeDocument/2006/relationships/customXml" Target="../ink/ink72.xml"/><Relationship Id="rId7" Type="http://schemas.openxmlformats.org/officeDocument/2006/relationships/customXml" Target="../ink/ink65.xml"/><Relationship Id="rId12" Type="http://schemas.openxmlformats.org/officeDocument/2006/relationships/image" Target="../media/image652.png"/><Relationship Id="rId17" Type="http://schemas.openxmlformats.org/officeDocument/2006/relationships/customXml" Target="../ink/ink70.xml"/><Relationship Id="rId2" Type="http://schemas.openxmlformats.org/officeDocument/2006/relationships/notesSlide" Target="../notesSlides/notesSlide24.xml"/><Relationship Id="rId16" Type="http://schemas.openxmlformats.org/officeDocument/2006/relationships/image" Target="../media/image672.png"/><Relationship Id="rId20"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621.png"/><Relationship Id="rId11" Type="http://schemas.openxmlformats.org/officeDocument/2006/relationships/customXml" Target="../ink/ink67.xml"/><Relationship Id="rId24" Type="http://schemas.openxmlformats.org/officeDocument/2006/relationships/image" Target="../media/image71.png"/><Relationship Id="rId5" Type="http://schemas.openxmlformats.org/officeDocument/2006/relationships/customXml" Target="../ink/ink64.xml"/><Relationship Id="rId15" Type="http://schemas.openxmlformats.org/officeDocument/2006/relationships/customXml" Target="../ink/ink69.xml"/><Relationship Id="rId23" Type="http://schemas.openxmlformats.org/officeDocument/2006/relationships/customXml" Target="../ink/ink73.xml"/><Relationship Id="rId10" Type="http://schemas.openxmlformats.org/officeDocument/2006/relationships/image" Target="../media/image641.png"/><Relationship Id="rId19" Type="http://schemas.openxmlformats.org/officeDocument/2006/relationships/customXml" Target="../ink/ink71.xml"/><Relationship Id="rId4" Type="http://schemas.openxmlformats.org/officeDocument/2006/relationships/image" Target="../media/image611.png"/><Relationship Id="rId9" Type="http://schemas.openxmlformats.org/officeDocument/2006/relationships/customXml" Target="../ink/ink66.xml"/><Relationship Id="rId14" Type="http://schemas.openxmlformats.org/officeDocument/2006/relationships/image" Target="../media/image662.png"/><Relationship Id="rId22" Type="http://schemas.openxmlformats.org/officeDocument/2006/relationships/image" Target="../media/image70.png"/></Relationships>
</file>

<file path=ppt/slides/_rels/slide25.xml.rels><?xml version="1.0" encoding="UTF-8" standalone="yes"?>
<Relationships xmlns="http://schemas.openxmlformats.org/package/2006/relationships"><Relationship Id="rId8" Type="http://schemas.openxmlformats.org/officeDocument/2006/relationships/image" Target="../media/image671.png"/><Relationship Id="rId13" Type="http://schemas.openxmlformats.org/officeDocument/2006/relationships/customXml" Target="../ink/ink79.xml"/><Relationship Id="rId18" Type="http://schemas.openxmlformats.org/officeDocument/2006/relationships/image" Target="../media/image72.png"/><Relationship Id="rId3" Type="http://schemas.openxmlformats.org/officeDocument/2006/relationships/customXml" Target="../ink/ink74.xml"/><Relationship Id="rId21" Type="http://schemas.openxmlformats.org/officeDocument/2006/relationships/customXml" Target="../ink/ink83.xml"/><Relationship Id="rId7" Type="http://schemas.openxmlformats.org/officeDocument/2006/relationships/customXml" Target="../ink/ink76.xml"/><Relationship Id="rId12" Type="http://schemas.openxmlformats.org/officeDocument/2006/relationships/image" Target="../media/image691.png"/><Relationship Id="rId17" Type="http://schemas.openxmlformats.org/officeDocument/2006/relationships/customXml" Target="../ink/ink81.xml"/><Relationship Id="rId2" Type="http://schemas.openxmlformats.org/officeDocument/2006/relationships/notesSlide" Target="../notesSlides/notesSlide25.xml"/><Relationship Id="rId16" Type="http://schemas.openxmlformats.org/officeDocument/2006/relationships/image" Target="../media/image711.png"/><Relationship Id="rId20"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661.png"/><Relationship Id="rId11" Type="http://schemas.openxmlformats.org/officeDocument/2006/relationships/customXml" Target="../ink/ink78.xml"/><Relationship Id="rId24" Type="http://schemas.openxmlformats.org/officeDocument/2006/relationships/image" Target="../media/image75.png"/><Relationship Id="rId5" Type="http://schemas.openxmlformats.org/officeDocument/2006/relationships/customXml" Target="../ink/ink75.xml"/><Relationship Id="rId15" Type="http://schemas.openxmlformats.org/officeDocument/2006/relationships/customXml" Target="../ink/ink80.xml"/><Relationship Id="rId23" Type="http://schemas.openxmlformats.org/officeDocument/2006/relationships/customXml" Target="../ink/ink84.xml"/><Relationship Id="rId10" Type="http://schemas.openxmlformats.org/officeDocument/2006/relationships/image" Target="../media/image681.png"/><Relationship Id="rId19" Type="http://schemas.openxmlformats.org/officeDocument/2006/relationships/customXml" Target="../ink/ink82.xml"/><Relationship Id="rId4" Type="http://schemas.openxmlformats.org/officeDocument/2006/relationships/image" Target="../media/image651.png"/><Relationship Id="rId9" Type="http://schemas.openxmlformats.org/officeDocument/2006/relationships/customXml" Target="../ink/ink77.xml"/><Relationship Id="rId14" Type="http://schemas.openxmlformats.org/officeDocument/2006/relationships/image" Target="../media/image701.png"/><Relationship Id="rId22" Type="http://schemas.openxmlformats.org/officeDocument/2006/relationships/image" Target="../media/image74.png"/></Relationships>
</file>

<file path=ppt/slides/_rels/slide26.xml.rels><?xml version="1.0" encoding="UTF-8" standalone="yes"?>
<Relationships xmlns="http://schemas.openxmlformats.org/package/2006/relationships"><Relationship Id="rId8" Type="http://schemas.openxmlformats.org/officeDocument/2006/relationships/image" Target="../media/image630.png"/><Relationship Id="rId13" Type="http://schemas.openxmlformats.org/officeDocument/2006/relationships/customXml" Target="../ink/ink90.xml"/><Relationship Id="rId18" Type="http://schemas.openxmlformats.org/officeDocument/2006/relationships/image" Target="../media/image680.png"/><Relationship Id="rId3" Type="http://schemas.openxmlformats.org/officeDocument/2006/relationships/customXml" Target="../ink/ink85.xml"/><Relationship Id="rId21" Type="http://schemas.openxmlformats.org/officeDocument/2006/relationships/customXml" Target="../ink/ink94.xml"/><Relationship Id="rId7" Type="http://schemas.openxmlformats.org/officeDocument/2006/relationships/customXml" Target="../ink/ink87.xml"/><Relationship Id="rId12" Type="http://schemas.openxmlformats.org/officeDocument/2006/relationships/image" Target="../media/image650.png"/><Relationship Id="rId17" Type="http://schemas.openxmlformats.org/officeDocument/2006/relationships/customXml" Target="../ink/ink92.xml"/><Relationship Id="rId2" Type="http://schemas.openxmlformats.org/officeDocument/2006/relationships/notesSlide" Target="../notesSlides/notesSlide26.xml"/><Relationship Id="rId16" Type="http://schemas.openxmlformats.org/officeDocument/2006/relationships/image" Target="../media/image670.png"/><Relationship Id="rId20" Type="http://schemas.openxmlformats.org/officeDocument/2006/relationships/image" Target="../media/image690.png"/><Relationship Id="rId1" Type="http://schemas.openxmlformats.org/officeDocument/2006/relationships/slideLayout" Target="../slideLayouts/slideLayout2.xml"/><Relationship Id="rId6" Type="http://schemas.openxmlformats.org/officeDocument/2006/relationships/image" Target="../media/image620.png"/><Relationship Id="rId11" Type="http://schemas.openxmlformats.org/officeDocument/2006/relationships/customXml" Target="../ink/ink89.xml"/><Relationship Id="rId5" Type="http://schemas.openxmlformats.org/officeDocument/2006/relationships/customXml" Target="../ink/ink86.xml"/><Relationship Id="rId15" Type="http://schemas.openxmlformats.org/officeDocument/2006/relationships/customXml" Target="../ink/ink91.xml"/><Relationship Id="rId10" Type="http://schemas.openxmlformats.org/officeDocument/2006/relationships/image" Target="../media/image640.png"/><Relationship Id="rId19" Type="http://schemas.openxmlformats.org/officeDocument/2006/relationships/customXml" Target="../ink/ink93.xml"/><Relationship Id="rId4" Type="http://schemas.openxmlformats.org/officeDocument/2006/relationships/image" Target="../media/image610.png"/><Relationship Id="rId9" Type="http://schemas.openxmlformats.org/officeDocument/2006/relationships/customXml" Target="../ink/ink88.xml"/><Relationship Id="rId14" Type="http://schemas.openxmlformats.org/officeDocument/2006/relationships/image" Target="../media/image660.png"/><Relationship Id="rId22" Type="http://schemas.openxmlformats.org/officeDocument/2006/relationships/image" Target="../media/image700.png"/></Relationships>
</file>

<file path=ppt/slides/_rels/slide27.xml.rels><?xml version="1.0" encoding="UTF-8" standalone="yes"?>
<Relationships xmlns="http://schemas.openxmlformats.org/package/2006/relationships"><Relationship Id="rId3" Type="http://schemas.openxmlformats.org/officeDocument/2006/relationships/customXml" Target="../ink/ink95.xm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710.png"/></Relationships>
</file>

<file path=ppt/slides/_rels/slide28.xml.rels><?xml version="1.0" encoding="UTF-8" standalone="yes"?>
<Relationships xmlns="http://schemas.openxmlformats.org/package/2006/relationships"><Relationship Id="rId8" Type="http://schemas.openxmlformats.org/officeDocument/2006/relationships/image" Target="../media/image750.png"/><Relationship Id="rId3" Type="http://schemas.openxmlformats.org/officeDocument/2006/relationships/customXml" Target="../ink/ink96.xml"/><Relationship Id="rId7" Type="http://schemas.openxmlformats.org/officeDocument/2006/relationships/customXml" Target="../ink/ink98.xml"/><Relationship Id="rId12" Type="http://schemas.openxmlformats.org/officeDocument/2006/relationships/image" Target="../media/image77.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40.png"/><Relationship Id="rId11" Type="http://schemas.openxmlformats.org/officeDocument/2006/relationships/customXml" Target="../ink/ink100.xml"/><Relationship Id="rId5" Type="http://schemas.openxmlformats.org/officeDocument/2006/relationships/customXml" Target="../ink/ink97.xml"/><Relationship Id="rId10" Type="http://schemas.openxmlformats.org/officeDocument/2006/relationships/image" Target="../media/image760.png"/><Relationship Id="rId4" Type="http://schemas.openxmlformats.org/officeDocument/2006/relationships/image" Target="../media/image730.png"/><Relationship Id="rId9" Type="http://schemas.openxmlformats.org/officeDocument/2006/relationships/customXml" Target="../ink/ink99.xml"/></Relationships>
</file>

<file path=ppt/slides/_rels/slide29.xml.rels><?xml version="1.0" encoding="UTF-8" standalone="yes"?>
<Relationships xmlns="http://schemas.openxmlformats.org/package/2006/relationships"><Relationship Id="rId8" Type="http://schemas.openxmlformats.org/officeDocument/2006/relationships/customXml" Target="../ink/ink103.xml"/><Relationship Id="rId13" Type="http://schemas.openxmlformats.org/officeDocument/2006/relationships/image" Target="../media/image83.png"/><Relationship Id="rId18" Type="http://schemas.openxmlformats.org/officeDocument/2006/relationships/customXml" Target="../ink/ink108.xml"/><Relationship Id="rId3" Type="http://schemas.openxmlformats.org/officeDocument/2006/relationships/image" Target="../media/image50.png"/><Relationship Id="rId7" Type="http://schemas.openxmlformats.org/officeDocument/2006/relationships/image" Target="../media/image80.png"/><Relationship Id="rId12" Type="http://schemas.openxmlformats.org/officeDocument/2006/relationships/customXml" Target="../ink/ink105.xml"/><Relationship Id="rId17" Type="http://schemas.openxmlformats.org/officeDocument/2006/relationships/image" Target="../media/image85.png"/><Relationship Id="rId2" Type="http://schemas.openxmlformats.org/officeDocument/2006/relationships/notesSlide" Target="../notesSlides/notesSlide29.xml"/><Relationship Id="rId16" Type="http://schemas.openxmlformats.org/officeDocument/2006/relationships/customXml" Target="../ink/ink107.xml"/><Relationship Id="rId1" Type="http://schemas.openxmlformats.org/officeDocument/2006/relationships/slideLayout" Target="../slideLayouts/slideLayout2.xml"/><Relationship Id="rId6" Type="http://schemas.openxmlformats.org/officeDocument/2006/relationships/customXml" Target="../ink/ink102.xml"/><Relationship Id="rId11" Type="http://schemas.openxmlformats.org/officeDocument/2006/relationships/image" Target="../media/image82.png"/><Relationship Id="rId5" Type="http://schemas.openxmlformats.org/officeDocument/2006/relationships/image" Target="../media/image79.png"/><Relationship Id="rId15" Type="http://schemas.openxmlformats.org/officeDocument/2006/relationships/image" Target="../media/image84.png"/><Relationship Id="rId10" Type="http://schemas.openxmlformats.org/officeDocument/2006/relationships/customXml" Target="../ink/ink104.xml"/><Relationship Id="rId19" Type="http://schemas.openxmlformats.org/officeDocument/2006/relationships/image" Target="../media/image86.png"/><Relationship Id="rId4" Type="http://schemas.openxmlformats.org/officeDocument/2006/relationships/customXml" Target="../ink/ink101.xml"/><Relationship Id="rId9" Type="http://schemas.openxmlformats.org/officeDocument/2006/relationships/image" Target="../media/image81.png"/><Relationship Id="rId14" Type="http://schemas.openxmlformats.org/officeDocument/2006/relationships/customXml" Target="../ink/ink10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109.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customXml" Target="../ink/ink110.xml"/><Relationship Id="rId4" Type="http://schemas.openxmlformats.org/officeDocument/2006/relationships/image" Target="../media/image8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customXml" Target="../ink/ink111.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customXml" Target="../ink/ink112.xml"/><Relationship Id="rId4" Type="http://schemas.openxmlformats.org/officeDocument/2006/relationships/image" Target="../media/image8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hyperlink" Target="https://www.ru.nl/rdm/vm/policy-documents/" TargetMode="External"/><Relationship Id="rId3" Type="http://schemas.openxmlformats.org/officeDocument/2006/relationships/hyperlink" Target="mailto:dcc@ru.nl" TargetMode="External"/><Relationship Id="rId7" Type="http://schemas.openxmlformats.org/officeDocument/2006/relationships/image" Target="../media/image67.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hyperlink" Target="http://www.ru.nl/rdm" TargetMode="External"/><Relationship Id="rId4" Type="http://schemas.openxmlformats.org/officeDocument/2006/relationships/image" Target="../media/image65.png"/></Relationships>
</file>

<file path=ppt/slides/_rels/slide45.xml.rels><?xml version="1.0" encoding="UTF-8" standalone="yes"?>
<Relationships xmlns="http://schemas.openxmlformats.org/package/2006/relationships"><Relationship Id="rId8" Type="http://schemas.openxmlformats.org/officeDocument/2006/relationships/hyperlink" Target="https://doi.org/10.3233/ISU-170824" TargetMode="External"/><Relationship Id="rId3" Type="http://schemas.openxmlformats.org/officeDocument/2006/relationships/hyperlink" Target="https://www.flaticon.com/authors/eucalyp" TargetMode="External"/><Relationship Id="rId7" Type="http://schemas.openxmlformats.org/officeDocument/2006/relationships/hyperlink" Target="https://maastrichtu-library.github.io/circular-research-data-bootcamp"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hyperlink" Target="https://ardc.edu.au/resource/fair-data-self-assessment-tool/" TargetMode="External"/><Relationship Id="rId5" Type="http://schemas.openxmlformats.org/officeDocument/2006/relationships/hyperlink" Target="https://doi.org/10.1038/sdata.2016.18" TargetMode="External"/><Relationship Id="rId10" Type="http://schemas.openxmlformats.org/officeDocument/2006/relationships/hyperlink" Target="https://www.cambridge.org/core/services/authors/annotation-for-transparent-inquiry-ati" TargetMode="External"/><Relationship Id="rId4" Type="http://schemas.openxmlformats.org/officeDocument/2006/relationships/hyperlink" Target="https://www.flaticon.com/" TargetMode="External"/><Relationship Id="rId9" Type="http://schemas.openxmlformats.org/officeDocument/2006/relationships/hyperlink" Target="https://zenodo.org/doi/10.5281/zenodo.1004449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laceholder 4">
            <a:extLst>
              <a:ext uri="{FF2B5EF4-FFF2-40B4-BE49-F238E27FC236}">
                <a16:creationId xmlns:a16="http://schemas.microsoft.com/office/drawing/2014/main" id="{9BDA1F51-3FE3-442D-824C-A417D5EB3EAD}"/>
              </a:ext>
            </a:extLst>
          </p:cNvPr>
          <p:cNvSpPr>
            <a:spLocks noGrp="1"/>
          </p:cNvSpPr>
          <p:nvPr>
            <p:ph type="body" sz="quarter" idx="13"/>
          </p:nvPr>
        </p:nvSpPr>
        <p:spPr>
          <a:xfrm>
            <a:off x="863545" y="512677"/>
            <a:ext cx="10080000" cy="2192423"/>
          </a:xfrm>
        </p:spPr>
        <p:txBody>
          <a:bodyPr/>
          <a:lstStyle/>
          <a:p>
            <a:r>
              <a:rPr lang="en-GB" sz="5400" dirty="0"/>
              <a:t>Reusable Qualitative Data</a:t>
            </a:r>
          </a:p>
        </p:txBody>
      </p:sp>
      <p:pic>
        <p:nvPicPr>
          <p:cNvPr id="5" name="Afbeelding 4" descr="Afbeelding met symbool, schermopname, biljartbal&#10;&#10;Automatisch gegenereerde beschrijving">
            <a:extLst>
              <a:ext uri="{FF2B5EF4-FFF2-40B4-BE49-F238E27FC236}">
                <a16:creationId xmlns:a16="http://schemas.microsoft.com/office/drawing/2014/main" id="{66FD671C-E096-A83D-233F-E8452078DEAB}"/>
              </a:ext>
            </a:extLst>
          </p:cNvPr>
          <p:cNvPicPr>
            <a:picLocks noChangeAspect="1"/>
          </p:cNvPicPr>
          <p:nvPr/>
        </p:nvPicPr>
        <p:blipFill>
          <a:blip r:embed="rId3"/>
          <a:stretch>
            <a:fillRect/>
          </a:stretch>
        </p:blipFill>
        <p:spPr>
          <a:xfrm>
            <a:off x="9385754" y="5411953"/>
            <a:ext cx="1846215" cy="645947"/>
          </a:xfrm>
          <a:prstGeom prst="rect">
            <a:avLst/>
          </a:prstGeom>
        </p:spPr>
      </p:pic>
      <p:sp>
        <p:nvSpPr>
          <p:cNvPr id="8" name="Placeholder 2">
            <a:extLst>
              <a:ext uri="{FF2B5EF4-FFF2-40B4-BE49-F238E27FC236}">
                <a16:creationId xmlns:a16="http://schemas.microsoft.com/office/drawing/2014/main" id="{D3DA2521-808E-495E-88BB-D395FF88EB99}"/>
              </a:ext>
            </a:extLst>
          </p:cNvPr>
          <p:cNvSpPr>
            <a:spLocks noGrp="1"/>
          </p:cNvSpPr>
          <p:nvPr>
            <p:ph type="body" sz="quarter" idx="15"/>
          </p:nvPr>
        </p:nvSpPr>
        <p:spPr>
          <a:xfrm>
            <a:off x="863545" y="4673600"/>
            <a:ext cx="4748361" cy="1167796"/>
          </a:xfrm>
        </p:spPr>
        <p:txBody>
          <a:bodyPr/>
          <a:lstStyle/>
          <a:p>
            <a:endParaRPr lang="en-US" sz="1800" b="1" dirty="0">
              <a:solidFill>
                <a:schemeClr val="bg1"/>
              </a:solidFill>
              <a:effectLst/>
              <a:latin typeface="Calibri" panose="020F0502020204030204" pitchFamily="34" charset="0"/>
            </a:endParaRPr>
          </a:p>
          <a:p>
            <a:endParaRPr lang="en-US" sz="1800" b="1" dirty="0">
              <a:solidFill>
                <a:schemeClr val="bg1"/>
              </a:solidFill>
              <a:effectLst/>
              <a:latin typeface="Calibri" panose="020F0502020204030204" pitchFamily="34" charset="0"/>
            </a:endParaRPr>
          </a:p>
          <a:p>
            <a:r>
              <a:rPr lang="en-US" sz="1800" b="1" u="sng" dirty="0">
                <a:solidFill>
                  <a:schemeClr val="bg1"/>
                </a:solidFill>
                <a:effectLst/>
                <a:latin typeface="+mn-lt"/>
                <a:hlinkClick r:id="rId4">
                  <a:extLst>
                    <a:ext uri="{A12FA001-AC4F-418D-AE19-62706E023703}">
                      <ahyp:hlinkClr xmlns:ahyp="http://schemas.microsoft.com/office/drawing/2018/hyperlinkcolor" val="tx"/>
                    </a:ext>
                  </a:extLst>
                </a:hlinkClick>
              </a:rPr>
              <a:t>https://doi.org/10.5281/zenodo.14931741</a:t>
            </a:r>
            <a:endParaRPr lang="en-US" sz="1800" b="1" u="sng" dirty="0">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282575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34B1EC-30DB-3AEA-B0E6-824A83199945}"/>
              </a:ext>
            </a:extLst>
          </p:cNvPr>
          <p:cNvSpPr>
            <a:spLocks noGrp="1"/>
          </p:cNvSpPr>
          <p:nvPr>
            <p:ph type="body" sz="quarter" idx="13"/>
          </p:nvPr>
        </p:nvSpPr>
        <p:spPr>
          <a:xfrm>
            <a:off x="1017712" y="2215838"/>
            <a:ext cx="10537794" cy="3203575"/>
          </a:xfrm>
        </p:spPr>
        <p:txBody>
          <a:bodyPr/>
          <a:lstStyle/>
          <a:p>
            <a:pPr marL="342900" indent="-342900">
              <a:buFont typeface="+mj-lt"/>
              <a:buAutoNum type="arabicPeriod"/>
            </a:pPr>
            <a:r>
              <a:rPr lang="en-US" sz="2400" dirty="0"/>
              <a:t> Finding common ground between different disciplines</a:t>
            </a:r>
          </a:p>
          <a:p>
            <a:pPr marL="1190625" indent="-457200">
              <a:buFont typeface="Wingdings" panose="05000000000000000000" pitchFamily="2" charset="2"/>
              <a:buChar char="v"/>
            </a:pPr>
            <a:r>
              <a:rPr lang="en-US" sz="2000" dirty="0"/>
              <a:t>FAIR principles</a:t>
            </a:r>
          </a:p>
          <a:p>
            <a:pPr marL="1190625" indent="-457200">
              <a:buFont typeface="Wingdings" panose="05000000000000000000" pitchFamily="2" charset="2"/>
              <a:buChar char="v"/>
            </a:pPr>
            <a:r>
              <a:rPr lang="en-US" sz="2000" dirty="0"/>
              <a:t>Qualitative data</a:t>
            </a:r>
          </a:p>
          <a:p>
            <a:pPr marL="342900" indent="-342900">
              <a:buFont typeface="+mj-lt"/>
              <a:buAutoNum type="arabicPeriod"/>
            </a:pPr>
            <a:endParaRPr lang="en-US" sz="1100" dirty="0"/>
          </a:p>
          <a:p>
            <a:r>
              <a:rPr lang="en-US" sz="2400" dirty="0"/>
              <a:t>2. Identifying (shared) challenges</a:t>
            </a:r>
          </a:p>
          <a:p>
            <a:pPr marL="1190625" lvl="0" indent="-457200">
              <a:buFont typeface="Wingdings" panose="05000000000000000000" pitchFamily="2" charset="2"/>
              <a:buChar char="v"/>
            </a:pPr>
            <a:r>
              <a:rPr lang="en-US" sz="2000" dirty="0">
                <a:solidFill>
                  <a:srgbClr val="8F2011"/>
                </a:solidFill>
              </a:rPr>
              <a:t>Research planning</a:t>
            </a:r>
          </a:p>
          <a:p>
            <a:pPr marL="1190625" lvl="0" indent="-457200">
              <a:buFont typeface="Wingdings" panose="05000000000000000000" pitchFamily="2" charset="2"/>
              <a:buChar char="v"/>
            </a:pPr>
            <a:r>
              <a:rPr lang="en-US" sz="2000" dirty="0">
                <a:solidFill>
                  <a:srgbClr val="8F2011"/>
                </a:solidFill>
              </a:rPr>
              <a:t>Data </a:t>
            </a:r>
            <a:r>
              <a:rPr lang="en-US" sz="2000" dirty="0" err="1">
                <a:solidFill>
                  <a:srgbClr val="8F2011"/>
                </a:solidFill>
              </a:rPr>
              <a:t>organisation</a:t>
            </a:r>
            <a:endParaRPr lang="en-US" sz="2000" dirty="0">
              <a:solidFill>
                <a:srgbClr val="8F2011"/>
              </a:solidFill>
            </a:endParaRPr>
          </a:p>
          <a:p>
            <a:pPr marL="1190625" lvl="0" indent="-457200">
              <a:buFont typeface="Wingdings" panose="05000000000000000000" pitchFamily="2" charset="2"/>
              <a:buChar char="v"/>
            </a:pPr>
            <a:r>
              <a:rPr lang="en-US" sz="2000" dirty="0">
                <a:solidFill>
                  <a:srgbClr val="8F2011"/>
                </a:solidFill>
              </a:rPr>
              <a:t>Data publishing</a:t>
            </a:r>
          </a:p>
          <a:p>
            <a:pPr marL="1190625" lvl="0" indent="-457200">
              <a:buFont typeface="Wingdings" panose="05000000000000000000" pitchFamily="2" charset="2"/>
              <a:buChar char="v"/>
            </a:pPr>
            <a:r>
              <a:rPr lang="en-US" sz="2000" dirty="0">
                <a:solidFill>
                  <a:srgbClr val="8F2011"/>
                </a:solidFill>
              </a:rPr>
              <a:t>Ongoing developments</a:t>
            </a:r>
          </a:p>
          <a:p>
            <a:pPr marL="342900" indent="-342900">
              <a:buFont typeface="+mj-lt"/>
              <a:buAutoNum type="arabicPeriod"/>
            </a:pPr>
            <a:endParaRPr lang="en-US" sz="1100" dirty="0"/>
          </a:p>
          <a:p>
            <a:r>
              <a:rPr lang="en-US" sz="2400" dirty="0"/>
              <a:t>3. Deciding how to proceed</a:t>
            </a:r>
            <a:endParaRPr lang="nl-NL" sz="2400" dirty="0"/>
          </a:p>
        </p:txBody>
      </p:sp>
      <p:sp>
        <p:nvSpPr>
          <p:cNvPr id="3" name="Title 2">
            <a:extLst>
              <a:ext uri="{FF2B5EF4-FFF2-40B4-BE49-F238E27FC236}">
                <a16:creationId xmlns:a16="http://schemas.microsoft.com/office/drawing/2014/main" id="{C4B4A00F-2DDC-F21F-CA10-CA744B5D5FDA}"/>
              </a:ext>
            </a:extLst>
          </p:cNvPr>
          <p:cNvSpPr>
            <a:spLocks noGrp="1"/>
          </p:cNvSpPr>
          <p:nvPr>
            <p:ph type="title"/>
          </p:nvPr>
        </p:nvSpPr>
        <p:spPr/>
        <p:txBody>
          <a:bodyPr/>
          <a:lstStyle/>
          <a:p>
            <a:r>
              <a:rPr lang="en-US" dirty="0"/>
              <a:t>Goal of this meeting</a:t>
            </a:r>
            <a:endParaRPr lang="nl-NL" dirty="0"/>
          </a:p>
        </p:txBody>
      </p:sp>
      <p:sp>
        <p:nvSpPr>
          <p:cNvPr id="4" name="Text Placeholder 3">
            <a:extLst>
              <a:ext uri="{FF2B5EF4-FFF2-40B4-BE49-F238E27FC236}">
                <a16:creationId xmlns:a16="http://schemas.microsoft.com/office/drawing/2014/main" id="{A8AA2F08-5884-2EDE-37C2-B76649630FA8}"/>
              </a:ext>
            </a:extLst>
          </p:cNvPr>
          <p:cNvSpPr>
            <a:spLocks noGrp="1"/>
          </p:cNvSpPr>
          <p:nvPr>
            <p:ph type="body" sz="quarter" idx="1002"/>
          </p:nvPr>
        </p:nvSpPr>
        <p:spPr/>
        <p:txBody>
          <a:bodyPr/>
          <a:lstStyle/>
          <a:p>
            <a:endParaRPr lang="nl-NL"/>
          </a:p>
        </p:txBody>
      </p:sp>
    </p:spTree>
    <p:extLst>
      <p:ext uri="{BB962C8B-B14F-4D97-AF65-F5344CB8AC3E}">
        <p14:creationId xmlns:p14="http://schemas.microsoft.com/office/powerpoint/2010/main" val="333358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fade">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8" end="8"/>
                                            </p:txEl>
                                          </p:spTgt>
                                        </p:tgtEl>
                                        <p:attrNameLst>
                                          <p:attrName>style.visibility</p:attrName>
                                        </p:attrNameLst>
                                      </p:cBhvr>
                                      <p:to>
                                        <p:strVal val="visible"/>
                                      </p:to>
                                    </p:set>
                                    <p:animEffect transition="in" filter="fade">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Effect transition="in" filter="fade">
                                      <p:cBhvr>
                                        <p:cTn id="4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687FD75-A010-49DC-2725-405555ECF6C5}"/>
              </a:ext>
            </a:extLst>
          </p:cNvPr>
          <p:cNvSpPr>
            <a:spLocks noGrp="1"/>
          </p:cNvSpPr>
          <p:nvPr>
            <p:ph type="body" sz="quarter" idx="10"/>
          </p:nvPr>
        </p:nvSpPr>
        <p:spPr/>
        <p:txBody>
          <a:bodyPr/>
          <a:lstStyle/>
          <a:p>
            <a:r>
              <a:rPr lang="en-US" sz="7200" dirty="0"/>
              <a:t>Common ground</a:t>
            </a:r>
            <a:endParaRPr lang="nl-NL" dirty="0"/>
          </a:p>
        </p:txBody>
      </p:sp>
    </p:spTree>
    <p:extLst>
      <p:ext uri="{BB962C8B-B14F-4D97-AF65-F5344CB8AC3E}">
        <p14:creationId xmlns:p14="http://schemas.microsoft.com/office/powerpoint/2010/main" val="2235700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7D25D-836B-0E79-DCBC-B021862395AD}"/>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ABF54437-0AA2-B773-3005-97A0E4AC9441}"/>
              </a:ext>
            </a:extLst>
          </p:cNvPr>
          <p:cNvSpPr>
            <a:spLocks noGrp="1"/>
          </p:cNvSpPr>
          <p:nvPr>
            <p:ph type="body" sz="quarter" idx="10"/>
          </p:nvPr>
        </p:nvSpPr>
        <p:spPr/>
        <p:txBody>
          <a:bodyPr/>
          <a:lstStyle/>
          <a:p>
            <a:r>
              <a:rPr lang="en-US" sz="6600" dirty="0"/>
              <a:t>FAIR principles</a:t>
            </a:r>
          </a:p>
          <a:p>
            <a:endParaRPr lang="nl-NL" dirty="0"/>
          </a:p>
        </p:txBody>
      </p:sp>
    </p:spTree>
    <p:extLst>
      <p:ext uri="{BB962C8B-B14F-4D97-AF65-F5344CB8AC3E}">
        <p14:creationId xmlns:p14="http://schemas.microsoft.com/office/powerpoint/2010/main" val="905592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94DD1C7-FE37-43C9-91F6-38582B6FEF4A}"/>
              </a:ext>
            </a:extLst>
          </p:cNvPr>
          <p:cNvSpPr>
            <a:spLocks noGrp="1"/>
          </p:cNvSpPr>
          <p:nvPr>
            <p:ph type="title"/>
          </p:nvPr>
        </p:nvSpPr>
        <p:spPr>
          <a:xfrm>
            <a:off x="1447800" y="2589883"/>
            <a:ext cx="9296400" cy="720000"/>
          </a:xfrm>
        </p:spPr>
        <p:txBody>
          <a:bodyPr/>
          <a:lstStyle/>
          <a:p>
            <a:r>
              <a:rPr lang="en-US" sz="8800" dirty="0">
                <a:latin typeface="Pacifico" panose="00000500000000000000" pitchFamily="2" charset="0"/>
              </a:rPr>
              <a:t>What is  F A I R ?</a:t>
            </a:r>
            <a:endParaRPr lang="nl-NL" sz="8800" dirty="0">
              <a:latin typeface="Pacifico" panose="00000500000000000000" pitchFamily="2" charset="0"/>
            </a:endParaRPr>
          </a:p>
        </p:txBody>
      </p:sp>
    </p:spTree>
    <p:extLst>
      <p:ext uri="{BB962C8B-B14F-4D97-AF65-F5344CB8AC3E}">
        <p14:creationId xmlns:p14="http://schemas.microsoft.com/office/powerpoint/2010/main" val="2387955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0D21049C-A89E-5860-4780-C66C7B8AB53B}"/>
              </a:ext>
            </a:extLst>
          </p:cNvPr>
          <p:cNvSpPr>
            <a:spLocks noGrp="1"/>
          </p:cNvSpPr>
          <p:nvPr>
            <p:ph type="title"/>
          </p:nvPr>
        </p:nvSpPr>
        <p:spPr/>
        <p:txBody>
          <a:bodyPr/>
          <a:lstStyle/>
          <a:p>
            <a:r>
              <a:rPr lang="en-US"/>
              <a:t>FAIR is a culture change</a:t>
            </a:r>
            <a:endParaRPr lang="nl-NL"/>
          </a:p>
        </p:txBody>
      </p:sp>
      <p:sp>
        <p:nvSpPr>
          <p:cNvPr id="4" name="Tijdelijke aanduiding voor tekst 3">
            <a:extLst>
              <a:ext uri="{FF2B5EF4-FFF2-40B4-BE49-F238E27FC236}">
                <a16:creationId xmlns:a16="http://schemas.microsoft.com/office/drawing/2014/main" id="{2B5D947A-FC44-EC8A-FB86-85873FE2AE39}"/>
              </a:ext>
            </a:extLst>
          </p:cNvPr>
          <p:cNvSpPr>
            <a:spLocks noGrp="1"/>
          </p:cNvSpPr>
          <p:nvPr>
            <p:ph type="body" sz="quarter" idx="1002"/>
          </p:nvPr>
        </p:nvSpPr>
        <p:spPr/>
        <p:txBody>
          <a:bodyPr/>
          <a:lstStyle/>
          <a:p>
            <a:endParaRPr lang="nl-NL"/>
          </a:p>
        </p:txBody>
      </p:sp>
      <p:sp>
        <p:nvSpPr>
          <p:cNvPr id="7" name="Tijdelijke aanduiding voor tekst 5">
            <a:extLst>
              <a:ext uri="{FF2B5EF4-FFF2-40B4-BE49-F238E27FC236}">
                <a16:creationId xmlns:a16="http://schemas.microsoft.com/office/drawing/2014/main" id="{DED2A355-EAC9-C300-1E02-940D97D0E9DE}"/>
              </a:ext>
            </a:extLst>
          </p:cNvPr>
          <p:cNvSpPr txBox="1">
            <a:spLocks/>
          </p:cNvSpPr>
          <p:nvPr/>
        </p:nvSpPr>
        <p:spPr bwMode="gray">
          <a:xfrm>
            <a:off x="880784" y="2215838"/>
            <a:ext cx="3991080" cy="484698"/>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Data as byproduct</a:t>
            </a:r>
            <a:endParaRPr lang="nl-NL" sz="3200" dirty="0"/>
          </a:p>
        </p:txBody>
      </p:sp>
      <p:sp>
        <p:nvSpPr>
          <p:cNvPr id="9" name="Tijdelijke aanduiding voor tekst 5">
            <a:extLst>
              <a:ext uri="{FF2B5EF4-FFF2-40B4-BE49-F238E27FC236}">
                <a16:creationId xmlns:a16="http://schemas.microsoft.com/office/drawing/2014/main" id="{17B432D4-BC44-2DE5-B7FC-45B50AF3FE6F}"/>
              </a:ext>
            </a:extLst>
          </p:cNvPr>
          <p:cNvSpPr txBox="1">
            <a:spLocks/>
          </p:cNvSpPr>
          <p:nvPr/>
        </p:nvSpPr>
        <p:spPr bwMode="gray">
          <a:xfrm>
            <a:off x="7176119" y="2215838"/>
            <a:ext cx="4117955" cy="484698"/>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Data as key output</a:t>
            </a:r>
            <a:endParaRPr lang="nl-NL" sz="3200" dirty="0"/>
          </a:p>
        </p:txBody>
      </p:sp>
      <p:pic>
        <p:nvPicPr>
          <p:cNvPr id="18" name="Afbeelding 17" descr="Afbeelding met Lettertype, tekst, schermopname, ontwerp&#10;&#10;Automatisch gegenereerde beschrijving">
            <a:extLst>
              <a:ext uri="{FF2B5EF4-FFF2-40B4-BE49-F238E27FC236}">
                <a16:creationId xmlns:a16="http://schemas.microsoft.com/office/drawing/2014/main" id="{D84EF4CF-0FB9-6C53-9FB1-9A5BCF409456}"/>
              </a:ext>
            </a:extLst>
          </p:cNvPr>
          <p:cNvPicPr>
            <a:picLocks noChangeAspect="1"/>
          </p:cNvPicPr>
          <p:nvPr/>
        </p:nvPicPr>
        <p:blipFill rotWithShape="1">
          <a:blip r:embed="rId3"/>
          <a:srcRect l="20649" t="17519" r="19108" b="18569"/>
          <a:stretch/>
        </p:blipFill>
        <p:spPr>
          <a:xfrm>
            <a:off x="2423592" y="2485212"/>
            <a:ext cx="7344816" cy="4383065"/>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4">
            <p14:nvContentPartPr>
              <p14:cNvPr id="2" name="Inkt 1">
                <a:extLst>
                  <a:ext uri="{FF2B5EF4-FFF2-40B4-BE49-F238E27FC236}">
                    <a16:creationId xmlns:a16="http://schemas.microsoft.com/office/drawing/2014/main" id="{DDBCB5FE-70BE-193C-7B38-EE962F8381E3}"/>
                  </a:ext>
                </a:extLst>
              </p14:cNvPr>
              <p14:cNvContentPartPr/>
              <p14:nvPr/>
            </p14:nvContentPartPr>
            <p14:xfrm>
              <a:off x="2855815" y="3687162"/>
              <a:ext cx="360" cy="360"/>
            </p14:xfrm>
          </p:contentPart>
        </mc:Choice>
        <mc:Fallback xmlns="">
          <p:pic>
            <p:nvPicPr>
              <p:cNvPr id="2" name="Inkt 1">
                <a:extLst>
                  <a:ext uri="{FF2B5EF4-FFF2-40B4-BE49-F238E27FC236}">
                    <a16:creationId xmlns:a16="http://schemas.microsoft.com/office/drawing/2014/main" id="{DDBCB5FE-70BE-193C-7B38-EE962F8381E3}"/>
                  </a:ext>
                </a:extLst>
              </p:cNvPr>
              <p:cNvPicPr/>
              <p:nvPr/>
            </p:nvPicPr>
            <p:blipFill>
              <a:blip r:embed="rId5"/>
              <a:stretch>
                <a:fillRect/>
              </a:stretch>
            </p:blipFill>
            <p:spPr>
              <a:xfrm>
                <a:off x="2792815" y="3309162"/>
                <a:ext cx="126000" cy="75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6" name="Inkt 5">
                <a:extLst>
                  <a:ext uri="{FF2B5EF4-FFF2-40B4-BE49-F238E27FC236}">
                    <a16:creationId xmlns:a16="http://schemas.microsoft.com/office/drawing/2014/main" id="{429343C4-D0F3-9F94-608C-F07F44E00344}"/>
                  </a:ext>
                </a:extLst>
              </p14:cNvPr>
              <p14:cNvContentPartPr/>
              <p14:nvPr/>
            </p14:nvContentPartPr>
            <p14:xfrm>
              <a:off x="4916455" y="2871402"/>
              <a:ext cx="360" cy="2880"/>
            </p14:xfrm>
          </p:contentPart>
        </mc:Choice>
        <mc:Fallback xmlns="">
          <p:pic>
            <p:nvPicPr>
              <p:cNvPr id="6" name="Inkt 5">
                <a:extLst>
                  <a:ext uri="{FF2B5EF4-FFF2-40B4-BE49-F238E27FC236}">
                    <a16:creationId xmlns:a16="http://schemas.microsoft.com/office/drawing/2014/main" id="{429343C4-D0F3-9F94-608C-F07F44E00344}"/>
                  </a:ext>
                </a:extLst>
              </p:cNvPr>
              <p:cNvPicPr/>
              <p:nvPr/>
            </p:nvPicPr>
            <p:blipFill>
              <a:blip r:embed="rId7"/>
              <a:stretch>
                <a:fillRect/>
              </a:stretch>
            </p:blipFill>
            <p:spPr>
              <a:xfrm>
                <a:off x="4853455" y="2493402"/>
                <a:ext cx="126000" cy="758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t 7">
                <a:extLst>
                  <a:ext uri="{FF2B5EF4-FFF2-40B4-BE49-F238E27FC236}">
                    <a16:creationId xmlns:a16="http://schemas.microsoft.com/office/drawing/2014/main" id="{EF4F8FD3-6991-BD57-28F3-139C491AB5B5}"/>
                  </a:ext>
                </a:extLst>
              </p14:cNvPr>
              <p14:cNvContentPartPr/>
              <p14:nvPr/>
            </p14:nvContentPartPr>
            <p14:xfrm>
              <a:off x="4868935" y="2446242"/>
              <a:ext cx="2179080" cy="24840"/>
            </p14:xfrm>
          </p:contentPart>
        </mc:Choice>
        <mc:Fallback xmlns="">
          <p:pic>
            <p:nvPicPr>
              <p:cNvPr id="8" name="Inkt 7">
                <a:extLst>
                  <a:ext uri="{FF2B5EF4-FFF2-40B4-BE49-F238E27FC236}">
                    <a16:creationId xmlns:a16="http://schemas.microsoft.com/office/drawing/2014/main" id="{EF4F8FD3-6991-BD57-28F3-139C491AB5B5}"/>
                  </a:ext>
                </a:extLst>
              </p:cNvPr>
              <p:cNvPicPr/>
              <p:nvPr/>
            </p:nvPicPr>
            <p:blipFill>
              <a:blip r:embed="rId9"/>
              <a:stretch>
                <a:fillRect/>
              </a:stretch>
            </p:blipFill>
            <p:spPr>
              <a:xfrm>
                <a:off x="4805935" y="2068242"/>
                <a:ext cx="2304720" cy="780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3" name="Inkt 12">
                <a:extLst>
                  <a:ext uri="{FF2B5EF4-FFF2-40B4-BE49-F238E27FC236}">
                    <a16:creationId xmlns:a16="http://schemas.microsoft.com/office/drawing/2014/main" id="{552207EB-7FFD-E831-FC6F-94D252B7FBC6}"/>
                  </a:ext>
                </a:extLst>
              </p14:cNvPr>
              <p14:cNvContentPartPr/>
              <p14:nvPr/>
            </p14:nvContentPartPr>
            <p14:xfrm>
              <a:off x="6822295" y="2232402"/>
              <a:ext cx="226800" cy="430560"/>
            </p14:xfrm>
          </p:contentPart>
        </mc:Choice>
        <mc:Fallback xmlns="">
          <p:pic>
            <p:nvPicPr>
              <p:cNvPr id="13" name="Inkt 12">
                <a:extLst>
                  <a:ext uri="{FF2B5EF4-FFF2-40B4-BE49-F238E27FC236}">
                    <a16:creationId xmlns:a16="http://schemas.microsoft.com/office/drawing/2014/main" id="{552207EB-7FFD-E831-FC6F-94D252B7FBC6}"/>
                  </a:ext>
                </a:extLst>
              </p:cNvPr>
              <p:cNvPicPr/>
              <p:nvPr/>
            </p:nvPicPr>
            <p:blipFill>
              <a:blip r:embed="rId11"/>
              <a:stretch>
                <a:fillRect/>
              </a:stretch>
            </p:blipFill>
            <p:spPr>
              <a:xfrm>
                <a:off x="6759395" y="1854402"/>
                <a:ext cx="352241" cy="1186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20" name="Inkt 19">
                <a:extLst>
                  <a:ext uri="{FF2B5EF4-FFF2-40B4-BE49-F238E27FC236}">
                    <a16:creationId xmlns:a16="http://schemas.microsoft.com/office/drawing/2014/main" id="{BEEF9BE7-4C47-2A77-ABA4-F28EAAA75CE9}"/>
                  </a:ext>
                </a:extLst>
              </p14:cNvPr>
              <p14:cNvContentPartPr/>
              <p14:nvPr/>
            </p14:nvContentPartPr>
            <p14:xfrm>
              <a:off x="2606335" y="2724882"/>
              <a:ext cx="2138040" cy="36720"/>
            </p14:xfrm>
          </p:contentPart>
        </mc:Choice>
        <mc:Fallback xmlns="">
          <p:pic>
            <p:nvPicPr>
              <p:cNvPr id="20" name="Inkt 19">
                <a:extLst>
                  <a:ext uri="{FF2B5EF4-FFF2-40B4-BE49-F238E27FC236}">
                    <a16:creationId xmlns:a16="http://schemas.microsoft.com/office/drawing/2014/main" id="{BEEF9BE7-4C47-2A77-ABA4-F28EAAA75CE9}"/>
                  </a:ext>
                </a:extLst>
              </p:cNvPr>
              <p:cNvPicPr/>
              <p:nvPr/>
            </p:nvPicPr>
            <p:blipFill>
              <a:blip r:embed="rId13"/>
              <a:stretch>
                <a:fillRect/>
              </a:stretch>
            </p:blipFill>
            <p:spPr>
              <a:xfrm>
                <a:off x="2543324" y="2346882"/>
                <a:ext cx="2263701" cy="792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21" name="Inkt 20">
                <a:extLst>
                  <a:ext uri="{FF2B5EF4-FFF2-40B4-BE49-F238E27FC236}">
                    <a16:creationId xmlns:a16="http://schemas.microsoft.com/office/drawing/2014/main" id="{7E6C4FF7-AC0D-BCE0-0FF7-B49CA1EEB426}"/>
                  </a:ext>
                </a:extLst>
              </p14:cNvPr>
              <p14:cNvContentPartPr/>
              <p14:nvPr/>
            </p14:nvContentPartPr>
            <p14:xfrm>
              <a:off x="8870695" y="2713002"/>
              <a:ext cx="2302560" cy="30600"/>
            </p14:xfrm>
          </p:contentPart>
        </mc:Choice>
        <mc:Fallback xmlns="">
          <p:pic>
            <p:nvPicPr>
              <p:cNvPr id="21" name="Inkt 20">
                <a:extLst>
                  <a:ext uri="{FF2B5EF4-FFF2-40B4-BE49-F238E27FC236}">
                    <a16:creationId xmlns:a16="http://schemas.microsoft.com/office/drawing/2014/main" id="{7E6C4FF7-AC0D-BCE0-0FF7-B49CA1EEB426}"/>
                  </a:ext>
                </a:extLst>
              </p:cNvPr>
              <p:cNvPicPr/>
              <p:nvPr/>
            </p:nvPicPr>
            <p:blipFill>
              <a:blip r:embed="rId15"/>
              <a:stretch>
                <a:fillRect/>
              </a:stretch>
            </p:blipFill>
            <p:spPr>
              <a:xfrm>
                <a:off x="8807705" y="2330502"/>
                <a:ext cx="2428180" cy="795236"/>
              </a:xfrm>
              <a:prstGeom prst="rect">
                <a:avLst/>
              </a:prstGeom>
            </p:spPr>
          </p:pic>
        </mc:Fallback>
      </mc:AlternateContent>
    </p:spTree>
    <p:extLst>
      <p:ext uri="{BB962C8B-B14F-4D97-AF65-F5344CB8AC3E}">
        <p14:creationId xmlns:p14="http://schemas.microsoft.com/office/powerpoint/2010/main" val="194412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63"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 calcmode="lin" valueType="num">
                                      <p:cBhvr>
                                        <p:cTn id="10" dur="1000" fill="hold"/>
                                        <p:tgtEl>
                                          <p:spTgt spid="20"/>
                                        </p:tgtEl>
                                        <p:attrNameLst>
                                          <p:attrName>drawProgress</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63"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1000" fill="hold"/>
                                        <p:tgtEl>
                                          <p:spTgt spid="8"/>
                                        </p:tgtEl>
                                        <p:attrNameLst>
                                          <p:attrName>drawProgress</p:attrName>
                                        </p:attrNameLst>
                                      </p:cBhvr>
                                      <p:tavLst>
                                        <p:tav tm="0">
                                          <p:val>
                                            <p:fltVal val="0"/>
                                          </p:val>
                                        </p:tav>
                                        <p:tav tm="100000">
                                          <p:val>
                                            <p:fltVal val="1"/>
                                          </p:val>
                                        </p:tav>
                                      </p:tavLst>
                                    </p:anim>
                                  </p:childTnLst>
                                </p:cTn>
                              </p:par>
                            </p:childTnLst>
                          </p:cTn>
                        </p:par>
                        <p:par>
                          <p:cTn id="16" fill="hold">
                            <p:stCondLst>
                              <p:cond delay="1000"/>
                            </p:stCondLst>
                            <p:childTnLst>
                              <p:par>
                                <p:cTn id="17" presetID="63"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drawProgress</p:attrName>
                                        </p:attrNameLst>
                                      </p:cBhvr>
                                      <p:tavLst>
                                        <p:tav tm="0">
                                          <p:val>
                                            <p:fltVal val="0"/>
                                          </p:val>
                                        </p:tav>
                                        <p:tav tm="100000">
                                          <p:val>
                                            <p:fltVal val="1"/>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xEl>
                                              <p:pRg st="0" end="0"/>
                                            </p:txEl>
                                          </p:spTgt>
                                        </p:tgtEl>
                                        <p:attrNameLst>
                                          <p:attrName>style.visibility</p:attrName>
                                        </p:attrNameLst>
                                      </p:cBhvr>
                                      <p:to>
                                        <p:strVal val="visible"/>
                                      </p:to>
                                    </p:set>
                                    <p:animEffect transition="in" filter="fade">
                                      <p:cBhvr>
                                        <p:cTn id="24" dur="500"/>
                                        <p:tgtEl>
                                          <p:spTgt spid="9">
                                            <p:txEl>
                                              <p:pRg st="0" end="0"/>
                                            </p:txEl>
                                          </p:spTgt>
                                        </p:tgtEl>
                                      </p:cBhvr>
                                    </p:animEffect>
                                  </p:childTnLst>
                                </p:cTn>
                              </p:par>
                            </p:childTnLst>
                          </p:cTn>
                        </p:par>
                        <p:par>
                          <p:cTn id="25" fill="hold">
                            <p:stCondLst>
                              <p:cond delay="500"/>
                            </p:stCondLst>
                            <p:childTnLst>
                              <p:par>
                                <p:cTn id="26" presetID="63" presetClass="entr" presetSubtype="0"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1000" fill="hold"/>
                                        <p:tgtEl>
                                          <p:spTgt spid="21"/>
                                        </p:tgtEl>
                                        <p:attrNameLst>
                                          <p:attrName>drawProgress</p:attrName>
                                        </p:attrNameLst>
                                      </p:cBhvr>
                                      <p:tavLst>
                                        <p:tav tm="0">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01A2358-BD49-7A4A-3BB6-4B023FDA5530}"/>
              </a:ext>
            </a:extLst>
          </p:cNvPr>
          <p:cNvSpPr>
            <a:spLocks noGrp="1"/>
          </p:cNvSpPr>
          <p:nvPr>
            <p:ph type="title"/>
          </p:nvPr>
        </p:nvSpPr>
        <p:spPr/>
        <p:txBody>
          <a:bodyPr/>
          <a:lstStyle/>
          <a:p>
            <a:r>
              <a:rPr lang="en-US"/>
              <a:t>FAIR </a:t>
            </a:r>
            <a:r>
              <a:rPr lang="en-US" b="1">
                <a:ea typeface="Open Sans" panose="020B0606030504020204" pitchFamily="34" charset="0"/>
                <a:cs typeface="Open Sans" panose="020B0606030504020204" pitchFamily="34" charset="0"/>
              </a:rPr>
              <a:t>≠</a:t>
            </a:r>
            <a:r>
              <a:rPr lang="en-US" b="1">
                <a:latin typeface="Open Sans" panose="020B0606030504020204" pitchFamily="34" charset="0"/>
                <a:ea typeface="Open Sans" panose="020B0606030504020204" pitchFamily="34" charset="0"/>
                <a:cs typeface="Open Sans" panose="020B0606030504020204" pitchFamily="34" charset="0"/>
              </a:rPr>
              <a:t> </a:t>
            </a:r>
            <a:r>
              <a:rPr lang="en-US" b="1">
                <a:ea typeface="Open Sans" panose="020B0606030504020204" pitchFamily="34" charset="0"/>
                <a:cs typeface="Open Sans" panose="020B0606030504020204" pitchFamily="34" charset="0"/>
              </a:rPr>
              <a:t>open</a:t>
            </a:r>
            <a:endParaRPr lang="nl-NL" b="1"/>
          </a:p>
        </p:txBody>
      </p:sp>
      <p:sp>
        <p:nvSpPr>
          <p:cNvPr id="4" name="Tijdelijke aanduiding voor tekst 3">
            <a:extLst>
              <a:ext uri="{FF2B5EF4-FFF2-40B4-BE49-F238E27FC236}">
                <a16:creationId xmlns:a16="http://schemas.microsoft.com/office/drawing/2014/main" id="{53969DCB-FF30-81B6-B73B-8A8FF36F18B3}"/>
              </a:ext>
            </a:extLst>
          </p:cNvPr>
          <p:cNvSpPr>
            <a:spLocks noGrp="1"/>
          </p:cNvSpPr>
          <p:nvPr>
            <p:ph type="body" sz="quarter" idx="1002"/>
          </p:nvPr>
        </p:nvSpPr>
        <p:spPr/>
        <p:txBody>
          <a:bodyPr/>
          <a:lstStyle/>
          <a:p>
            <a:endParaRPr lang="nl-NL"/>
          </a:p>
        </p:txBody>
      </p:sp>
      <p:sp>
        <p:nvSpPr>
          <p:cNvPr id="7" name="Tijdelijke aanduiding voor tekst 5">
            <a:extLst>
              <a:ext uri="{FF2B5EF4-FFF2-40B4-BE49-F238E27FC236}">
                <a16:creationId xmlns:a16="http://schemas.microsoft.com/office/drawing/2014/main" id="{11CAE7C4-8AE9-D6B1-502C-4F315E9C1524}"/>
              </a:ext>
            </a:extLst>
          </p:cNvPr>
          <p:cNvSpPr txBox="1">
            <a:spLocks/>
          </p:cNvSpPr>
          <p:nvPr/>
        </p:nvSpPr>
        <p:spPr bwMode="gray">
          <a:xfrm>
            <a:off x="880784" y="2215838"/>
            <a:ext cx="3991080" cy="330139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FAIR:</a:t>
            </a:r>
          </a:p>
          <a:p>
            <a:pPr lvl="0"/>
            <a:endParaRPr lang="en-US" sz="3200" dirty="0"/>
          </a:p>
          <a:p>
            <a:pPr marL="457200" lvl="0" indent="-457200">
              <a:buFont typeface="Wingdings" panose="05000000000000000000" pitchFamily="2" charset="2"/>
              <a:buChar char="v"/>
            </a:pPr>
            <a:r>
              <a:rPr lang="en-US" sz="2400" dirty="0"/>
              <a:t>Findable</a:t>
            </a:r>
          </a:p>
          <a:p>
            <a:pPr marL="457200" lvl="0" indent="-457200">
              <a:buFont typeface="Wingdings" panose="05000000000000000000" pitchFamily="2" charset="2"/>
              <a:buChar char="v"/>
            </a:pPr>
            <a:r>
              <a:rPr lang="en-US" sz="2400" dirty="0"/>
              <a:t>Accessible</a:t>
            </a:r>
          </a:p>
          <a:p>
            <a:pPr marL="457200" lvl="0" indent="-457200">
              <a:buFont typeface="Wingdings" panose="05000000000000000000" pitchFamily="2" charset="2"/>
              <a:buChar char="v"/>
            </a:pPr>
            <a:r>
              <a:rPr lang="en-US" sz="2400" dirty="0"/>
              <a:t>Interoperable</a:t>
            </a:r>
          </a:p>
          <a:p>
            <a:pPr marL="457200" lvl="0" indent="-457200">
              <a:buFont typeface="Wingdings" panose="05000000000000000000" pitchFamily="2" charset="2"/>
              <a:buChar char="v"/>
            </a:pPr>
            <a:r>
              <a:rPr lang="en-US" sz="2400" dirty="0"/>
              <a:t>Re-usable</a:t>
            </a:r>
            <a:endParaRPr lang="nl-NL" sz="2400" dirty="0"/>
          </a:p>
        </p:txBody>
      </p:sp>
      <p:sp>
        <p:nvSpPr>
          <p:cNvPr id="8" name="Tijdelijke aanduiding voor tekst 5">
            <a:extLst>
              <a:ext uri="{FF2B5EF4-FFF2-40B4-BE49-F238E27FC236}">
                <a16:creationId xmlns:a16="http://schemas.microsoft.com/office/drawing/2014/main" id="{153B6F69-092A-4D05-1F94-FFC24FE9F496}"/>
              </a:ext>
            </a:extLst>
          </p:cNvPr>
          <p:cNvSpPr txBox="1">
            <a:spLocks/>
          </p:cNvSpPr>
          <p:nvPr/>
        </p:nvSpPr>
        <p:spPr bwMode="gray">
          <a:xfrm>
            <a:off x="8112224" y="2215838"/>
            <a:ext cx="4279112" cy="2074533"/>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Open Access:</a:t>
            </a:r>
          </a:p>
          <a:p>
            <a:pPr lvl="0"/>
            <a:endParaRPr lang="nl-NL" sz="3200" dirty="0"/>
          </a:p>
          <a:p>
            <a:pPr lvl="0"/>
            <a:r>
              <a:rPr lang="nl-NL" sz="2400" dirty="0"/>
              <a:t>As open as </a:t>
            </a:r>
            <a:r>
              <a:rPr lang="nl-NL" sz="2400" dirty="0" err="1"/>
              <a:t>possible</a:t>
            </a:r>
            <a:r>
              <a:rPr lang="nl-NL" sz="2400" dirty="0"/>
              <a:t>,</a:t>
            </a:r>
          </a:p>
          <a:p>
            <a:pPr lvl="0"/>
            <a:r>
              <a:rPr lang="nl-NL" sz="2400" dirty="0"/>
              <a:t>as </a:t>
            </a:r>
            <a:r>
              <a:rPr lang="nl-NL" sz="2400" dirty="0" err="1"/>
              <a:t>closed</a:t>
            </a:r>
            <a:r>
              <a:rPr lang="nl-NL" sz="2400" dirty="0"/>
              <a:t> as </a:t>
            </a:r>
            <a:r>
              <a:rPr lang="nl-NL" sz="2400" dirty="0" err="1"/>
              <a:t>necessary</a:t>
            </a:r>
            <a:endParaRPr lang="en-US" sz="2400" dirty="0"/>
          </a:p>
        </p:txBody>
      </p:sp>
      <p:sp>
        <p:nvSpPr>
          <p:cNvPr id="12" name="Tijdelijke aanduiding voor tekst 5">
            <a:extLst>
              <a:ext uri="{FF2B5EF4-FFF2-40B4-BE49-F238E27FC236}">
                <a16:creationId xmlns:a16="http://schemas.microsoft.com/office/drawing/2014/main" id="{17A73542-6C2D-21E9-022C-FD57352263E6}"/>
              </a:ext>
            </a:extLst>
          </p:cNvPr>
          <p:cNvSpPr txBox="1">
            <a:spLocks/>
          </p:cNvSpPr>
          <p:nvPr/>
        </p:nvSpPr>
        <p:spPr bwMode="gray">
          <a:xfrm>
            <a:off x="4367808" y="3312955"/>
            <a:ext cx="2520280" cy="100811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400" dirty="0"/>
              <a:t>under </a:t>
            </a:r>
            <a:br>
              <a:rPr lang="en-US" sz="2400" dirty="0"/>
            </a:br>
            <a:r>
              <a:rPr lang="en-US" sz="2400" dirty="0"/>
              <a:t>well-defined </a:t>
            </a:r>
            <a:br>
              <a:rPr lang="en-US" sz="2400" dirty="0"/>
            </a:br>
            <a:r>
              <a:rPr lang="en-US" sz="2400" dirty="0"/>
              <a:t>conditions</a:t>
            </a:r>
          </a:p>
        </p:txBody>
      </p:sp>
      <p:sp>
        <p:nvSpPr>
          <p:cNvPr id="15" name="Tijdelijke aanduiding voor tekst 5">
            <a:extLst>
              <a:ext uri="{FF2B5EF4-FFF2-40B4-BE49-F238E27FC236}">
                <a16:creationId xmlns:a16="http://schemas.microsoft.com/office/drawing/2014/main" id="{A7B01899-B24F-5E02-4C32-3A0767D0EEEE}"/>
              </a:ext>
            </a:extLst>
          </p:cNvPr>
          <p:cNvSpPr txBox="1">
            <a:spLocks/>
          </p:cNvSpPr>
          <p:nvPr/>
        </p:nvSpPr>
        <p:spPr bwMode="gray">
          <a:xfrm>
            <a:off x="876692" y="5502975"/>
            <a:ext cx="3991080" cy="439901"/>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 a process</a:t>
            </a:r>
            <a:endParaRPr lang="nl-NL" sz="2400" dirty="0"/>
          </a:p>
        </p:txBody>
      </p:sp>
      <p:sp>
        <p:nvSpPr>
          <p:cNvPr id="16" name="Tijdelijke aanduiding voor tekst 5">
            <a:extLst>
              <a:ext uri="{FF2B5EF4-FFF2-40B4-BE49-F238E27FC236}">
                <a16:creationId xmlns:a16="http://schemas.microsoft.com/office/drawing/2014/main" id="{25CCF175-FA4F-AD57-1299-547D4C9FBFB9}"/>
              </a:ext>
            </a:extLst>
          </p:cNvPr>
          <p:cNvSpPr txBox="1">
            <a:spLocks/>
          </p:cNvSpPr>
          <p:nvPr/>
        </p:nvSpPr>
        <p:spPr bwMode="gray">
          <a:xfrm>
            <a:off x="7824192" y="5502975"/>
            <a:ext cx="3991080" cy="439901"/>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 an ethical view</a:t>
            </a:r>
            <a:endParaRPr lang="nl-NL" sz="2400"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 name="Inkt 1">
                <a:extLst>
                  <a:ext uri="{FF2B5EF4-FFF2-40B4-BE49-F238E27FC236}">
                    <a16:creationId xmlns:a16="http://schemas.microsoft.com/office/drawing/2014/main" id="{6BC7AD30-462C-AC65-D4CD-D7C4DE81B84F}"/>
                  </a:ext>
                </a:extLst>
              </p14:cNvPr>
              <p14:cNvContentPartPr/>
              <p14:nvPr/>
            </p14:nvContentPartPr>
            <p14:xfrm>
              <a:off x="4037335" y="3960402"/>
              <a:ext cx="360" cy="360"/>
            </p14:xfrm>
          </p:contentPart>
        </mc:Choice>
        <mc:Fallback xmlns="">
          <p:pic>
            <p:nvPicPr>
              <p:cNvPr id="2" name="Inkt 1">
                <a:extLst>
                  <a:ext uri="{FF2B5EF4-FFF2-40B4-BE49-F238E27FC236}">
                    <a16:creationId xmlns:a16="http://schemas.microsoft.com/office/drawing/2014/main" id="{6BC7AD30-462C-AC65-D4CD-D7C4DE81B84F}"/>
                  </a:ext>
                </a:extLst>
              </p:cNvPr>
              <p:cNvPicPr/>
              <p:nvPr/>
            </p:nvPicPr>
            <p:blipFill>
              <a:blip r:embed="rId4"/>
              <a:stretch>
                <a:fillRect/>
              </a:stretch>
            </p:blipFill>
            <p:spPr>
              <a:xfrm>
                <a:off x="3974335" y="3582402"/>
                <a:ext cx="126000" cy="756000"/>
              </a:xfrm>
              <a:prstGeom prst="rect">
                <a:avLst/>
              </a:prstGeom>
            </p:spPr>
          </p:pic>
        </mc:Fallback>
      </mc:AlternateContent>
      <p:grpSp>
        <p:nvGrpSpPr>
          <p:cNvPr id="20" name="Groep 19">
            <a:extLst>
              <a:ext uri="{FF2B5EF4-FFF2-40B4-BE49-F238E27FC236}">
                <a16:creationId xmlns:a16="http://schemas.microsoft.com/office/drawing/2014/main" id="{E09CCD7F-E04F-152B-6A21-151F812E548A}"/>
              </a:ext>
            </a:extLst>
          </p:cNvPr>
          <p:cNvGrpSpPr/>
          <p:nvPr/>
        </p:nvGrpSpPr>
        <p:grpSpPr>
          <a:xfrm>
            <a:off x="3093415" y="3556482"/>
            <a:ext cx="1390680" cy="581040"/>
            <a:chOff x="3093415" y="3556482"/>
            <a:chExt cx="1390680" cy="58104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8" name="Inkt 17">
                  <a:extLst>
                    <a:ext uri="{FF2B5EF4-FFF2-40B4-BE49-F238E27FC236}">
                      <a16:creationId xmlns:a16="http://schemas.microsoft.com/office/drawing/2014/main" id="{1E87E583-25BD-00DF-AD15-747BA79F7A68}"/>
                    </a:ext>
                  </a:extLst>
                </p14:cNvPr>
                <p14:cNvContentPartPr/>
                <p14:nvPr/>
              </p14:nvContentPartPr>
              <p14:xfrm>
                <a:off x="3093415" y="3817482"/>
                <a:ext cx="1258200" cy="53640"/>
              </p14:xfrm>
            </p:contentPart>
          </mc:Choice>
          <mc:Fallback xmlns="">
            <p:pic>
              <p:nvPicPr>
                <p:cNvPr id="18" name="Inkt 17">
                  <a:extLst>
                    <a:ext uri="{FF2B5EF4-FFF2-40B4-BE49-F238E27FC236}">
                      <a16:creationId xmlns:a16="http://schemas.microsoft.com/office/drawing/2014/main" id="{1E87E583-25BD-00DF-AD15-747BA79F7A68}"/>
                    </a:ext>
                  </a:extLst>
                </p:cNvPr>
                <p:cNvPicPr/>
                <p:nvPr/>
              </p:nvPicPr>
              <p:blipFill>
                <a:blip r:embed="rId6"/>
                <a:stretch>
                  <a:fillRect/>
                </a:stretch>
              </p:blipFill>
              <p:spPr>
                <a:xfrm>
                  <a:off x="3030415" y="3439482"/>
                  <a:ext cx="1383840" cy="809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9" name="Inkt 18">
                  <a:extLst>
                    <a:ext uri="{FF2B5EF4-FFF2-40B4-BE49-F238E27FC236}">
                      <a16:creationId xmlns:a16="http://schemas.microsoft.com/office/drawing/2014/main" id="{44690B44-94D4-6B23-5012-C006862486AC}"/>
                    </a:ext>
                  </a:extLst>
                </p14:cNvPr>
                <p14:cNvContentPartPr/>
                <p14:nvPr/>
              </p14:nvContentPartPr>
              <p14:xfrm>
                <a:off x="4123015" y="3556482"/>
                <a:ext cx="361080" cy="581040"/>
              </p14:xfrm>
            </p:contentPart>
          </mc:Choice>
          <mc:Fallback xmlns="">
            <p:pic>
              <p:nvPicPr>
                <p:cNvPr id="19" name="Inkt 18">
                  <a:extLst>
                    <a:ext uri="{FF2B5EF4-FFF2-40B4-BE49-F238E27FC236}">
                      <a16:creationId xmlns:a16="http://schemas.microsoft.com/office/drawing/2014/main" id="{44690B44-94D4-6B23-5012-C006862486AC}"/>
                    </a:ext>
                  </a:extLst>
                </p:cNvPr>
                <p:cNvPicPr/>
                <p:nvPr/>
              </p:nvPicPr>
              <p:blipFill>
                <a:blip r:embed="rId8"/>
                <a:stretch>
                  <a:fillRect/>
                </a:stretch>
              </p:blipFill>
              <p:spPr>
                <a:xfrm>
                  <a:off x="4060015" y="3178482"/>
                  <a:ext cx="486720" cy="1336680"/>
                </a:xfrm>
                <a:prstGeom prst="rect">
                  <a:avLst/>
                </a:prstGeom>
              </p:spPr>
            </p:pic>
          </mc:Fallback>
        </mc:AlternateContent>
      </p:grpSp>
      <p:grpSp>
        <p:nvGrpSpPr>
          <p:cNvPr id="27" name="Groep 26">
            <a:extLst>
              <a:ext uri="{FF2B5EF4-FFF2-40B4-BE49-F238E27FC236}">
                <a16:creationId xmlns:a16="http://schemas.microsoft.com/office/drawing/2014/main" id="{58CFA566-08CF-83DD-95AF-7553597022F2}"/>
              </a:ext>
            </a:extLst>
          </p:cNvPr>
          <p:cNvGrpSpPr/>
          <p:nvPr/>
        </p:nvGrpSpPr>
        <p:grpSpPr>
          <a:xfrm>
            <a:off x="6751015" y="3615882"/>
            <a:ext cx="1233000" cy="333360"/>
            <a:chOff x="6751015" y="3615882"/>
            <a:chExt cx="1233000" cy="333360"/>
          </a:xfrm>
        </p:grpSpPr>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5" name="Inkt 24">
                  <a:extLst>
                    <a:ext uri="{FF2B5EF4-FFF2-40B4-BE49-F238E27FC236}">
                      <a16:creationId xmlns:a16="http://schemas.microsoft.com/office/drawing/2014/main" id="{69CE0A42-ADD0-441B-BE3D-E7D8CD64852C}"/>
                    </a:ext>
                  </a:extLst>
                </p14:cNvPr>
                <p14:cNvContentPartPr/>
                <p14:nvPr/>
              </p14:nvContentPartPr>
              <p14:xfrm>
                <a:off x="6751015" y="3779322"/>
                <a:ext cx="1121040" cy="86400"/>
              </p14:xfrm>
            </p:contentPart>
          </mc:Choice>
          <mc:Fallback xmlns="">
            <p:pic>
              <p:nvPicPr>
                <p:cNvPr id="25" name="Inkt 24">
                  <a:extLst>
                    <a:ext uri="{FF2B5EF4-FFF2-40B4-BE49-F238E27FC236}">
                      <a16:creationId xmlns:a16="http://schemas.microsoft.com/office/drawing/2014/main" id="{69CE0A42-ADD0-441B-BE3D-E7D8CD64852C}"/>
                    </a:ext>
                  </a:extLst>
                </p:cNvPr>
                <p:cNvPicPr/>
                <p:nvPr/>
              </p:nvPicPr>
              <p:blipFill>
                <a:blip r:embed="rId10"/>
                <a:stretch>
                  <a:fillRect/>
                </a:stretch>
              </p:blipFill>
              <p:spPr>
                <a:xfrm>
                  <a:off x="6688015" y="3399740"/>
                  <a:ext cx="1246680" cy="84520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6" name="Inkt 25">
                  <a:extLst>
                    <a:ext uri="{FF2B5EF4-FFF2-40B4-BE49-F238E27FC236}">
                      <a16:creationId xmlns:a16="http://schemas.microsoft.com/office/drawing/2014/main" id="{A4045F8D-3D1B-2228-DD82-41A63FE01A52}"/>
                    </a:ext>
                  </a:extLst>
                </p14:cNvPr>
                <p14:cNvContentPartPr/>
                <p14:nvPr/>
              </p14:nvContentPartPr>
              <p14:xfrm>
                <a:off x="7772335" y="3615882"/>
                <a:ext cx="211680" cy="333360"/>
              </p14:xfrm>
            </p:contentPart>
          </mc:Choice>
          <mc:Fallback xmlns="">
            <p:pic>
              <p:nvPicPr>
                <p:cNvPr id="26" name="Inkt 25">
                  <a:extLst>
                    <a:ext uri="{FF2B5EF4-FFF2-40B4-BE49-F238E27FC236}">
                      <a16:creationId xmlns:a16="http://schemas.microsoft.com/office/drawing/2014/main" id="{A4045F8D-3D1B-2228-DD82-41A63FE01A52}"/>
                    </a:ext>
                  </a:extLst>
                </p:cNvPr>
                <p:cNvPicPr/>
                <p:nvPr/>
              </p:nvPicPr>
              <p:blipFill>
                <a:blip r:embed="rId12"/>
                <a:stretch>
                  <a:fillRect/>
                </a:stretch>
              </p:blipFill>
              <p:spPr>
                <a:xfrm>
                  <a:off x="7709442" y="3237882"/>
                  <a:ext cx="337107" cy="1089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8" name="Inkt 27">
                <a:extLst>
                  <a:ext uri="{FF2B5EF4-FFF2-40B4-BE49-F238E27FC236}">
                    <a16:creationId xmlns:a16="http://schemas.microsoft.com/office/drawing/2014/main" id="{3C4828E8-58CC-AAE8-7107-81653232ABA8}"/>
                  </a:ext>
                </a:extLst>
              </p14:cNvPr>
              <p14:cNvContentPartPr/>
              <p14:nvPr/>
            </p14:nvContentPartPr>
            <p14:xfrm>
              <a:off x="1585015" y="5990442"/>
              <a:ext cx="1590480" cy="42480"/>
            </p14:xfrm>
          </p:contentPart>
        </mc:Choice>
        <mc:Fallback xmlns="">
          <p:pic>
            <p:nvPicPr>
              <p:cNvPr id="28" name="Inkt 27">
                <a:extLst>
                  <a:ext uri="{FF2B5EF4-FFF2-40B4-BE49-F238E27FC236}">
                    <a16:creationId xmlns:a16="http://schemas.microsoft.com/office/drawing/2014/main" id="{3C4828E8-58CC-AAE8-7107-81653232ABA8}"/>
                  </a:ext>
                </a:extLst>
              </p:cNvPr>
              <p:cNvPicPr/>
              <p:nvPr/>
            </p:nvPicPr>
            <p:blipFill>
              <a:blip r:embed="rId14"/>
              <a:stretch>
                <a:fillRect/>
              </a:stretch>
            </p:blipFill>
            <p:spPr>
              <a:xfrm>
                <a:off x="1522001" y="5612442"/>
                <a:ext cx="1716148" cy="79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30" name="Inkt 29">
                <a:extLst>
                  <a:ext uri="{FF2B5EF4-FFF2-40B4-BE49-F238E27FC236}">
                    <a16:creationId xmlns:a16="http://schemas.microsoft.com/office/drawing/2014/main" id="{48D2DBE6-C13B-48F6-83E6-57999972A379}"/>
                  </a:ext>
                </a:extLst>
              </p14:cNvPr>
              <p14:cNvContentPartPr/>
              <p14:nvPr/>
            </p14:nvContentPartPr>
            <p14:xfrm>
              <a:off x="8841175" y="5984322"/>
              <a:ext cx="2282040" cy="37080"/>
            </p14:xfrm>
          </p:contentPart>
        </mc:Choice>
        <mc:Fallback xmlns="">
          <p:pic>
            <p:nvPicPr>
              <p:cNvPr id="30" name="Inkt 29">
                <a:extLst>
                  <a:ext uri="{FF2B5EF4-FFF2-40B4-BE49-F238E27FC236}">
                    <a16:creationId xmlns:a16="http://schemas.microsoft.com/office/drawing/2014/main" id="{48D2DBE6-C13B-48F6-83E6-57999972A379}"/>
                  </a:ext>
                </a:extLst>
              </p:cNvPr>
              <p:cNvPicPr/>
              <p:nvPr/>
            </p:nvPicPr>
            <p:blipFill>
              <a:blip r:embed="rId16"/>
              <a:stretch>
                <a:fillRect/>
              </a:stretch>
            </p:blipFill>
            <p:spPr>
              <a:xfrm>
                <a:off x="8778175" y="5606322"/>
                <a:ext cx="2407680" cy="792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32" name="Inkt 31">
                <a:extLst>
                  <a:ext uri="{FF2B5EF4-FFF2-40B4-BE49-F238E27FC236}">
                    <a16:creationId xmlns:a16="http://schemas.microsoft.com/office/drawing/2014/main" id="{C7DFDBC6-81C3-65E1-9589-A8BA33EF9A2A}"/>
                  </a:ext>
                </a:extLst>
              </p14:cNvPr>
              <p14:cNvContentPartPr/>
              <p14:nvPr/>
            </p14:nvContentPartPr>
            <p14:xfrm>
              <a:off x="4512895" y="3003162"/>
              <a:ext cx="2381400" cy="1516680"/>
            </p14:xfrm>
          </p:contentPart>
        </mc:Choice>
        <mc:Fallback xmlns="">
          <p:pic>
            <p:nvPicPr>
              <p:cNvPr id="32" name="Inkt 31">
                <a:extLst>
                  <a:ext uri="{FF2B5EF4-FFF2-40B4-BE49-F238E27FC236}">
                    <a16:creationId xmlns:a16="http://schemas.microsoft.com/office/drawing/2014/main" id="{C7DFDBC6-81C3-65E1-9589-A8BA33EF9A2A}"/>
                  </a:ext>
                </a:extLst>
              </p:cNvPr>
              <p:cNvPicPr/>
              <p:nvPr/>
            </p:nvPicPr>
            <p:blipFill>
              <a:blip r:embed="rId18"/>
              <a:stretch>
                <a:fillRect/>
              </a:stretch>
            </p:blipFill>
            <p:spPr>
              <a:xfrm>
                <a:off x="4449885" y="2625162"/>
                <a:ext cx="2507059" cy="2272320"/>
              </a:xfrm>
              <a:prstGeom prst="rect">
                <a:avLst/>
              </a:prstGeom>
            </p:spPr>
          </p:pic>
        </mc:Fallback>
      </mc:AlternateContent>
    </p:spTree>
    <p:extLst>
      <p:ext uri="{BB962C8B-B14F-4D97-AF65-F5344CB8AC3E}">
        <p14:creationId xmlns:p14="http://schemas.microsoft.com/office/powerpoint/2010/main" val="287029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fade">
                                      <p:cBhvr>
                                        <p:cTn id="19" dur="500"/>
                                        <p:tgtEl>
                                          <p:spTgt spid="7">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3" presetClass="entr" presetSubtype="0"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1000" fill="hold"/>
                                        <p:tgtEl>
                                          <p:spTgt spid="20"/>
                                        </p:tgtEl>
                                        <p:attrNameLst>
                                          <p:attrName>drawProgress</p:attrName>
                                        </p:attrNameLst>
                                      </p:cBhvr>
                                      <p:tavLst>
                                        <p:tav tm="0">
                                          <p:val>
                                            <p:fltVal val="0"/>
                                          </p:val>
                                        </p:tav>
                                        <p:tav tm="100000">
                                          <p:val>
                                            <p:fltVal val="1"/>
                                          </p:val>
                                        </p:tav>
                                      </p:tavLst>
                                    </p:anim>
                                  </p:childTnLst>
                                </p:cTn>
                              </p:par>
                              <p:par>
                                <p:cTn id="25" presetID="10" presetClass="entr" presetSubtype="0" fill="hold" nodeType="with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500"/>
                                        <p:tgtEl>
                                          <p:spTgt spid="12">
                                            <p:txEl>
                                              <p:pRg st="0" end="0"/>
                                            </p:txEl>
                                          </p:spTgt>
                                        </p:tgtEl>
                                      </p:cBhvr>
                                    </p:animEffect>
                                  </p:childTnLst>
                                </p:cTn>
                              </p:par>
                            </p:childTnLst>
                          </p:cTn>
                        </p:par>
                        <p:par>
                          <p:cTn id="28" fill="hold">
                            <p:stCondLst>
                              <p:cond delay="1000"/>
                            </p:stCondLst>
                            <p:childTnLst>
                              <p:par>
                                <p:cTn id="29" presetID="63"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p:cTn id="31" dur="1000" fill="hold"/>
                                        <p:tgtEl>
                                          <p:spTgt spid="32"/>
                                        </p:tgtEl>
                                        <p:attrNameLst>
                                          <p:attrName>drawProgress</p:attrName>
                                        </p:attrNameLst>
                                      </p:cBhvr>
                                      <p:tavLst>
                                        <p:tav tm="0">
                                          <p:val>
                                            <p:fltVal val="0"/>
                                          </p:val>
                                        </p:tav>
                                        <p:tav tm="100000">
                                          <p:val>
                                            <p:fltVal val="1"/>
                                          </p:val>
                                        </p:tav>
                                      </p:tavLst>
                                    </p:anim>
                                  </p:childTnLst>
                                </p:cTn>
                              </p:par>
                            </p:childTnLst>
                          </p:cTn>
                        </p:par>
                      </p:childTnLst>
                    </p:cTn>
                  </p:par>
                  <p:par>
                    <p:cTn id="32" fill="hold">
                      <p:stCondLst>
                        <p:cond delay="indefinite"/>
                      </p:stCondLst>
                      <p:childTnLst>
                        <p:par>
                          <p:cTn id="33" fill="hold">
                            <p:stCondLst>
                              <p:cond delay="0"/>
                            </p:stCondLst>
                            <p:childTnLst>
                              <p:par>
                                <p:cTn id="34" presetID="63" presetClass="entr" presetSubtype="0" fill="hold" nodeType="click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p:cTn id="36" dur="1000" fill="hold"/>
                                        <p:tgtEl>
                                          <p:spTgt spid="27"/>
                                        </p:tgtEl>
                                        <p:attrNameLst>
                                          <p:attrName>drawProgress</p:attrName>
                                        </p:attrNameLst>
                                      </p:cBhvr>
                                      <p:tavLst>
                                        <p:tav tm="0">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Effect transition="in" filter="fade">
                                      <p:cBhvr>
                                        <p:cTn id="41" dur="500"/>
                                        <p:tgtEl>
                                          <p:spTgt spid="8">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8">
                                            <p:txEl>
                                              <p:pRg st="2" end="2"/>
                                            </p:txEl>
                                          </p:spTgt>
                                        </p:tgtEl>
                                        <p:attrNameLst>
                                          <p:attrName>style.visibility</p:attrName>
                                        </p:attrNameLst>
                                      </p:cBhvr>
                                      <p:to>
                                        <p:strVal val="visible"/>
                                      </p:to>
                                    </p:set>
                                    <p:animEffect transition="in" filter="fade">
                                      <p:cBhvr>
                                        <p:cTn id="44" dur="500"/>
                                        <p:tgtEl>
                                          <p:spTgt spid="8">
                                            <p:txEl>
                                              <p:pRg st="2" end="2"/>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8">
                                            <p:txEl>
                                              <p:pRg st="3" end="3"/>
                                            </p:txEl>
                                          </p:spTgt>
                                        </p:tgtEl>
                                        <p:attrNameLst>
                                          <p:attrName>style.visibility</p:attrName>
                                        </p:attrNameLst>
                                      </p:cBhvr>
                                      <p:to>
                                        <p:strVal val="visible"/>
                                      </p:to>
                                    </p:set>
                                    <p:animEffect transition="in" filter="fade">
                                      <p:cBhvr>
                                        <p:cTn id="47" dur="500"/>
                                        <p:tgtEl>
                                          <p:spTgt spid="8">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
                                            <p:txEl>
                                              <p:pRg st="0" end="0"/>
                                            </p:txEl>
                                          </p:spTgt>
                                        </p:tgtEl>
                                        <p:attrNameLst>
                                          <p:attrName>style.visibility</p:attrName>
                                        </p:attrNameLst>
                                      </p:cBhvr>
                                      <p:to>
                                        <p:strVal val="visible"/>
                                      </p:to>
                                    </p:set>
                                    <p:animEffect transition="in" filter="fade">
                                      <p:cBhvr>
                                        <p:cTn id="52" dur="500"/>
                                        <p:tgtEl>
                                          <p:spTgt spid="15">
                                            <p:txEl>
                                              <p:pRg st="0" end="0"/>
                                            </p:txEl>
                                          </p:spTgt>
                                        </p:tgtEl>
                                      </p:cBhvr>
                                    </p:animEffect>
                                  </p:childTnLst>
                                </p:cTn>
                              </p:par>
                              <p:par>
                                <p:cTn id="53" presetID="63"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anim calcmode="lin" valueType="num">
                                      <p:cBhvr>
                                        <p:cTn id="55" dur="1000" fill="hold"/>
                                        <p:tgtEl>
                                          <p:spTgt spid="28"/>
                                        </p:tgtEl>
                                        <p:attrNameLst>
                                          <p:attrName>drawProgress</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6">
                                            <p:txEl>
                                              <p:pRg st="0" end="0"/>
                                            </p:txEl>
                                          </p:spTgt>
                                        </p:tgtEl>
                                        <p:attrNameLst>
                                          <p:attrName>style.visibility</p:attrName>
                                        </p:attrNameLst>
                                      </p:cBhvr>
                                      <p:to>
                                        <p:strVal val="visible"/>
                                      </p:to>
                                    </p:set>
                                    <p:animEffect transition="in" filter="fade">
                                      <p:cBhvr>
                                        <p:cTn id="60" dur="500"/>
                                        <p:tgtEl>
                                          <p:spTgt spid="16">
                                            <p:txEl>
                                              <p:pRg st="0" end="0"/>
                                            </p:txEl>
                                          </p:spTgt>
                                        </p:tgtEl>
                                      </p:cBhvr>
                                    </p:animEffect>
                                  </p:childTnLst>
                                </p:cTn>
                              </p:par>
                              <p:par>
                                <p:cTn id="61" presetID="63" presetClass="entr" presetSubtype="0" fill="hold" nodeType="withEffect">
                                  <p:stCondLst>
                                    <p:cond delay="0"/>
                                  </p:stCondLst>
                                  <p:childTnLst>
                                    <p:set>
                                      <p:cBhvr>
                                        <p:cTn id="62" dur="1" fill="hold">
                                          <p:stCondLst>
                                            <p:cond delay="0"/>
                                          </p:stCondLst>
                                        </p:cTn>
                                        <p:tgtEl>
                                          <p:spTgt spid="30"/>
                                        </p:tgtEl>
                                        <p:attrNameLst>
                                          <p:attrName>style.visibility</p:attrName>
                                        </p:attrNameLst>
                                      </p:cBhvr>
                                      <p:to>
                                        <p:strVal val="visible"/>
                                      </p:to>
                                    </p:set>
                                    <p:anim calcmode="lin" valueType="num">
                                      <p:cBhvr>
                                        <p:cTn id="63" dur="1000" fill="hold"/>
                                        <p:tgtEl>
                                          <p:spTgt spid="30"/>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hthoek 29">
            <a:extLst>
              <a:ext uri="{FF2B5EF4-FFF2-40B4-BE49-F238E27FC236}">
                <a16:creationId xmlns:a16="http://schemas.microsoft.com/office/drawing/2014/main" id="{EE4CA4FB-DB2C-7E12-F874-3332660B78D5}"/>
              </a:ext>
            </a:extLst>
          </p:cNvPr>
          <p:cNvSpPr/>
          <p:nvPr/>
        </p:nvSpPr>
        <p:spPr>
          <a:xfrm flipV="1">
            <a:off x="10519708" y="3973929"/>
            <a:ext cx="62375" cy="802754"/>
          </a:xfrm>
          <a:prstGeom prst="rect">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Rechthoek 26">
            <a:extLst>
              <a:ext uri="{FF2B5EF4-FFF2-40B4-BE49-F238E27FC236}">
                <a16:creationId xmlns:a16="http://schemas.microsoft.com/office/drawing/2014/main" id="{B050CE27-9C16-A59D-F3B2-291B12F2CB7C}"/>
              </a:ext>
            </a:extLst>
          </p:cNvPr>
          <p:cNvSpPr/>
          <p:nvPr/>
        </p:nvSpPr>
        <p:spPr>
          <a:xfrm flipV="1">
            <a:off x="9583790" y="3233338"/>
            <a:ext cx="62375" cy="587715"/>
          </a:xfrm>
          <a:prstGeom prst="rect">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042FA977-B75F-4830-9D67-E738529E4672}"/>
              </a:ext>
            </a:extLst>
          </p:cNvPr>
          <p:cNvSpPr/>
          <p:nvPr/>
        </p:nvSpPr>
        <p:spPr>
          <a:xfrm flipV="1">
            <a:off x="8230925" y="3969064"/>
            <a:ext cx="62375" cy="1503683"/>
          </a:xfrm>
          <a:prstGeom prst="rect">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F401C539-01E9-BE06-1E13-30C535B61A6F}"/>
              </a:ext>
            </a:extLst>
          </p:cNvPr>
          <p:cNvSpPr/>
          <p:nvPr/>
        </p:nvSpPr>
        <p:spPr>
          <a:xfrm flipV="1">
            <a:off x="7316356" y="2752870"/>
            <a:ext cx="62375" cy="1118844"/>
          </a:xfrm>
          <a:prstGeom prst="rect">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Ovaal 21">
            <a:extLst>
              <a:ext uri="{FF2B5EF4-FFF2-40B4-BE49-F238E27FC236}">
                <a16:creationId xmlns:a16="http://schemas.microsoft.com/office/drawing/2014/main" id="{30E2C177-46F3-20B6-9A48-F1C69853F5AC}"/>
              </a:ext>
            </a:extLst>
          </p:cNvPr>
          <p:cNvSpPr/>
          <p:nvPr/>
        </p:nvSpPr>
        <p:spPr>
          <a:xfrm>
            <a:off x="7197944" y="2492398"/>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Rechthoek 12">
            <a:extLst>
              <a:ext uri="{FF2B5EF4-FFF2-40B4-BE49-F238E27FC236}">
                <a16:creationId xmlns:a16="http://schemas.microsoft.com/office/drawing/2014/main" id="{F12474B0-789B-8DAE-67FC-1DA96F6ED0D6}"/>
              </a:ext>
            </a:extLst>
          </p:cNvPr>
          <p:cNvSpPr/>
          <p:nvPr/>
        </p:nvSpPr>
        <p:spPr>
          <a:xfrm flipV="1">
            <a:off x="4464864" y="3283998"/>
            <a:ext cx="62375" cy="587715"/>
          </a:xfrm>
          <a:prstGeom prst="rect">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Rechthoek 5">
            <a:extLst>
              <a:ext uri="{FF2B5EF4-FFF2-40B4-BE49-F238E27FC236}">
                <a16:creationId xmlns:a16="http://schemas.microsoft.com/office/drawing/2014/main" id="{A360EAAA-0C92-E724-8376-6D490CC84D43}"/>
              </a:ext>
            </a:extLst>
          </p:cNvPr>
          <p:cNvSpPr/>
          <p:nvPr/>
        </p:nvSpPr>
        <p:spPr>
          <a:xfrm flipV="1">
            <a:off x="1086788" y="2886219"/>
            <a:ext cx="62375" cy="1118844"/>
          </a:xfrm>
          <a:prstGeom prst="rect">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jdelijke aanduiding voor tekst 1">
            <a:extLst>
              <a:ext uri="{FF2B5EF4-FFF2-40B4-BE49-F238E27FC236}">
                <a16:creationId xmlns:a16="http://schemas.microsoft.com/office/drawing/2014/main" id="{B1C88246-9E2C-47C9-E772-E85C07ADC79B}"/>
              </a:ext>
            </a:extLst>
          </p:cNvPr>
          <p:cNvSpPr>
            <a:spLocks noGrp="1"/>
          </p:cNvSpPr>
          <p:nvPr>
            <p:ph type="body" sz="quarter" idx="13"/>
          </p:nvPr>
        </p:nvSpPr>
        <p:spPr>
          <a:xfrm>
            <a:off x="325886" y="1715949"/>
            <a:ext cx="2520280" cy="838285"/>
          </a:xfrm>
        </p:spPr>
        <p:txBody>
          <a:bodyPr/>
          <a:lstStyle/>
          <a:p>
            <a:r>
              <a:rPr lang="en-US" sz="1400"/>
              <a:t>2007: Principles and Guidelines for Access to Research Data from Public Funding (OECD)</a:t>
            </a:r>
            <a:endParaRPr lang="nl-NL" sz="1400"/>
          </a:p>
        </p:txBody>
      </p:sp>
      <p:sp>
        <p:nvSpPr>
          <p:cNvPr id="3" name="Titel 2">
            <a:extLst>
              <a:ext uri="{FF2B5EF4-FFF2-40B4-BE49-F238E27FC236}">
                <a16:creationId xmlns:a16="http://schemas.microsoft.com/office/drawing/2014/main" id="{92821B6D-EF9D-654A-845F-A5842778A737}"/>
              </a:ext>
            </a:extLst>
          </p:cNvPr>
          <p:cNvSpPr>
            <a:spLocks noGrp="1"/>
          </p:cNvSpPr>
          <p:nvPr>
            <p:ph type="title"/>
          </p:nvPr>
        </p:nvSpPr>
        <p:spPr/>
        <p:txBody>
          <a:bodyPr/>
          <a:lstStyle/>
          <a:p>
            <a:r>
              <a:rPr lang="en-US"/>
              <a:t>History of FAIR</a:t>
            </a:r>
            <a:endParaRPr lang="nl-NL"/>
          </a:p>
        </p:txBody>
      </p:sp>
      <p:sp>
        <p:nvSpPr>
          <p:cNvPr id="4" name="Tijdelijke aanduiding voor tekst 3">
            <a:extLst>
              <a:ext uri="{FF2B5EF4-FFF2-40B4-BE49-F238E27FC236}">
                <a16:creationId xmlns:a16="http://schemas.microsoft.com/office/drawing/2014/main" id="{AC09407E-4DD4-BF03-DC4C-FBC8BC7798DD}"/>
              </a:ext>
            </a:extLst>
          </p:cNvPr>
          <p:cNvSpPr>
            <a:spLocks noGrp="1"/>
          </p:cNvSpPr>
          <p:nvPr>
            <p:ph type="body" sz="quarter" idx="1002"/>
          </p:nvPr>
        </p:nvSpPr>
        <p:spPr/>
        <p:txBody>
          <a:bodyPr/>
          <a:lstStyle/>
          <a:p>
            <a:endParaRPr lang="nl-NL"/>
          </a:p>
        </p:txBody>
      </p:sp>
      <p:sp>
        <p:nvSpPr>
          <p:cNvPr id="5" name="Rechthoek 4">
            <a:extLst>
              <a:ext uri="{FF2B5EF4-FFF2-40B4-BE49-F238E27FC236}">
                <a16:creationId xmlns:a16="http://schemas.microsoft.com/office/drawing/2014/main" id="{381AD18A-E758-6F49-0C43-30E1B2ABC8F7}"/>
              </a:ext>
            </a:extLst>
          </p:cNvPr>
          <p:cNvSpPr/>
          <p:nvPr/>
        </p:nvSpPr>
        <p:spPr>
          <a:xfrm rot="16200000" flipV="1">
            <a:off x="6141427" y="-1322947"/>
            <a:ext cx="216024" cy="10440000"/>
          </a:xfrm>
          <a:prstGeom prst="rect">
            <a:avLst/>
          </a:prstGeom>
          <a:solidFill>
            <a:srgbClr val="730E0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Ovaal 6">
            <a:extLst>
              <a:ext uri="{FF2B5EF4-FFF2-40B4-BE49-F238E27FC236}">
                <a16:creationId xmlns:a16="http://schemas.microsoft.com/office/drawing/2014/main" id="{274F4FAB-4D8B-EA4D-C077-4386582518BE}"/>
              </a:ext>
            </a:extLst>
          </p:cNvPr>
          <p:cNvSpPr/>
          <p:nvPr/>
        </p:nvSpPr>
        <p:spPr>
          <a:xfrm>
            <a:off x="968376" y="2625747"/>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Rechthoek 7">
            <a:extLst>
              <a:ext uri="{FF2B5EF4-FFF2-40B4-BE49-F238E27FC236}">
                <a16:creationId xmlns:a16="http://schemas.microsoft.com/office/drawing/2014/main" id="{95D39BBE-96E6-7A80-353A-A186B5FD7CAE}"/>
              </a:ext>
            </a:extLst>
          </p:cNvPr>
          <p:cNvSpPr/>
          <p:nvPr/>
        </p:nvSpPr>
        <p:spPr>
          <a:xfrm flipV="1">
            <a:off x="3478397" y="4002383"/>
            <a:ext cx="62375" cy="1503683"/>
          </a:xfrm>
          <a:prstGeom prst="rect">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Ovaal 8">
            <a:extLst>
              <a:ext uri="{FF2B5EF4-FFF2-40B4-BE49-F238E27FC236}">
                <a16:creationId xmlns:a16="http://schemas.microsoft.com/office/drawing/2014/main" id="{23064DF5-305E-6CE4-9889-121497ED0223}"/>
              </a:ext>
            </a:extLst>
          </p:cNvPr>
          <p:cNvSpPr/>
          <p:nvPr/>
        </p:nvSpPr>
        <p:spPr>
          <a:xfrm>
            <a:off x="3359985" y="5506067"/>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ijdelijke aanduiding voor tekst 1">
            <a:extLst>
              <a:ext uri="{FF2B5EF4-FFF2-40B4-BE49-F238E27FC236}">
                <a16:creationId xmlns:a16="http://schemas.microsoft.com/office/drawing/2014/main" id="{26D60E5D-65B5-FC7C-740C-8789F981E2B4}"/>
              </a:ext>
            </a:extLst>
          </p:cNvPr>
          <p:cNvSpPr txBox="1">
            <a:spLocks/>
          </p:cNvSpPr>
          <p:nvPr/>
        </p:nvSpPr>
        <p:spPr bwMode="gray">
          <a:xfrm>
            <a:off x="2742972" y="5880848"/>
            <a:ext cx="1533222" cy="54883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400"/>
              <a:t>2012: Science as Open Enterprise (Royal Society)</a:t>
            </a:r>
            <a:endParaRPr lang="nl-NL" sz="1400"/>
          </a:p>
        </p:txBody>
      </p:sp>
      <p:sp>
        <p:nvSpPr>
          <p:cNvPr id="14" name="Tijdelijke aanduiding voor tekst 1">
            <a:extLst>
              <a:ext uri="{FF2B5EF4-FFF2-40B4-BE49-F238E27FC236}">
                <a16:creationId xmlns:a16="http://schemas.microsoft.com/office/drawing/2014/main" id="{0128B59B-76A8-AE79-CB2E-8320583CF963}"/>
              </a:ext>
            </a:extLst>
          </p:cNvPr>
          <p:cNvSpPr txBox="1">
            <a:spLocks/>
          </p:cNvSpPr>
          <p:nvPr/>
        </p:nvSpPr>
        <p:spPr bwMode="gray">
          <a:xfrm>
            <a:off x="3607068" y="2697059"/>
            <a:ext cx="2025857" cy="469801"/>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400"/>
              <a:t>2013: G8 Science Ministers’ Statement</a:t>
            </a:r>
            <a:endParaRPr lang="nl-NL" sz="1400"/>
          </a:p>
        </p:txBody>
      </p:sp>
      <p:sp>
        <p:nvSpPr>
          <p:cNvPr id="15" name="Ovaal 14">
            <a:extLst>
              <a:ext uri="{FF2B5EF4-FFF2-40B4-BE49-F238E27FC236}">
                <a16:creationId xmlns:a16="http://schemas.microsoft.com/office/drawing/2014/main" id="{D9755CB5-3CD5-3C96-5C8A-753C77FC2251}"/>
              </a:ext>
            </a:extLst>
          </p:cNvPr>
          <p:cNvSpPr/>
          <p:nvPr/>
        </p:nvSpPr>
        <p:spPr>
          <a:xfrm>
            <a:off x="4346452" y="3184480"/>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0C1EC6E2-B3D1-5C05-62A8-3114617177DD}"/>
              </a:ext>
            </a:extLst>
          </p:cNvPr>
          <p:cNvSpPr/>
          <p:nvPr/>
        </p:nvSpPr>
        <p:spPr>
          <a:xfrm flipV="1">
            <a:off x="5551156" y="4002384"/>
            <a:ext cx="62375" cy="802754"/>
          </a:xfrm>
          <a:prstGeom prst="rect">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al 16">
            <a:extLst>
              <a:ext uri="{FF2B5EF4-FFF2-40B4-BE49-F238E27FC236}">
                <a16:creationId xmlns:a16="http://schemas.microsoft.com/office/drawing/2014/main" id="{0A5E7179-ECFD-6FC7-7849-985437003DBA}"/>
              </a:ext>
            </a:extLst>
          </p:cNvPr>
          <p:cNvSpPr/>
          <p:nvPr/>
        </p:nvSpPr>
        <p:spPr>
          <a:xfrm>
            <a:off x="5432744" y="4510106"/>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Tijdelijke aanduiding voor tekst 1">
            <a:extLst>
              <a:ext uri="{FF2B5EF4-FFF2-40B4-BE49-F238E27FC236}">
                <a16:creationId xmlns:a16="http://schemas.microsoft.com/office/drawing/2014/main" id="{AD5A714A-B3AB-8905-9EF4-2487F6954347}"/>
              </a:ext>
            </a:extLst>
          </p:cNvPr>
          <p:cNvSpPr txBox="1">
            <a:spLocks/>
          </p:cNvSpPr>
          <p:nvPr/>
        </p:nvSpPr>
        <p:spPr bwMode="gray">
          <a:xfrm>
            <a:off x="4831204" y="4957236"/>
            <a:ext cx="1533222" cy="54883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400" dirty="0"/>
              <a:t>2014: Term FAIR was launched </a:t>
            </a:r>
            <a:endParaRPr lang="nl-NL" sz="1400" dirty="0"/>
          </a:p>
        </p:txBody>
      </p:sp>
      <p:sp>
        <p:nvSpPr>
          <p:cNvPr id="23" name="Tijdelijke aanduiding voor tekst 1">
            <a:extLst>
              <a:ext uri="{FF2B5EF4-FFF2-40B4-BE49-F238E27FC236}">
                <a16:creationId xmlns:a16="http://schemas.microsoft.com/office/drawing/2014/main" id="{0D982A8D-97C8-CA05-7FD2-FBD59CEC6D6C}"/>
              </a:ext>
            </a:extLst>
          </p:cNvPr>
          <p:cNvSpPr txBox="1">
            <a:spLocks/>
          </p:cNvSpPr>
          <p:nvPr/>
        </p:nvSpPr>
        <p:spPr bwMode="gray">
          <a:xfrm>
            <a:off x="6305404" y="1721559"/>
            <a:ext cx="3206320" cy="83828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400" dirty="0"/>
              <a:t>2016: The FAIR Guiding Principles for scientific data management and stewardship (Wilkinson et al.)</a:t>
            </a:r>
            <a:endParaRPr lang="nl-NL" sz="1400" dirty="0"/>
          </a:p>
        </p:txBody>
      </p:sp>
      <p:sp>
        <p:nvSpPr>
          <p:cNvPr id="25" name="Ovaal 24">
            <a:extLst>
              <a:ext uri="{FF2B5EF4-FFF2-40B4-BE49-F238E27FC236}">
                <a16:creationId xmlns:a16="http://schemas.microsoft.com/office/drawing/2014/main" id="{E8AB9A83-46AC-4446-FD5E-9A3E0AB09D66}"/>
              </a:ext>
            </a:extLst>
          </p:cNvPr>
          <p:cNvSpPr/>
          <p:nvPr/>
        </p:nvSpPr>
        <p:spPr>
          <a:xfrm>
            <a:off x="8112513" y="5472748"/>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Tijdelijke aanduiding voor tekst 1">
            <a:extLst>
              <a:ext uri="{FF2B5EF4-FFF2-40B4-BE49-F238E27FC236}">
                <a16:creationId xmlns:a16="http://schemas.microsoft.com/office/drawing/2014/main" id="{A4A53FF8-94E3-44C6-B740-7A329D3E2D24}"/>
              </a:ext>
            </a:extLst>
          </p:cNvPr>
          <p:cNvSpPr txBox="1">
            <a:spLocks/>
          </p:cNvSpPr>
          <p:nvPr/>
        </p:nvSpPr>
        <p:spPr bwMode="gray">
          <a:xfrm>
            <a:off x="7495500" y="5880848"/>
            <a:ext cx="1533222" cy="54883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400" dirty="0"/>
              <a:t>2017: </a:t>
            </a:r>
            <a:r>
              <a:rPr lang="en-US" sz="1400" dirty="0" err="1"/>
              <a:t>Opriching</a:t>
            </a:r>
            <a:r>
              <a:rPr lang="en-US" sz="1400" dirty="0"/>
              <a:t> GO FAIR</a:t>
            </a:r>
            <a:endParaRPr lang="nl-NL" sz="1400" dirty="0"/>
          </a:p>
        </p:txBody>
      </p:sp>
      <p:sp>
        <p:nvSpPr>
          <p:cNvPr id="28" name="Ovaal 27">
            <a:extLst>
              <a:ext uri="{FF2B5EF4-FFF2-40B4-BE49-F238E27FC236}">
                <a16:creationId xmlns:a16="http://schemas.microsoft.com/office/drawing/2014/main" id="{E687E92D-1890-519E-5B06-7AAB49300937}"/>
              </a:ext>
            </a:extLst>
          </p:cNvPr>
          <p:cNvSpPr/>
          <p:nvPr/>
        </p:nvSpPr>
        <p:spPr>
          <a:xfrm>
            <a:off x="9465378" y="3133820"/>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9" name="Tijdelijke aanduiding voor tekst 1">
            <a:extLst>
              <a:ext uri="{FF2B5EF4-FFF2-40B4-BE49-F238E27FC236}">
                <a16:creationId xmlns:a16="http://schemas.microsoft.com/office/drawing/2014/main" id="{25E44923-B2EF-91D2-0940-FE062C73D905}"/>
              </a:ext>
            </a:extLst>
          </p:cNvPr>
          <p:cNvSpPr txBox="1">
            <a:spLocks/>
          </p:cNvSpPr>
          <p:nvPr/>
        </p:nvSpPr>
        <p:spPr bwMode="gray">
          <a:xfrm>
            <a:off x="8719636" y="2814425"/>
            <a:ext cx="2025857" cy="234901"/>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400" dirty="0"/>
              <a:t>2019: CARE Principles</a:t>
            </a:r>
            <a:endParaRPr lang="nl-NL" sz="1400" dirty="0"/>
          </a:p>
        </p:txBody>
      </p:sp>
      <p:sp>
        <p:nvSpPr>
          <p:cNvPr id="31" name="Ovaal 30">
            <a:extLst>
              <a:ext uri="{FF2B5EF4-FFF2-40B4-BE49-F238E27FC236}">
                <a16:creationId xmlns:a16="http://schemas.microsoft.com/office/drawing/2014/main" id="{B83714F9-4532-BF9D-FC20-EEAF25BA40D8}"/>
              </a:ext>
            </a:extLst>
          </p:cNvPr>
          <p:cNvSpPr/>
          <p:nvPr/>
        </p:nvSpPr>
        <p:spPr>
          <a:xfrm>
            <a:off x="10401296" y="4481651"/>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Tijdelijke aanduiding voor tekst 1">
            <a:extLst>
              <a:ext uri="{FF2B5EF4-FFF2-40B4-BE49-F238E27FC236}">
                <a16:creationId xmlns:a16="http://schemas.microsoft.com/office/drawing/2014/main" id="{49A18ADE-AEA8-0DEF-31BB-8BC2F8A5D5C2}"/>
              </a:ext>
            </a:extLst>
          </p:cNvPr>
          <p:cNvSpPr txBox="1">
            <a:spLocks/>
          </p:cNvSpPr>
          <p:nvPr/>
        </p:nvSpPr>
        <p:spPr bwMode="gray">
          <a:xfrm>
            <a:off x="9799756" y="4928781"/>
            <a:ext cx="1533222" cy="54883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400" dirty="0"/>
              <a:t>2020: Sorbonne declaration on research data rights</a:t>
            </a:r>
            <a:endParaRPr lang="nl-NL" sz="1400" dirty="0"/>
          </a:p>
        </p:txBody>
      </p:sp>
      <p:sp>
        <p:nvSpPr>
          <p:cNvPr id="33" name="Rechthoek: afgeronde hoeken 32">
            <a:extLst>
              <a:ext uri="{FF2B5EF4-FFF2-40B4-BE49-F238E27FC236}">
                <a16:creationId xmlns:a16="http://schemas.microsoft.com/office/drawing/2014/main" id="{359C86BF-AB62-BA48-4DCB-A5711D53D83C}"/>
              </a:ext>
            </a:extLst>
          </p:cNvPr>
          <p:cNvSpPr/>
          <p:nvPr/>
        </p:nvSpPr>
        <p:spPr>
          <a:xfrm>
            <a:off x="508104" y="3559734"/>
            <a:ext cx="1339366" cy="674635"/>
          </a:xfrm>
          <a:prstGeom prst="roundRect">
            <a:avLst/>
          </a:prstGeom>
          <a:solidFill>
            <a:srgbClr val="F15A5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mj-lt"/>
              </a:rPr>
              <a:t>Data</a:t>
            </a:r>
            <a:r>
              <a:rPr lang="en-US" dirty="0">
                <a:solidFill>
                  <a:schemeClr val="bg1"/>
                </a:solidFill>
              </a:rPr>
              <a:t> </a:t>
            </a:r>
            <a:r>
              <a:rPr lang="en-US" sz="1400" dirty="0">
                <a:solidFill>
                  <a:schemeClr val="bg1"/>
                </a:solidFill>
                <a:latin typeface="+mj-lt"/>
              </a:rPr>
              <a:t>upon request…</a:t>
            </a:r>
            <a:endParaRPr lang="nl-NL" sz="1400" dirty="0">
              <a:solidFill>
                <a:schemeClr val="bg1"/>
              </a:solidFill>
              <a:latin typeface="+mj-lt"/>
            </a:endParaRPr>
          </a:p>
        </p:txBody>
      </p:sp>
      <p:sp>
        <p:nvSpPr>
          <p:cNvPr id="34" name="Rechthoek: afgeronde hoeken 33">
            <a:extLst>
              <a:ext uri="{FF2B5EF4-FFF2-40B4-BE49-F238E27FC236}">
                <a16:creationId xmlns:a16="http://schemas.microsoft.com/office/drawing/2014/main" id="{BDBA85AE-1FF3-90A2-8301-58957B3CE160}"/>
              </a:ext>
            </a:extLst>
          </p:cNvPr>
          <p:cNvSpPr/>
          <p:nvPr/>
        </p:nvSpPr>
        <p:spPr>
          <a:xfrm>
            <a:off x="4831204" y="3534395"/>
            <a:ext cx="1872174" cy="674635"/>
          </a:xfrm>
          <a:prstGeom prst="roundRect">
            <a:avLst/>
          </a:prstGeom>
          <a:solidFill>
            <a:srgbClr val="F15A5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mj-lt"/>
              </a:rPr>
              <a:t>See my personal website…</a:t>
            </a:r>
            <a:endParaRPr lang="nl-NL" sz="1400" dirty="0">
              <a:solidFill>
                <a:schemeClr val="bg1"/>
              </a:solidFill>
              <a:latin typeface="+mj-lt"/>
            </a:endParaRPr>
          </a:p>
        </p:txBody>
      </p:sp>
      <p:sp>
        <p:nvSpPr>
          <p:cNvPr id="35" name="Rechthoek: afgeronde hoeken 34">
            <a:extLst>
              <a:ext uri="{FF2B5EF4-FFF2-40B4-BE49-F238E27FC236}">
                <a16:creationId xmlns:a16="http://schemas.microsoft.com/office/drawing/2014/main" id="{6992026F-2BEA-2FF7-5A17-9E3A92E53917}"/>
              </a:ext>
            </a:extLst>
          </p:cNvPr>
          <p:cNvSpPr/>
          <p:nvPr/>
        </p:nvSpPr>
        <p:spPr>
          <a:xfrm>
            <a:off x="10024527" y="3471357"/>
            <a:ext cx="1657399" cy="674635"/>
          </a:xfrm>
          <a:prstGeom prst="roundRect">
            <a:avLst/>
          </a:prstGeom>
          <a:solidFill>
            <a:srgbClr val="F15A5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mj-lt"/>
              </a:rPr>
              <a:t>Repository XYZ</a:t>
            </a:r>
            <a:endParaRPr lang="nl-NL" sz="1400">
              <a:solidFill>
                <a:schemeClr val="bg1"/>
              </a:solidFill>
              <a:latin typeface="+mj-lt"/>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48" name="Inkt 47">
                <a:extLst>
                  <a:ext uri="{FF2B5EF4-FFF2-40B4-BE49-F238E27FC236}">
                    <a16:creationId xmlns:a16="http://schemas.microsoft.com/office/drawing/2014/main" id="{EEE51C59-EC6D-0239-6777-DEF55846ABA9}"/>
                  </a:ext>
                </a:extLst>
              </p14:cNvPr>
              <p14:cNvContentPartPr/>
              <p14:nvPr/>
            </p14:nvContentPartPr>
            <p14:xfrm>
              <a:off x="2235579" y="-51966"/>
              <a:ext cx="6931800" cy="3893760"/>
            </p14:xfrm>
          </p:contentPart>
        </mc:Choice>
        <mc:Fallback xmlns="">
          <p:pic>
            <p:nvPicPr>
              <p:cNvPr id="48" name="Inkt 47">
                <a:extLst>
                  <a:ext uri="{FF2B5EF4-FFF2-40B4-BE49-F238E27FC236}">
                    <a16:creationId xmlns:a16="http://schemas.microsoft.com/office/drawing/2014/main" id="{EEE51C59-EC6D-0239-6777-DEF55846ABA9}"/>
                  </a:ext>
                </a:extLst>
              </p:cNvPr>
              <p:cNvPicPr/>
              <p:nvPr/>
            </p:nvPicPr>
            <p:blipFill>
              <a:blip r:embed="rId4"/>
              <a:stretch>
                <a:fillRect/>
              </a:stretch>
            </p:blipFill>
            <p:spPr>
              <a:xfrm>
                <a:off x="2172579" y="-429966"/>
                <a:ext cx="7057440" cy="4649400"/>
              </a:xfrm>
              <a:prstGeom prst="rect">
                <a:avLst/>
              </a:prstGeom>
            </p:spPr>
          </p:pic>
        </mc:Fallback>
      </mc:AlternateContent>
    </p:spTree>
    <p:extLst>
      <p:ext uri="{BB962C8B-B14F-4D97-AF65-F5344CB8AC3E}">
        <p14:creationId xmlns:p14="http://schemas.microsoft.com/office/powerpoint/2010/main" val="264276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animEffect transition="in" filter="fade">
                                      <p:cBhvr>
                                        <p:cTn id="22" dur="500"/>
                                        <p:tgtEl>
                                          <p:spTgt spid="2">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par>
                          <p:cTn id="49" fill="hold">
                            <p:stCondLst>
                              <p:cond delay="1500"/>
                            </p:stCondLst>
                            <p:childTnLst>
                              <p:par>
                                <p:cTn id="50" presetID="10"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par>
                          <p:cTn id="59" fill="hold">
                            <p:stCondLst>
                              <p:cond delay="2000"/>
                            </p:stCondLst>
                            <p:childTnLst>
                              <p:par>
                                <p:cTn id="60" presetID="10" presetClass="entr" presetSubtype="0" fill="hold" grpId="0"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childTnLst>
                          </p:cTn>
                        </p:par>
                        <p:par>
                          <p:cTn id="69" fill="hold">
                            <p:stCondLst>
                              <p:cond delay="2500"/>
                            </p:stCondLst>
                            <p:childTnLst>
                              <p:par>
                                <p:cTn id="70" presetID="10" presetClass="entr" presetSubtype="0" fill="hold" grpId="0" nodeType="after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childTnLst>
                          </p:cTn>
                        </p:par>
                        <p:par>
                          <p:cTn id="79" fill="hold">
                            <p:stCondLst>
                              <p:cond delay="3000"/>
                            </p:stCondLst>
                            <p:childTnLst>
                              <p:par>
                                <p:cTn id="80" presetID="10" presetClass="entr" presetSubtype="0" fill="hold" grpId="0" nodeType="after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childTnLst>
                          </p:cTn>
                        </p:par>
                        <p:par>
                          <p:cTn id="89" fill="hold">
                            <p:stCondLst>
                              <p:cond delay="3500"/>
                            </p:stCondLst>
                            <p:childTnLst>
                              <p:par>
                                <p:cTn id="90" presetID="10" presetClass="entr" presetSubtype="0" fill="hold" grpId="0" nodeType="after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childTnLst>
                          </p:cTn>
                        </p:par>
                      </p:childTnLst>
                    </p:cTn>
                  </p:par>
                  <p:par>
                    <p:cTn id="99" fill="hold">
                      <p:stCondLst>
                        <p:cond delay="indefinite"/>
                      </p:stCondLst>
                      <p:childTnLst>
                        <p:par>
                          <p:cTn id="100" fill="hold">
                            <p:stCondLst>
                              <p:cond delay="0"/>
                            </p:stCondLst>
                            <p:childTnLst>
                              <p:par>
                                <p:cTn id="101" presetID="63" presetClass="entr" presetSubtype="0" fill="hold" nodeType="clickEffect">
                                  <p:stCondLst>
                                    <p:cond delay="0"/>
                                  </p:stCondLst>
                                  <p:childTnLst>
                                    <p:set>
                                      <p:cBhvr>
                                        <p:cTn id="102" dur="1" fill="hold">
                                          <p:stCondLst>
                                            <p:cond delay="0"/>
                                          </p:stCondLst>
                                        </p:cTn>
                                        <p:tgtEl>
                                          <p:spTgt spid="48"/>
                                        </p:tgtEl>
                                        <p:attrNameLst>
                                          <p:attrName>style.visibility</p:attrName>
                                        </p:attrNameLst>
                                      </p:cBhvr>
                                      <p:to>
                                        <p:strVal val="visible"/>
                                      </p:to>
                                    </p:set>
                                    <p:anim calcmode="lin" valueType="num">
                                      <p:cBhvr>
                                        <p:cTn id="103" dur="2000" fill="hold"/>
                                        <p:tgtEl>
                                          <p:spTgt spid="48"/>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7" grpId="0" animBg="1"/>
      <p:bldP spid="24" grpId="0" animBg="1"/>
      <p:bldP spid="21" grpId="0" animBg="1"/>
      <p:bldP spid="22" grpId="0" animBg="1"/>
      <p:bldP spid="13" grpId="0" animBg="1"/>
      <p:bldP spid="6" grpId="0" animBg="1"/>
      <p:bldP spid="2" grpId="0" build="p"/>
      <p:bldP spid="7" grpId="0" animBg="1"/>
      <p:bldP spid="8" grpId="0" animBg="1"/>
      <p:bldP spid="9" grpId="0" animBg="1"/>
      <p:bldP spid="12" grpId="0"/>
      <p:bldP spid="14" grpId="0"/>
      <p:bldP spid="15" grpId="0" animBg="1"/>
      <p:bldP spid="16" grpId="0" animBg="1"/>
      <p:bldP spid="17" grpId="0" animBg="1"/>
      <p:bldP spid="18" grpId="0"/>
      <p:bldP spid="23" grpId="0"/>
      <p:bldP spid="25" grpId="0" animBg="1"/>
      <p:bldP spid="26" grpId="0"/>
      <p:bldP spid="28" grpId="0" animBg="1"/>
      <p:bldP spid="29" grpId="0"/>
      <p:bldP spid="31" grpId="0" animBg="1"/>
      <p:bldP spid="32" grpId="0"/>
      <p:bldP spid="33" grpId="0" animBg="1"/>
      <p:bldP spid="34" grpId="0" animBg="1"/>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BABB86A-8C11-A287-2B66-87DADE7B07B9}"/>
              </a:ext>
            </a:extLst>
          </p:cNvPr>
          <p:cNvSpPr>
            <a:spLocks noGrp="1"/>
          </p:cNvSpPr>
          <p:nvPr>
            <p:ph type="title"/>
          </p:nvPr>
        </p:nvSpPr>
        <p:spPr/>
        <p:txBody>
          <a:bodyPr/>
          <a:lstStyle/>
          <a:p>
            <a:r>
              <a:rPr lang="en-US"/>
              <a:t>Why is FAIR important to you?</a:t>
            </a:r>
            <a:endParaRPr lang="nl-NL"/>
          </a:p>
        </p:txBody>
      </p:sp>
      <p:sp>
        <p:nvSpPr>
          <p:cNvPr id="4" name="Tijdelijke aanduiding voor tekst 3">
            <a:extLst>
              <a:ext uri="{FF2B5EF4-FFF2-40B4-BE49-F238E27FC236}">
                <a16:creationId xmlns:a16="http://schemas.microsoft.com/office/drawing/2014/main" id="{820846ED-A4CA-4B0E-D3ED-B5CB4D34B574}"/>
              </a:ext>
            </a:extLst>
          </p:cNvPr>
          <p:cNvSpPr>
            <a:spLocks noGrp="1"/>
          </p:cNvSpPr>
          <p:nvPr>
            <p:ph type="body" sz="quarter" idx="1002"/>
          </p:nvPr>
        </p:nvSpPr>
        <p:spPr/>
        <p:txBody>
          <a:bodyPr/>
          <a:lstStyle/>
          <a:p>
            <a:endParaRPr lang="nl-NL"/>
          </a:p>
        </p:txBody>
      </p:sp>
      <p:pic>
        <p:nvPicPr>
          <p:cNvPr id="19" name="Afbeelding 18" descr="Afbeelding met Lettertype, tekst, Graphics, grafische vormgeving&#10;&#10;Automatisch gegenereerde beschrijving">
            <a:extLst>
              <a:ext uri="{FF2B5EF4-FFF2-40B4-BE49-F238E27FC236}">
                <a16:creationId xmlns:a16="http://schemas.microsoft.com/office/drawing/2014/main" id="{E8D5FBB3-7EFF-6235-C7A9-C8FC33E35EB2}"/>
              </a:ext>
            </a:extLst>
          </p:cNvPr>
          <p:cNvPicPr>
            <a:picLocks noChangeAspect="1"/>
          </p:cNvPicPr>
          <p:nvPr/>
        </p:nvPicPr>
        <p:blipFill rotWithShape="1">
          <a:blip r:embed="rId3"/>
          <a:srcRect l="28350" t="27467" r="27354" b="23665"/>
          <a:stretch/>
        </p:blipFill>
        <p:spPr>
          <a:xfrm rot="21258612">
            <a:off x="-135616" y="1753600"/>
            <a:ext cx="5400600" cy="3350797"/>
          </a:xfrm>
          <a:prstGeom prst="rect">
            <a:avLst/>
          </a:prstGeom>
        </p:spPr>
      </p:pic>
      <p:pic>
        <p:nvPicPr>
          <p:cNvPr id="21" name="Afbeelding 20" descr="Afbeelding met tekst, Lettertype, schermopname, Graphics&#10;&#10;Automatisch gegenereerde beschrijving">
            <a:extLst>
              <a:ext uri="{FF2B5EF4-FFF2-40B4-BE49-F238E27FC236}">
                <a16:creationId xmlns:a16="http://schemas.microsoft.com/office/drawing/2014/main" id="{17A642C6-5856-C6A2-B42B-A0DEEBC838AE}"/>
              </a:ext>
            </a:extLst>
          </p:cNvPr>
          <p:cNvPicPr>
            <a:picLocks noChangeAspect="1"/>
          </p:cNvPicPr>
          <p:nvPr/>
        </p:nvPicPr>
        <p:blipFill rotWithShape="1">
          <a:blip r:embed="rId4"/>
          <a:srcRect l="31893" t="27299" r="31715" b="28601"/>
          <a:stretch/>
        </p:blipFill>
        <p:spPr>
          <a:xfrm rot="436638">
            <a:off x="7861819" y="2113260"/>
            <a:ext cx="4436946" cy="3024336"/>
          </a:xfrm>
          <a:prstGeom prst="rect">
            <a:avLst/>
          </a:prstGeom>
        </p:spPr>
      </p:pic>
      <p:pic>
        <p:nvPicPr>
          <p:cNvPr id="23" name="Afbeelding 22" descr="Afbeelding met tekst, Lettertype, schermopname, Graphics&#10;&#10;Automatisch gegenereerde beschrijving">
            <a:extLst>
              <a:ext uri="{FF2B5EF4-FFF2-40B4-BE49-F238E27FC236}">
                <a16:creationId xmlns:a16="http://schemas.microsoft.com/office/drawing/2014/main" id="{16493DFC-1152-89E9-65E5-DB0DBC022E45}"/>
              </a:ext>
            </a:extLst>
          </p:cNvPr>
          <p:cNvPicPr>
            <a:picLocks noChangeAspect="1"/>
          </p:cNvPicPr>
          <p:nvPr/>
        </p:nvPicPr>
        <p:blipFill rotWithShape="1">
          <a:blip r:embed="rId5"/>
          <a:srcRect l="31613" t="28726" r="31722" b="31157"/>
          <a:stretch/>
        </p:blipFill>
        <p:spPr>
          <a:xfrm>
            <a:off x="3892836" y="3851182"/>
            <a:ext cx="4470192" cy="2751246"/>
          </a:xfrm>
          <a:prstGeom prst="rect">
            <a:avLst/>
          </a:prstGeom>
        </p:spPr>
      </p:pic>
    </p:spTree>
    <p:extLst>
      <p:ext uri="{BB962C8B-B14F-4D97-AF65-F5344CB8AC3E}">
        <p14:creationId xmlns:p14="http://schemas.microsoft.com/office/powerpoint/2010/main" val="45996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1B813C1-4931-42D5-B61A-F21185C3DEE6}"/>
              </a:ext>
            </a:extLst>
          </p:cNvPr>
          <p:cNvSpPr>
            <a:spLocks noGrp="1"/>
          </p:cNvSpPr>
          <p:nvPr>
            <p:ph type="body" sz="quarter" idx="13"/>
          </p:nvPr>
        </p:nvSpPr>
        <p:spPr>
          <a:xfrm>
            <a:off x="854075" y="1874262"/>
            <a:ext cx="469776" cy="720000"/>
          </a:xfrm>
        </p:spPr>
        <p:txBody>
          <a:bodyPr/>
          <a:lstStyle/>
          <a:p>
            <a:r>
              <a:rPr lang="en-US" sz="5400" dirty="0"/>
              <a:t>F</a:t>
            </a:r>
            <a:endParaRPr lang="nl-NL" sz="5400" dirty="0"/>
          </a:p>
        </p:txBody>
      </p:sp>
      <p:sp>
        <p:nvSpPr>
          <p:cNvPr id="3" name="Titel 2">
            <a:extLst>
              <a:ext uri="{FF2B5EF4-FFF2-40B4-BE49-F238E27FC236}">
                <a16:creationId xmlns:a16="http://schemas.microsoft.com/office/drawing/2014/main" id="{03922FCC-D246-721B-185F-C126747E5EFB}"/>
              </a:ext>
            </a:extLst>
          </p:cNvPr>
          <p:cNvSpPr>
            <a:spLocks noGrp="1"/>
          </p:cNvSpPr>
          <p:nvPr>
            <p:ph type="title"/>
          </p:nvPr>
        </p:nvSpPr>
        <p:spPr/>
        <p:txBody>
          <a:bodyPr/>
          <a:lstStyle/>
          <a:p>
            <a:r>
              <a:rPr lang="en-US"/>
              <a:t>FAIR principles</a:t>
            </a:r>
            <a:endParaRPr lang="nl-NL"/>
          </a:p>
        </p:txBody>
      </p:sp>
      <p:sp>
        <p:nvSpPr>
          <p:cNvPr id="4" name="Tijdelijke aanduiding voor tekst 3">
            <a:extLst>
              <a:ext uri="{FF2B5EF4-FFF2-40B4-BE49-F238E27FC236}">
                <a16:creationId xmlns:a16="http://schemas.microsoft.com/office/drawing/2014/main" id="{FD412CD4-6A29-247B-7709-18073A0DCE4F}"/>
              </a:ext>
            </a:extLst>
          </p:cNvPr>
          <p:cNvSpPr>
            <a:spLocks noGrp="1"/>
          </p:cNvSpPr>
          <p:nvPr>
            <p:ph type="body" sz="quarter" idx="1002"/>
          </p:nvPr>
        </p:nvSpPr>
        <p:spPr/>
        <p:txBody>
          <a:bodyPr/>
          <a:lstStyle/>
          <a:p>
            <a:endParaRPr lang="nl-NL"/>
          </a:p>
        </p:txBody>
      </p:sp>
      <p:sp>
        <p:nvSpPr>
          <p:cNvPr id="5" name="Tijdelijke aanduiding voor tekst 1">
            <a:extLst>
              <a:ext uri="{FF2B5EF4-FFF2-40B4-BE49-F238E27FC236}">
                <a16:creationId xmlns:a16="http://schemas.microsoft.com/office/drawing/2014/main" id="{4AC2B567-763D-5DB5-4057-7FBE41A08629}"/>
              </a:ext>
            </a:extLst>
          </p:cNvPr>
          <p:cNvSpPr txBox="1">
            <a:spLocks/>
          </p:cNvSpPr>
          <p:nvPr/>
        </p:nvSpPr>
        <p:spPr bwMode="gray">
          <a:xfrm>
            <a:off x="1559496" y="2132857"/>
            <a:ext cx="10298980" cy="28803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000" dirty="0"/>
              <a:t>Metadata and data should be easy to find for both humans and computers. </a:t>
            </a:r>
            <a:endParaRPr lang="nl-NL" sz="2000" dirty="0"/>
          </a:p>
        </p:txBody>
      </p:sp>
      <p:sp>
        <p:nvSpPr>
          <p:cNvPr id="6" name="Tijdelijke aanduiding voor tekst 1">
            <a:extLst>
              <a:ext uri="{FF2B5EF4-FFF2-40B4-BE49-F238E27FC236}">
                <a16:creationId xmlns:a16="http://schemas.microsoft.com/office/drawing/2014/main" id="{4BE4409D-5596-EF4C-56FD-6F11C9B63AE8}"/>
              </a:ext>
            </a:extLst>
          </p:cNvPr>
          <p:cNvSpPr txBox="1">
            <a:spLocks/>
          </p:cNvSpPr>
          <p:nvPr/>
        </p:nvSpPr>
        <p:spPr bwMode="gray">
          <a:xfrm>
            <a:off x="854075" y="2983542"/>
            <a:ext cx="469776" cy="72000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5400"/>
              <a:t>A</a:t>
            </a:r>
            <a:endParaRPr lang="nl-NL" sz="5400" dirty="0"/>
          </a:p>
        </p:txBody>
      </p:sp>
      <p:sp>
        <p:nvSpPr>
          <p:cNvPr id="7" name="Tijdelijke aanduiding voor tekst 1">
            <a:extLst>
              <a:ext uri="{FF2B5EF4-FFF2-40B4-BE49-F238E27FC236}">
                <a16:creationId xmlns:a16="http://schemas.microsoft.com/office/drawing/2014/main" id="{31CB5C78-F9C1-3B5E-AC27-7B6F529E5D64}"/>
              </a:ext>
            </a:extLst>
          </p:cNvPr>
          <p:cNvSpPr txBox="1">
            <a:spLocks/>
          </p:cNvSpPr>
          <p:nvPr/>
        </p:nvSpPr>
        <p:spPr bwMode="gray">
          <a:xfrm>
            <a:off x="1559496" y="3242137"/>
            <a:ext cx="10298980" cy="28803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000" dirty="0"/>
              <a:t>The user needs to know how the data can be accessed, possibly including authentication and </a:t>
            </a:r>
            <a:r>
              <a:rPr lang="en-US" sz="2000" dirty="0" err="1"/>
              <a:t>authorisation</a:t>
            </a:r>
            <a:r>
              <a:rPr lang="en-US" sz="2000" dirty="0"/>
              <a:t>.</a:t>
            </a:r>
            <a:endParaRPr lang="nl-NL" sz="2000" dirty="0"/>
          </a:p>
        </p:txBody>
      </p:sp>
      <p:sp>
        <p:nvSpPr>
          <p:cNvPr id="8" name="Tijdelijke aanduiding voor tekst 1">
            <a:extLst>
              <a:ext uri="{FF2B5EF4-FFF2-40B4-BE49-F238E27FC236}">
                <a16:creationId xmlns:a16="http://schemas.microsoft.com/office/drawing/2014/main" id="{F4C433FC-0A6F-DF75-7069-B048F397169C}"/>
              </a:ext>
            </a:extLst>
          </p:cNvPr>
          <p:cNvSpPr txBox="1">
            <a:spLocks/>
          </p:cNvSpPr>
          <p:nvPr/>
        </p:nvSpPr>
        <p:spPr bwMode="gray">
          <a:xfrm>
            <a:off x="854075" y="4142415"/>
            <a:ext cx="469776" cy="72000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5400" dirty="0"/>
              <a:t>I</a:t>
            </a:r>
            <a:endParaRPr lang="nl-NL" sz="5400" dirty="0"/>
          </a:p>
        </p:txBody>
      </p:sp>
      <p:sp>
        <p:nvSpPr>
          <p:cNvPr id="9" name="Tijdelijke aanduiding voor tekst 1">
            <a:extLst>
              <a:ext uri="{FF2B5EF4-FFF2-40B4-BE49-F238E27FC236}">
                <a16:creationId xmlns:a16="http://schemas.microsoft.com/office/drawing/2014/main" id="{E1428190-FD40-C528-74E9-6F0694E84047}"/>
              </a:ext>
            </a:extLst>
          </p:cNvPr>
          <p:cNvSpPr txBox="1">
            <a:spLocks/>
          </p:cNvSpPr>
          <p:nvPr/>
        </p:nvSpPr>
        <p:spPr bwMode="gray">
          <a:xfrm>
            <a:off x="1559496" y="4401010"/>
            <a:ext cx="10298980" cy="28803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000" dirty="0"/>
              <a:t>The data need to be integrated with other data and need to interoperate with applications or workflows for analysis, storage, and processing.</a:t>
            </a:r>
            <a:endParaRPr lang="nl-NL" sz="2000" dirty="0"/>
          </a:p>
        </p:txBody>
      </p:sp>
      <p:sp>
        <p:nvSpPr>
          <p:cNvPr id="10" name="Tijdelijke aanduiding voor tekst 1">
            <a:extLst>
              <a:ext uri="{FF2B5EF4-FFF2-40B4-BE49-F238E27FC236}">
                <a16:creationId xmlns:a16="http://schemas.microsoft.com/office/drawing/2014/main" id="{8798897B-7EB5-549A-117E-66CE83500B65}"/>
              </a:ext>
            </a:extLst>
          </p:cNvPr>
          <p:cNvSpPr txBox="1">
            <a:spLocks/>
          </p:cNvSpPr>
          <p:nvPr/>
        </p:nvSpPr>
        <p:spPr bwMode="gray">
          <a:xfrm>
            <a:off x="857692" y="5301288"/>
            <a:ext cx="469776" cy="72000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5400" dirty="0"/>
              <a:t>R</a:t>
            </a:r>
            <a:endParaRPr lang="nl-NL" sz="5400" dirty="0"/>
          </a:p>
        </p:txBody>
      </p:sp>
      <p:sp>
        <p:nvSpPr>
          <p:cNvPr id="11" name="Tijdelijke aanduiding voor tekst 1">
            <a:extLst>
              <a:ext uri="{FF2B5EF4-FFF2-40B4-BE49-F238E27FC236}">
                <a16:creationId xmlns:a16="http://schemas.microsoft.com/office/drawing/2014/main" id="{14708505-E47C-3E3E-68EB-77FF0933F9D9}"/>
              </a:ext>
            </a:extLst>
          </p:cNvPr>
          <p:cNvSpPr txBox="1">
            <a:spLocks/>
          </p:cNvSpPr>
          <p:nvPr/>
        </p:nvSpPr>
        <p:spPr bwMode="gray">
          <a:xfrm>
            <a:off x="1563113" y="5559883"/>
            <a:ext cx="10298980" cy="28803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000" dirty="0"/>
              <a:t>Metadata and data should be well-described so that they can be replicated and/or combined in different settings.</a:t>
            </a:r>
            <a:endParaRPr lang="nl-NL" sz="2000"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2" name="Inkt 11">
                <a:extLst>
                  <a:ext uri="{FF2B5EF4-FFF2-40B4-BE49-F238E27FC236}">
                    <a16:creationId xmlns:a16="http://schemas.microsoft.com/office/drawing/2014/main" id="{147B6842-B59D-BD3C-9564-931C3C55AA34}"/>
                  </a:ext>
                </a:extLst>
              </p14:cNvPr>
              <p14:cNvContentPartPr/>
              <p14:nvPr/>
            </p14:nvContentPartPr>
            <p14:xfrm>
              <a:off x="896335" y="2652882"/>
              <a:ext cx="576720" cy="66600"/>
            </p14:xfrm>
          </p:contentPart>
        </mc:Choice>
        <mc:Fallback xmlns="">
          <p:pic>
            <p:nvPicPr>
              <p:cNvPr id="12" name="Inkt 11">
                <a:extLst>
                  <a:ext uri="{FF2B5EF4-FFF2-40B4-BE49-F238E27FC236}">
                    <a16:creationId xmlns:a16="http://schemas.microsoft.com/office/drawing/2014/main" id="{147B6842-B59D-BD3C-9564-931C3C55AA34}"/>
                  </a:ext>
                </a:extLst>
              </p:cNvPr>
              <p:cNvPicPr/>
              <p:nvPr/>
            </p:nvPicPr>
            <p:blipFill>
              <a:blip r:embed="rId4"/>
              <a:stretch>
                <a:fillRect/>
              </a:stretch>
            </p:blipFill>
            <p:spPr>
              <a:xfrm>
                <a:off x="833374" y="2276914"/>
                <a:ext cx="702282" cy="81817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t 14">
                <a:extLst>
                  <a:ext uri="{FF2B5EF4-FFF2-40B4-BE49-F238E27FC236}">
                    <a16:creationId xmlns:a16="http://schemas.microsoft.com/office/drawing/2014/main" id="{20653325-7D92-D99C-9E61-54795D51A3B0}"/>
                  </a:ext>
                </a:extLst>
              </p14:cNvPr>
              <p14:cNvContentPartPr/>
              <p14:nvPr/>
            </p14:nvContentPartPr>
            <p14:xfrm>
              <a:off x="860695" y="3773202"/>
              <a:ext cx="593280" cy="110520"/>
            </p14:xfrm>
          </p:contentPart>
        </mc:Choice>
        <mc:Fallback xmlns="">
          <p:pic>
            <p:nvPicPr>
              <p:cNvPr id="15" name="Inkt 14">
                <a:extLst>
                  <a:ext uri="{FF2B5EF4-FFF2-40B4-BE49-F238E27FC236}">
                    <a16:creationId xmlns:a16="http://schemas.microsoft.com/office/drawing/2014/main" id="{20653325-7D92-D99C-9E61-54795D51A3B0}"/>
                  </a:ext>
                </a:extLst>
              </p:cNvPr>
              <p:cNvPicPr/>
              <p:nvPr/>
            </p:nvPicPr>
            <p:blipFill>
              <a:blip r:embed="rId6"/>
              <a:stretch>
                <a:fillRect/>
              </a:stretch>
            </p:blipFill>
            <p:spPr>
              <a:xfrm>
                <a:off x="797695" y="3395202"/>
                <a:ext cx="718920" cy="866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6" name="Inkt 15">
                <a:extLst>
                  <a:ext uri="{FF2B5EF4-FFF2-40B4-BE49-F238E27FC236}">
                    <a16:creationId xmlns:a16="http://schemas.microsoft.com/office/drawing/2014/main" id="{6E5CBED6-F2D0-0920-D1B0-4C8012621F4D}"/>
                  </a:ext>
                </a:extLst>
              </p14:cNvPr>
              <p14:cNvContentPartPr/>
              <p14:nvPr/>
            </p14:nvContentPartPr>
            <p14:xfrm>
              <a:off x="848815" y="4932042"/>
              <a:ext cx="201240" cy="32040"/>
            </p14:xfrm>
          </p:contentPart>
        </mc:Choice>
        <mc:Fallback xmlns="">
          <p:pic>
            <p:nvPicPr>
              <p:cNvPr id="16" name="Inkt 15">
                <a:extLst>
                  <a:ext uri="{FF2B5EF4-FFF2-40B4-BE49-F238E27FC236}">
                    <a16:creationId xmlns:a16="http://schemas.microsoft.com/office/drawing/2014/main" id="{6E5CBED6-F2D0-0920-D1B0-4C8012621F4D}"/>
                  </a:ext>
                </a:extLst>
              </p:cNvPr>
              <p:cNvPicPr/>
              <p:nvPr/>
            </p:nvPicPr>
            <p:blipFill>
              <a:blip r:embed="rId8"/>
              <a:stretch>
                <a:fillRect/>
              </a:stretch>
            </p:blipFill>
            <p:spPr>
              <a:xfrm>
                <a:off x="785815" y="4558242"/>
                <a:ext cx="326880" cy="77928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9" name="Inkt 18">
                <a:extLst>
                  <a:ext uri="{FF2B5EF4-FFF2-40B4-BE49-F238E27FC236}">
                    <a16:creationId xmlns:a16="http://schemas.microsoft.com/office/drawing/2014/main" id="{FDE6459A-0082-7648-8594-C5CF8DF8836A}"/>
                  </a:ext>
                </a:extLst>
              </p14:cNvPr>
              <p14:cNvContentPartPr/>
              <p14:nvPr/>
            </p14:nvContentPartPr>
            <p14:xfrm>
              <a:off x="860695" y="6123642"/>
              <a:ext cx="555840" cy="39600"/>
            </p14:xfrm>
          </p:contentPart>
        </mc:Choice>
        <mc:Fallback xmlns="">
          <p:pic>
            <p:nvPicPr>
              <p:cNvPr id="19" name="Inkt 18">
                <a:extLst>
                  <a:ext uri="{FF2B5EF4-FFF2-40B4-BE49-F238E27FC236}">
                    <a16:creationId xmlns:a16="http://schemas.microsoft.com/office/drawing/2014/main" id="{FDE6459A-0082-7648-8594-C5CF8DF8836A}"/>
                  </a:ext>
                </a:extLst>
              </p:cNvPr>
              <p:cNvPicPr/>
              <p:nvPr/>
            </p:nvPicPr>
            <p:blipFill>
              <a:blip r:embed="rId10"/>
              <a:stretch>
                <a:fillRect/>
              </a:stretch>
            </p:blipFill>
            <p:spPr>
              <a:xfrm>
                <a:off x="797695" y="5745642"/>
                <a:ext cx="681480" cy="795240"/>
              </a:xfrm>
              <a:prstGeom prst="rect">
                <a:avLst/>
              </a:prstGeom>
            </p:spPr>
          </p:pic>
        </mc:Fallback>
      </mc:AlternateContent>
    </p:spTree>
    <p:extLst>
      <p:ext uri="{BB962C8B-B14F-4D97-AF65-F5344CB8AC3E}">
        <p14:creationId xmlns:p14="http://schemas.microsoft.com/office/powerpoint/2010/main" val="388860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63"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drawProgress</p:attrName>
                                        </p:attrNameLst>
                                      </p:cBhvr>
                                      <p:tavLst>
                                        <p:tav tm="0">
                                          <p:val>
                                            <p:fltVal val="0"/>
                                          </p:val>
                                        </p:tav>
                                        <p:tav tm="100000">
                                          <p:val>
                                            <p:fltVal val="1"/>
                                          </p:val>
                                        </p:tav>
                                      </p:tavLst>
                                    </p:anim>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63" presetClass="entr" presetSubtype="0" fill="hold" nodeType="after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drawProgress</p:attrName>
                                        </p:attrNameLst>
                                      </p:cBhvr>
                                      <p:tavLst>
                                        <p:tav tm="0">
                                          <p:val>
                                            <p:fltVal val="0"/>
                                          </p:val>
                                        </p:tav>
                                        <p:tav tm="100000">
                                          <p:val>
                                            <p:fltVal val="1"/>
                                          </p:val>
                                        </p:tav>
                                      </p:tavLst>
                                    </p:anim>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63"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drawProgress</p:attrName>
                                        </p:attrNameLst>
                                      </p:cBhvr>
                                      <p:tavLst>
                                        <p:tav tm="0">
                                          <p:val>
                                            <p:fltVal val="0"/>
                                          </p:val>
                                        </p:tav>
                                        <p:tav tm="100000">
                                          <p:val>
                                            <p:fltVal val="1"/>
                                          </p:val>
                                        </p:tav>
                                      </p:tavLst>
                                    </p:anim>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30" fill="hold">
                            <p:stCondLst>
                              <p:cond delay="2500"/>
                            </p:stCondLst>
                            <p:childTnLst>
                              <p:par>
                                <p:cTn id="31" presetID="63" presetClass="entr" presetSubtype="0" fill="hold" nodeType="after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p:cTn id="33" dur="500" fill="hold"/>
                                        <p:tgtEl>
                                          <p:spTgt spid="19"/>
                                        </p:tgtEl>
                                        <p:attrNameLst>
                                          <p:attrName>drawProgress</p:attrName>
                                        </p:attrNameLst>
                                      </p:cBhvr>
                                      <p:tavLst>
                                        <p:tav tm="0">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Effect transition="in" filter="fade">
                                      <p:cBhvr>
                                        <p:cTn id="38" dur="500"/>
                                        <p:tgtEl>
                                          <p:spTgt spid="5">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P spid="7" grpId="0"/>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7B05BAC-8F82-9B8A-85A5-89947BA86BA5}"/>
              </a:ext>
            </a:extLst>
          </p:cNvPr>
          <p:cNvSpPr>
            <a:spLocks noGrp="1"/>
          </p:cNvSpPr>
          <p:nvPr>
            <p:ph type="title"/>
          </p:nvPr>
        </p:nvSpPr>
        <p:spPr/>
        <p:txBody>
          <a:bodyPr/>
          <a:lstStyle/>
          <a:p>
            <a:r>
              <a:rPr lang="en-US" dirty="0"/>
              <a:t>How FAIR is your data?</a:t>
            </a:r>
            <a:endParaRPr lang="nl-NL" dirty="0"/>
          </a:p>
        </p:txBody>
      </p:sp>
      <p:sp>
        <p:nvSpPr>
          <p:cNvPr id="4" name="Tijdelijke aanduiding voor tekst 3">
            <a:extLst>
              <a:ext uri="{FF2B5EF4-FFF2-40B4-BE49-F238E27FC236}">
                <a16:creationId xmlns:a16="http://schemas.microsoft.com/office/drawing/2014/main" id="{1AE51C7B-46EC-9186-E040-0D98EDB11B65}"/>
              </a:ext>
            </a:extLst>
          </p:cNvPr>
          <p:cNvSpPr>
            <a:spLocks noGrp="1"/>
          </p:cNvSpPr>
          <p:nvPr>
            <p:ph type="body" sz="quarter" idx="1002"/>
          </p:nvPr>
        </p:nvSpPr>
        <p:spPr/>
        <p:txBody>
          <a:bodyPr/>
          <a:lstStyle/>
          <a:p>
            <a:endParaRPr lang="nl-NL"/>
          </a:p>
        </p:txBody>
      </p:sp>
      <p:sp>
        <p:nvSpPr>
          <p:cNvPr id="12" name="Tijdelijke aanduiding voor tekst 1">
            <a:extLst>
              <a:ext uri="{FF2B5EF4-FFF2-40B4-BE49-F238E27FC236}">
                <a16:creationId xmlns:a16="http://schemas.microsoft.com/office/drawing/2014/main" id="{A34E4720-08FA-DD03-BD63-4CFE17A6A037}"/>
              </a:ext>
            </a:extLst>
          </p:cNvPr>
          <p:cNvSpPr>
            <a:spLocks noGrp="1"/>
          </p:cNvSpPr>
          <p:nvPr>
            <p:ph type="body" sz="quarter" idx="13"/>
          </p:nvPr>
        </p:nvSpPr>
        <p:spPr>
          <a:xfrm>
            <a:off x="844450" y="1340768"/>
            <a:ext cx="849437" cy="1554738"/>
          </a:xfrm>
        </p:spPr>
        <p:txBody>
          <a:bodyPr/>
          <a:lstStyle/>
          <a:p>
            <a:r>
              <a:rPr lang="en-US" sz="11500" dirty="0"/>
              <a:t>F</a:t>
            </a:r>
            <a:endParaRPr lang="nl-NL" sz="11500" dirty="0"/>
          </a:p>
        </p:txBody>
      </p:sp>
      <p:sp>
        <p:nvSpPr>
          <p:cNvPr id="13" name="Tijdelijke aanduiding voor tekst 1">
            <a:extLst>
              <a:ext uri="{FF2B5EF4-FFF2-40B4-BE49-F238E27FC236}">
                <a16:creationId xmlns:a16="http://schemas.microsoft.com/office/drawing/2014/main" id="{8D42B221-66F6-3C36-12FF-4FF4D3A89A6B}"/>
              </a:ext>
            </a:extLst>
          </p:cNvPr>
          <p:cNvSpPr txBox="1">
            <a:spLocks/>
          </p:cNvSpPr>
          <p:nvPr/>
        </p:nvSpPr>
        <p:spPr bwMode="gray">
          <a:xfrm>
            <a:off x="694841" y="2605910"/>
            <a:ext cx="1148653" cy="1554738"/>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1500" dirty="0"/>
              <a:t>A</a:t>
            </a:r>
            <a:endParaRPr lang="nl-NL" sz="11500" dirty="0"/>
          </a:p>
        </p:txBody>
      </p:sp>
      <p:sp>
        <p:nvSpPr>
          <p:cNvPr id="14" name="Tijdelijke aanduiding voor tekst 1">
            <a:extLst>
              <a:ext uri="{FF2B5EF4-FFF2-40B4-BE49-F238E27FC236}">
                <a16:creationId xmlns:a16="http://schemas.microsoft.com/office/drawing/2014/main" id="{4EFC42A6-9F50-E006-3CC5-AD0E9666C86D}"/>
              </a:ext>
            </a:extLst>
          </p:cNvPr>
          <p:cNvSpPr txBox="1">
            <a:spLocks/>
          </p:cNvSpPr>
          <p:nvPr/>
        </p:nvSpPr>
        <p:spPr bwMode="gray">
          <a:xfrm>
            <a:off x="963769" y="3882462"/>
            <a:ext cx="610796" cy="1554737"/>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1500" dirty="0"/>
              <a:t>I</a:t>
            </a:r>
            <a:endParaRPr lang="nl-NL" sz="11500" dirty="0"/>
          </a:p>
        </p:txBody>
      </p:sp>
      <p:sp>
        <p:nvSpPr>
          <p:cNvPr id="15" name="Tijdelijke aanduiding voor tekst 1">
            <a:extLst>
              <a:ext uri="{FF2B5EF4-FFF2-40B4-BE49-F238E27FC236}">
                <a16:creationId xmlns:a16="http://schemas.microsoft.com/office/drawing/2014/main" id="{9F1E42B4-EFA1-EF38-1803-A3A696E540EA}"/>
              </a:ext>
            </a:extLst>
          </p:cNvPr>
          <p:cNvSpPr txBox="1">
            <a:spLocks/>
          </p:cNvSpPr>
          <p:nvPr/>
        </p:nvSpPr>
        <p:spPr bwMode="gray">
          <a:xfrm>
            <a:off x="694841" y="5168835"/>
            <a:ext cx="1148653" cy="155127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11500" dirty="0"/>
              <a:t>R</a:t>
            </a:r>
            <a:endParaRPr lang="nl-NL" sz="11500" dirty="0"/>
          </a:p>
        </p:txBody>
      </p:sp>
      <p:sp>
        <p:nvSpPr>
          <p:cNvPr id="17" name="Tekstvak 16">
            <a:extLst>
              <a:ext uri="{FF2B5EF4-FFF2-40B4-BE49-F238E27FC236}">
                <a16:creationId xmlns:a16="http://schemas.microsoft.com/office/drawing/2014/main" id="{799C02B6-C6D1-A6A0-B5FE-8A49F144FC13}"/>
              </a:ext>
            </a:extLst>
          </p:cNvPr>
          <p:cNvSpPr txBox="1"/>
          <p:nvPr/>
        </p:nvSpPr>
        <p:spPr>
          <a:xfrm>
            <a:off x="1775521" y="1615761"/>
            <a:ext cx="9622805" cy="1200329"/>
          </a:xfrm>
          <a:prstGeom prst="rect">
            <a:avLst/>
          </a:prstGeom>
          <a:noFill/>
        </p:spPr>
        <p:txBody>
          <a:bodyPr wrap="square">
            <a:spAutoFit/>
          </a:bodyPr>
          <a:lstStyle/>
          <a:p>
            <a:pPr marL="342900" indent="-342900">
              <a:buFont typeface="Wingdings" panose="05000000000000000000" pitchFamily="2" charset="2"/>
              <a:buChar char="q"/>
            </a:pPr>
            <a:r>
              <a:rPr lang="nl-NL" sz="1800" dirty="0">
                <a:solidFill>
                  <a:schemeClr val="accent5"/>
                </a:solidFill>
                <a:latin typeface="+mj-lt"/>
              </a:rPr>
              <a:t>A persistent </a:t>
            </a:r>
            <a:r>
              <a:rPr lang="nl-NL" sz="1800" dirty="0" err="1">
                <a:solidFill>
                  <a:schemeClr val="accent5"/>
                </a:solidFill>
                <a:latin typeface="+mj-lt"/>
              </a:rPr>
              <a:t>identifier</a:t>
            </a:r>
            <a:r>
              <a:rPr lang="nl-NL" sz="1800" dirty="0">
                <a:solidFill>
                  <a:schemeClr val="accent5"/>
                </a:solidFill>
                <a:latin typeface="+mj-lt"/>
              </a:rPr>
              <a:t> is </a:t>
            </a:r>
            <a:r>
              <a:rPr lang="nl-NL" sz="1800" dirty="0" err="1">
                <a:solidFill>
                  <a:schemeClr val="accent5"/>
                </a:solidFill>
                <a:latin typeface="+mj-lt"/>
              </a:rPr>
              <a:t>assigned</a:t>
            </a:r>
            <a:r>
              <a:rPr lang="nl-NL" sz="1800" dirty="0">
                <a:solidFill>
                  <a:schemeClr val="accent5"/>
                </a:solidFill>
                <a:latin typeface="+mj-lt"/>
              </a:rPr>
              <a:t> </a:t>
            </a:r>
            <a:r>
              <a:rPr lang="nl-NL" sz="1800" dirty="0" err="1">
                <a:solidFill>
                  <a:schemeClr val="accent5"/>
                </a:solidFill>
                <a:latin typeface="+mj-lt"/>
              </a:rPr>
              <a:t>to</a:t>
            </a:r>
            <a:r>
              <a:rPr lang="nl-NL" sz="1800" dirty="0">
                <a:solidFill>
                  <a:schemeClr val="accent5"/>
                </a:solidFill>
                <a:latin typeface="+mj-lt"/>
              </a:rPr>
              <a:t> </a:t>
            </a:r>
            <a:r>
              <a:rPr lang="nl-NL" sz="1800" dirty="0" err="1">
                <a:solidFill>
                  <a:schemeClr val="accent5"/>
                </a:solidFill>
                <a:latin typeface="+mj-lt"/>
              </a:rPr>
              <a:t>your</a:t>
            </a:r>
            <a:r>
              <a:rPr lang="nl-NL" sz="1800" dirty="0">
                <a:solidFill>
                  <a:schemeClr val="accent5"/>
                </a:solidFill>
                <a:latin typeface="+mj-lt"/>
              </a:rPr>
              <a:t> data </a:t>
            </a:r>
          </a:p>
          <a:p>
            <a:pPr marL="342900" indent="-342900">
              <a:buFont typeface="Wingdings" panose="05000000000000000000" pitchFamily="2" charset="2"/>
              <a:buChar char="q"/>
            </a:pPr>
            <a:r>
              <a:rPr lang="nl-NL" sz="1800" dirty="0" err="1">
                <a:solidFill>
                  <a:schemeClr val="accent5"/>
                </a:solidFill>
                <a:latin typeface="+mj-lt"/>
              </a:rPr>
              <a:t>There</a:t>
            </a:r>
            <a:r>
              <a:rPr lang="nl-NL" sz="1800" dirty="0">
                <a:solidFill>
                  <a:schemeClr val="accent5"/>
                </a:solidFill>
                <a:latin typeface="+mj-lt"/>
              </a:rPr>
              <a:t> are </a:t>
            </a:r>
            <a:r>
              <a:rPr lang="nl-NL" sz="1800" dirty="0" err="1">
                <a:solidFill>
                  <a:schemeClr val="accent5"/>
                </a:solidFill>
                <a:latin typeface="+mj-lt"/>
              </a:rPr>
              <a:t>rich</a:t>
            </a:r>
            <a:r>
              <a:rPr lang="nl-NL" sz="1800" dirty="0">
                <a:solidFill>
                  <a:schemeClr val="accent5"/>
                </a:solidFill>
                <a:latin typeface="+mj-lt"/>
              </a:rPr>
              <a:t> metadata, </a:t>
            </a:r>
            <a:r>
              <a:rPr lang="nl-NL" sz="1800" dirty="0" err="1">
                <a:solidFill>
                  <a:schemeClr val="accent5"/>
                </a:solidFill>
                <a:latin typeface="+mj-lt"/>
              </a:rPr>
              <a:t>describing</a:t>
            </a:r>
            <a:r>
              <a:rPr lang="nl-NL" sz="1800" dirty="0">
                <a:solidFill>
                  <a:schemeClr val="accent5"/>
                </a:solidFill>
                <a:latin typeface="+mj-lt"/>
              </a:rPr>
              <a:t> </a:t>
            </a:r>
            <a:r>
              <a:rPr lang="nl-NL" sz="1800" dirty="0" err="1">
                <a:solidFill>
                  <a:schemeClr val="accent5"/>
                </a:solidFill>
                <a:latin typeface="+mj-lt"/>
              </a:rPr>
              <a:t>your</a:t>
            </a:r>
            <a:r>
              <a:rPr lang="nl-NL" sz="1800" dirty="0">
                <a:solidFill>
                  <a:schemeClr val="accent5"/>
                </a:solidFill>
                <a:latin typeface="+mj-lt"/>
              </a:rPr>
              <a:t> data </a:t>
            </a:r>
          </a:p>
          <a:p>
            <a:pPr marL="342900" indent="-342900">
              <a:buFont typeface="Wingdings" panose="05000000000000000000" pitchFamily="2" charset="2"/>
              <a:buChar char="q"/>
            </a:pPr>
            <a:r>
              <a:rPr lang="nl-NL" sz="1800" dirty="0">
                <a:solidFill>
                  <a:schemeClr val="accent5"/>
                </a:solidFill>
                <a:latin typeface="+mj-lt"/>
              </a:rPr>
              <a:t>The metadata are online in a </a:t>
            </a:r>
            <a:r>
              <a:rPr lang="nl-NL" sz="1800" dirty="0" err="1">
                <a:solidFill>
                  <a:schemeClr val="accent5"/>
                </a:solidFill>
                <a:latin typeface="+mj-lt"/>
              </a:rPr>
              <a:t>searchable</a:t>
            </a:r>
            <a:r>
              <a:rPr lang="nl-NL" sz="1800" dirty="0">
                <a:solidFill>
                  <a:schemeClr val="accent5"/>
                </a:solidFill>
                <a:latin typeface="+mj-lt"/>
              </a:rPr>
              <a:t> resource </a:t>
            </a:r>
          </a:p>
          <a:p>
            <a:pPr marL="342900" indent="-342900">
              <a:buFont typeface="Wingdings" panose="05000000000000000000" pitchFamily="2" charset="2"/>
              <a:buChar char="q"/>
            </a:pPr>
            <a:r>
              <a:rPr lang="nl-NL" sz="1800" dirty="0">
                <a:solidFill>
                  <a:schemeClr val="accent5"/>
                </a:solidFill>
                <a:latin typeface="+mj-lt"/>
              </a:rPr>
              <a:t>The metadata record </a:t>
            </a:r>
            <a:r>
              <a:rPr lang="nl-NL" sz="1800" dirty="0" err="1">
                <a:solidFill>
                  <a:schemeClr val="accent5"/>
                </a:solidFill>
                <a:latin typeface="+mj-lt"/>
              </a:rPr>
              <a:t>specifies</a:t>
            </a:r>
            <a:r>
              <a:rPr lang="nl-NL" sz="1800" dirty="0">
                <a:solidFill>
                  <a:schemeClr val="accent5"/>
                </a:solidFill>
                <a:latin typeface="+mj-lt"/>
              </a:rPr>
              <a:t> </a:t>
            </a:r>
            <a:r>
              <a:rPr lang="nl-NL" sz="1800" dirty="0" err="1">
                <a:solidFill>
                  <a:schemeClr val="accent5"/>
                </a:solidFill>
                <a:latin typeface="+mj-lt"/>
              </a:rPr>
              <a:t>the</a:t>
            </a:r>
            <a:r>
              <a:rPr lang="nl-NL" sz="1800" dirty="0">
                <a:solidFill>
                  <a:schemeClr val="accent5"/>
                </a:solidFill>
                <a:latin typeface="+mj-lt"/>
              </a:rPr>
              <a:t> persistent </a:t>
            </a:r>
            <a:r>
              <a:rPr lang="nl-NL" sz="1800" dirty="0" err="1">
                <a:solidFill>
                  <a:schemeClr val="accent5"/>
                </a:solidFill>
                <a:latin typeface="+mj-lt"/>
              </a:rPr>
              <a:t>identifier</a:t>
            </a:r>
            <a:endParaRPr lang="nl-NL" sz="1800" dirty="0">
              <a:solidFill>
                <a:schemeClr val="accent5"/>
              </a:solidFill>
              <a:latin typeface="+mj-lt"/>
            </a:endParaRPr>
          </a:p>
        </p:txBody>
      </p:sp>
      <p:sp>
        <p:nvSpPr>
          <p:cNvPr id="18" name="Tekstvak 17">
            <a:extLst>
              <a:ext uri="{FF2B5EF4-FFF2-40B4-BE49-F238E27FC236}">
                <a16:creationId xmlns:a16="http://schemas.microsoft.com/office/drawing/2014/main" id="{C713F1A6-8785-345D-E3EA-A2E42F7265C5}"/>
              </a:ext>
            </a:extLst>
          </p:cNvPr>
          <p:cNvSpPr txBox="1"/>
          <p:nvPr/>
        </p:nvSpPr>
        <p:spPr>
          <a:xfrm>
            <a:off x="1775521" y="2874174"/>
            <a:ext cx="9622805" cy="1200329"/>
          </a:xfrm>
          <a:prstGeom prst="rect">
            <a:avLst/>
          </a:prstGeom>
          <a:noFill/>
        </p:spPr>
        <p:txBody>
          <a:bodyPr wrap="square">
            <a:spAutoFit/>
          </a:bodyPr>
          <a:lstStyle/>
          <a:p>
            <a:pPr marL="342900" indent="-342900">
              <a:buFont typeface="Wingdings" panose="05000000000000000000" pitchFamily="2" charset="2"/>
              <a:buChar char="q"/>
            </a:pPr>
            <a:r>
              <a:rPr lang="en-US" sz="1800" dirty="0">
                <a:solidFill>
                  <a:schemeClr val="accent5"/>
                </a:solidFill>
                <a:latin typeface="+mj-lt"/>
              </a:rPr>
              <a:t>Following the persistent ID will take you to the data or associated metadata</a:t>
            </a:r>
          </a:p>
          <a:p>
            <a:pPr marL="342900" indent="-342900">
              <a:buFont typeface="Wingdings" panose="05000000000000000000" pitchFamily="2" charset="2"/>
              <a:buChar char="q"/>
            </a:pPr>
            <a:r>
              <a:rPr lang="en-US" sz="1800" dirty="0">
                <a:solidFill>
                  <a:schemeClr val="accent5"/>
                </a:solidFill>
                <a:latin typeface="+mj-lt"/>
              </a:rPr>
              <a:t>The protocol by which data can be retrieved follows </a:t>
            </a:r>
            <a:r>
              <a:rPr lang="en-US" sz="1800" dirty="0" err="1">
                <a:solidFill>
                  <a:schemeClr val="accent5"/>
                </a:solidFill>
                <a:latin typeface="+mj-lt"/>
              </a:rPr>
              <a:t>recognised</a:t>
            </a:r>
            <a:r>
              <a:rPr lang="en-US" sz="1800" dirty="0">
                <a:solidFill>
                  <a:schemeClr val="accent5"/>
                </a:solidFill>
                <a:latin typeface="+mj-lt"/>
              </a:rPr>
              <a:t> standards </a:t>
            </a:r>
          </a:p>
          <a:p>
            <a:pPr marL="342900" indent="-342900">
              <a:buFont typeface="Wingdings" panose="05000000000000000000" pitchFamily="2" charset="2"/>
              <a:buChar char="q"/>
            </a:pPr>
            <a:r>
              <a:rPr lang="en-US" sz="1800" dirty="0">
                <a:solidFill>
                  <a:schemeClr val="accent5"/>
                </a:solidFill>
                <a:latin typeface="+mj-lt"/>
              </a:rPr>
              <a:t>The access procedure includes authentication and </a:t>
            </a:r>
            <a:r>
              <a:rPr lang="en-US" sz="1800" dirty="0" err="1">
                <a:solidFill>
                  <a:schemeClr val="accent5"/>
                </a:solidFill>
                <a:latin typeface="+mj-lt"/>
              </a:rPr>
              <a:t>authorisation</a:t>
            </a:r>
            <a:r>
              <a:rPr lang="en-US" sz="1800" dirty="0">
                <a:solidFill>
                  <a:schemeClr val="accent5"/>
                </a:solidFill>
                <a:latin typeface="+mj-lt"/>
              </a:rPr>
              <a:t> steps</a:t>
            </a:r>
          </a:p>
          <a:p>
            <a:pPr marL="342900" indent="-342900">
              <a:buFont typeface="Wingdings" panose="05000000000000000000" pitchFamily="2" charset="2"/>
              <a:buChar char="q"/>
            </a:pPr>
            <a:r>
              <a:rPr lang="en-US" sz="1800" dirty="0">
                <a:solidFill>
                  <a:schemeClr val="accent5"/>
                </a:solidFill>
                <a:latin typeface="+mj-lt"/>
              </a:rPr>
              <a:t>Metadata are accessible, wherever possible, even if the data aren’t</a:t>
            </a:r>
            <a:endParaRPr lang="nl-NL" sz="1800" dirty="0">
              <a:solidFill>
                <a:schemeClr val="accent5"/>
              </a:solidFill>
              <a:latin typeface="+mj-lt"/>
            </a:endParaRPr>
          </a:p>
        </p:txBody>
      </p:sp>
      <p:sp>
        <p:nvSpPr>
          <p:cNvPr id="19" name="Tekstvak 18">
            <a:extLst>
              <a:ext uri="{FF2B5EF4-FFF2-40B4-BE49-F238E27FC236}">
                <a16:creationId xmlns:a16="http://schemas.microsoft.com/office/drawing/2014/main" id="{1DB22140-8797-55FC-B5DB-6377BC6FF808}"/>
              </a:ext>
            </a:extLst>
          </p:cNvPr>
          <p:cNvSpPr txBox="1"/>
          <p:nvPr/>
        </p:nvSpPr>
        <p:spPr>
          <a:xfrm>
            <a:off x="1775520" y="4132587"/>
            <a:ext cx="9622805" cy="1200329"/>
          </a:xfrm>
          <a:prstGeom prst="rect">
            <a:avLst/>
          </a:prstGeom>
          <a:noFill/>
        </p:spPr>
        <p:txBody>
          <a:bodyPr wrap="square">
            <a:spAutoFit/>
          </a:bodyPr>
          <a:lstStyle/>
          <a:p>
            <a:pPr marL="342900" indent="-342900">
              <a:buFont typeface="Wingdings" panose="05000000000000000000" pitchFamily="2" charset="2"/>
              <a:buChar char="q"/>
            </a:pPr>
            <a:r>
              <a:rPr lang="en-US" sz="1800" dirty="0">
                <a:solidFill>
                  <a:schemeClr val="accent5"/>
                </a:solidFill>
                <a:latin typeface="+mj-lt"/>
              </a:rPr>
              <a:t>Data is provided in commonly understood and preferably open formats </a:t>
            </a:r>
          </a:p>
          <a:p>
            <a:pPr marL="342900" indent="-342900">
              <a:buFont typeface="Wingdings" panose="05000000000000000000" pitchFamily="2" charset="2"/>
              <a:buChar char="q"/>
            </a:pPr>
            <a:r>
              <a:rPr lang="en-US" sz="1800" dirty="0">
                <a:solidFill>
                  <a:schemeClr val="accent5"/>
                </a:solidFill>
                <a:latin typeface="+mj-lt"/>
              </a:rPr>
              <a:t>The metadata provided follows relevant standards </a:t>
            </a:r>
          </a:p>
          <a:p>
            <a:pPr marL="342900" indent="-342900">
              <a:buFont typeface="Wingdings" panose="05000000000000000000" pitchFamily="2" charset="2"/>
              <a:buChar char="q"/>
            </a:pPr>
            <a:r>
              <a:rPr lang="en-US" sz="1800" dirty="0">
                <a:solidFill>
                  <a:schemeClr val="accent5"/>
                </a:solidFill>
                <a:latin typeface="+mj-lt"/>
              </a:rPr>
              <a:t>Controlled vocabularies, keywords, thesauri or ontologies are used</a:t>
            </a:r>
          </a:p>
          <a:p>
            <a:pPr marL="342900" indent="-342900">
              <a:buFont typeface="Wingdings" panose="05000000000000000000" pitchFamily="2" charset="2"/>
              <a:buChar char="q"/>
            </a:pPr>
            <a:r>
              <a:rPr lang="en-US" sz="1800" dirty="0">
                <a:solidFill>
                  <a:schemeClr val="accent5"/>
                </a:solidFill>
                <a:latin typeface="+mj-lt"/>
              </a:rPr>
              <a:t>Qualified references and links are provided to other related data</a:t>
            </a:r>
            <a:endParaRPr lang="nl-NL" sz="1800" dirty="0">
              <a:solidFill>
                <a:schemeClr val="accent5"/>
              </a:solidFill>
              <a:latin typeface="+mj-lt"/>
            </a:endParaRPr>
          </a:p>
        </p:txBody>
      </p:sp>
      <p:sp>
        <p:nvSpPr>
          <p:cNvPr id="20" name="Tekstvak 19">
            <a:extLst>
              <a:ext uri="{FF2B5EF4-FFF2-40B4-BE49-F238E27FC236}">
                <a16:creationId xmlns:a16="http://schemas.microsoft.com/office/drawing/2014/main" id="{14B19EFD-28BF-7020-6917-FF47A448796F}"/>
              </a:ext>
            </a:extLst>
          </p:cNvPr>
          <p:cNvSpPr txBox="1"/>
          <p:nvPr/>
        </p:nvSpPr>
        <p:spPr>
          <a:xfrm>
            <a:off x="1775520" y="5391000"/>
            <a:ext cx="10414894" cy="1200329"/>
          </a:xfrm>
          <a:prstGeom prst="rect">
            <a:avLst/>
          </a:prstGeom>
          <a:noFill/>
        </p:spPr>
        <p:txBody>
          <a:bodyPr wrap="square">
            <a:spAutoFit/>
          </a:bodyPr>
          <a:lstStyle/>
          <a:p>
            <a:pPr marL="342900" indent="-342900">
              <a:buFont typeface="Wingdings" panose="05000000000000000000" pitchFamily="2" charset="2"/>
              <a:buChar char="q"/>
            </a:pPr>
            <a:r>
              <a:rPr lang="en-US" sz="1800" dirty="0">
                <a:solidFill>
                  <a:schemeClr val="accent5"/>
                </a:solidFill>
                <a:latin typeface="+mj-lt"/>
              </a:rPr>
              <a:t>The data are accurate and are well described with many relevant attributes</a:t>
            </a:r>
          </a:p>
          <a:p>
            <a:pPr marL="342900" indent="-342900">
              <a:buFont typeface="Wingdings" panose="05000000000000000000" pitchFamily="2" charset="2"/>
              <a:buChar char="q"/>
            </a:pPr>
            <a:r>
              <a:rPr lang="en-US" sz="1800" dirty="0">
                <a:solidFill>
                  <a:schemeClr val="accent5"/>
                </a:solidFill>
                <a:latin typeface="+mj-lt"/>
              </a:rPr>
              <a:t>The data have a clear and accessible data usage license </a:t>
            </a:r>
          </a:p>
          <a:p>
            <a:pPr marL="342900" indent="-342900">
              <a:buFont typeface="Wingdings" panose="05000000000000000000" pitchFamily="2" charset="2"/>
              <a:buChar char="q"/>
            </a:pPr>
            <a:r>
              <a:rPr lang="en-US" sz="1800" dirty="0">
                <a:solidFill>
                  <a:schemeClr val="accent5"/>
                </a:solidFill>
                <a:latin typeface="+mj-lt"/>
              </a:rPr>
              <a:t>It is clear how, why, when and by whom the data have been created and processed</a:t>
            </a:r>
          </a:p>
          <a:p>
            <a:pPr marL="342900" indent="-342900">
              <a:buFont typeface="Wingdings" panose="05000000000000000000" pitchFamily="2" charset="2"/>
              <a:buChar char="q"/>
            </a:pPr>
            <a:r>
              <a:rPr lang="en-US" sz="1800" dirty="0">
                <a:solidFill>
                  <a:schemeClr val="accent5"/>
                </a:solidFill>
                <a:latin typeface="+mj-lt"/>
              </a:rPr>
              <a:t>The data and metadata meet relevant domain standards</a:t>
            </a:r>
            <a:endParaRPr lang="nl-NL" sz="1800" dirty="0">
              <a:solidFill>
                <a:schemeClr val="accent5"/>
              </a:solidFill>
              <a:latin typeface="+mj-lt"/>
            </a:endParaRPr>
          </a:p>
        </p:txBody>
      </p:sp>
      <p:grpSp>
        <p:nvGrpSpPr>
          <p:cNvPr id="59" name="Groep 58">
            <a:extLst>
              <a:ext uri="{FF2B5EF4-FFF2-40B4-BE49-F238E27FC236}">
                <a16:creationId xmlns:a16="http://schemas.microsoft.com/office/drawing/2014/main" id="{6D6BD67F-59FA-AEDA-6D38-6C969671801C}"/>
              </a:ext>
            </a:extLst>
          </p:cNvPr>
          <p:cNvGrpSpPr/>
          <p:nvPr/>
        </p:nvGrpSpPr>
        <p:grpSpPr>
          <a:xfrm>
            <a:off x="1862447" y="1590047"/>
            <a:ext cx="344520" cy="3270480"/>
            <a:chOff x="1862447" y="1590047"/>
            <a:chExt cx="344520" cy="327048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8" name="Inkt 37">
                  <a:extLst>
                    <a:ext uri="{FF2B5EF4-FFF2-40B4-BE49-F238E27FC236}">
                      <a16:creationId xmlns:a16="http://schemas.microsoft.com/office/drawing/2014/main" id="{0C688BE6-2D1D-09CE-1CB0-EED7449F0FE8}"/>
                    </a:ext>
                  </a:extLst>
                </p14:cNvPr>
                <p14:cNvContentPartPr/>
                <p14:nvPr/>
              </p14:nvContentPartPr>
              <p14:xfrm>
                <a:off x="1862447" y="1590047"/>
                <a:ext cx="226080" cy="290520"/>
              </p14:xfrm>
            </p:contentPart>
          </mc:Choice>
          <mc:Fallback xmlns="">
            <p:pic>
              <p:nvPicPr>
                <p:cNvPr id="38" name="Inkt 37">
                  <a:extLst>
                    <a:ext uri="{FF2B5EF4-FFF2-40B4-BE49-F238E27FC236}">
                      <a16:creationId xmlns:a16="http://schemas.microsoft.com/office/drawing/2014/main" id="{0C688BE6-2D1D-09CE-1CB0-EED7449F0FE8}"/>
                    </a:ext>
                  </a:extLst>
                </p:cNvPr>
                <p:cNvPicPr/>
                <p:nvPr/>
              </p:nvPicPr>
              <p:blipFill>
                <a:blip r:embed="rId4"/>
                <a:stretch>
                  <a:fillRect/>
                </a:stretch>
              </p:blipFill>
              <p:spPr>
                <a:xfrm>
                  <a:off x="1826447" y="1374314"/>
                  <a:ext cx="297720" cy="72162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39" name="Inkt 38">
                  <a:extLst>
                    <a:ext uri="{FF2B5EF4-FFF2-40B4-BE49-F238E27FC236}">
                      <a16:creationId xmlns:a16="http://schemas.microsoft.com/office/drawing/2014/main" id="{315ED1D6-C499-70FF-BB13-33A121F3CA37}"/>
                    </a:ext>
                  </a:extLst>
                </p14:cNvPr>
                <p14:cNvContentPartPr/>
                <p14:nvPr/>
              </p14:nvContentPartPr>
              <p14:xfrm>
                <a:off x="1883687" y="1764647"/>
                <a:ext cx="320760" cy="348120"/>
              </p14:xfrm>
            </p:contentPart>
          </mc:Choice>
          <mc:Fallback xmlns="">
            <p:pic>
              <p:nvPicPr>
                <p:cNvPr id="39" name="Inkt 38">
                  <a:extLst>
                    <a:ext uri="{FF2B5EF4-FFF2-40B4-BE49-F238E27FC236}">
                      <a16:creationId xmlns:a16="http://schemas.microsoft.com/office/drawing/2014/main" id="{315ED1D6-C499-70FF-BB13-33A121F3CA37}"/>
                    </a:ext>
                  </a:extLst>
                </p:cNvPr>
                <p:cNvPicPr/>
                <p:nvPr/>
              </p:nvPicPr>
              <p:blipFill>
                <a:blip r:embed="rId6"/>
                <a:stretch>
                  <a:fillRect/>
                </a:stretch>
              </p:blipFill>
              <p:spPr>
                <a:xfrm>
                  <a:off x="1847687" y="1548870"/>
                  <a:ext cx="392400" cy="77931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3" name="Inkt 42">
                  <a:extLst>
                    <a:ext uri="{FF2B5EF4-FFF2-40B4-BE49-F238E27FC236}">
                      <a16:creationId xmlns:a16="http://schemas.microsoft.com/office/drawing/2014/main" id="{4EBC4DB3-1685-71B0-DDD1-9A22E16CBAC8}"/>
                    </a:ext>
                  </a:extLst>
                </p14:cNvPr>
                <p14:cNvContentPartPr/>
                <p14:nvPr/>
              </p14:nvContentPartPr>
              <p14:xfrm>
                <a:off x="1900607" y="2125007"/>
                <a:ext cx="181800" cy="245520"/>
              </p14:xfrm>
            </p:contentPart>
          </mc:Choice>
          <mc:Fallback xmlns="">
            <p:pic>
              <p:nvPicPr>
                <p:cNvPr id="43" name="Inkt 42">
                  <a:extLst>
                    <a:ext uri="{FF2B5EF4-FFF2-40B4-BE49-F238E27FC236}">
                      <a16:creationId xmlns:a16="http://schemas.microsoft.com/office/drawing/2014/main" id="{4EBC4DB3-1685-71B0-DDD1-9A22E16CBAC8}"/>
                    </a:ext>
                  </a:extLst>
                </p:cNvPr>
                <p:cNvPicPr/>
                <p:nvPr/>
              </p:nvPicPr>
              <p:blipFill>
                <a:blip r:embed="rId8"/>
                <a:stretch>
                  <a:fillRect/>
                </a:stretch>
              </p:blipFill>
              <p:spPr>
                <a:xfrm>
                  <a:off x="1864678" y="1908690"/>
                  <a:ext cx="253298" cy="67779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44" name="Inkt 43">
                  <a:extLst>
                    <a:ext uri="{FF2B5EF4-FFF2-40B4-BE49-F238E27FC236}">
                      <a16:creationId xmlns:a16="http://schemas.microsoft.com/office/drawing/2014/main" id="{576FAC0A-AFA3-4A3F-D087-56D6DB944DC7}"/>
                    </a:ext>
                  </a:extLst>
                </p14:cNvPr>
                <p14:cNvContentPartPr/>
                <p14:nvPr/>
              </p14:nvContentPartPr>
              <p14:xfrm>
                <a:off x="1926167" y="2372327"/>
                <a:ext cx="218880" cy="282960"/>
              </p14:xfrm>
            </p:contentPart>
          </mc:Choice>
          <mc:Fallback xmlns="">
            <p:pic>
              <p:nvPicPr>
                <p:cNvPr id="44" name="Inkt 43">
                  <a:extLst>
                    <a:ext uri="{FF2B5EF4-FFF2-40B4-BE49-F238E27FC236}">
                      <a16:creationId xmlns:a16="http://schemas.microsoft.com/office/drawing/2014/main" id="{576FAC0A-AFA3-4A3F-D087-56D6DB944DC7}"/>
                    </a:ext>
                  </a:extLst>
                </p:cNvPr>
                <p:cNvPicPr/>
                <p:nvPr/>
              </p:nvPicPr>
              <p:blipFill>
                <a:blip r:embed="rId10"/>
                <a:stretch>
                  <a:fillRect/>
                </a:stretch>
              </p:blipFill>
              <p:spPr>
                <a:xfrm>
                  <a:off x="1890167" y="2156052"/>
                  <a:ext cx="290520" cy="71515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46" name="Inkt 45">
                  <a:extLst>
                    <a:ext uri="{FF2B5EF4-FFF2-40B4-BE49-F238E27FC236}">
                      <a16:creationId xmlns:a16="http://schemas.microsoft.com/office/drawing/2014/main" id="{F8660E0B-51D9-8DC6-CF44-0ED81E89CC84}"/>
                    </a:ext>
                  </a:extLst>
                </p14:cNvPr>
                <p14:cNvContentPartPr/>
                <p14:nvPr/>
              </p14:nvContentPartPr>
              <p14:xfrm>
                <a:off x="1921847" y="2761847"/>
                <a:ext cx="285120" cy="311040"/>
              </p14:xfrm>
            </p:contentPart>
          </mc:Choice>
          <mc:Fallback xmlns="">
            <p:pic>
              <p:nvPicPr>
                <p:cNvPr id="46" name="Inkt 45">
                  <a:extLst>
                    <a:ext uri="{FF2B5EF4-FFF2-40B4-BE49-F238E27FC236}">
                      <a16:creationId xmlns:a16="http://schemas.microsoft.com/office/drawing/2014/main" id="{F8660E0B-51D9-8DC6-CF44-0ED81E89CC84}"/>
                    </a:ext>
                  </a:extLst>
                </p:cNvPr>
                <p:cNvPicPr/>
                <p:nvPr/>
              </p:nvPicPr>
              <p:blipFill>
                <a:blip r:embed="rId12"/>
                <a:stretch>
                  <a:fillRect/>
                </a:stretch>
              </p:blipFill>
              <p:spPr>
                <a:xfrm>
                  <a:off x="1885847" y="2545847"/>
                  <a:ext cx="356760" cy="742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48" name="Inkt 47">
                  <a:extLst>
                    <a:ext uri="{FF2B5EF4-FFF2-40B4-BE49-F238E27FC236}">
                      <a16:creationId xmlns:a16="http://schemas.microsoft.com/office/drawing/2014/main" id="{3CE4ADCA-BC59-8480-8BF7-BE7E386BA1CF}"/>
                    </a:ext>
                  </a:extLst>
                </p14:cNvPr>
                <p14:cNvContentPartPr/>
                <p14:nvPr/>
              </p14:nvContentPartPr>
              <p14:xfrm>
                <a:off x="1896287" y="3055247"/>
                <a:ext cx="278640" cy="289440"/>
              </p14:xfrm>
            </p:contentPart>
          </mc:Choice>
          <mc:Fallback xmlns="">
            <p:pic>
              <p:nvPicPr>
                <p:cNvPr id="48" name="Inkt 47">
                  <a:extLst>
                    <a:ext uri="{FF2B5EF4-FFF2-40B4-BE49-F238E27FC236}">
                      <a16:creationId xmlns:a16="http://schemas.microsoft.com/office/drawing/2014/main" id="{3CE4ADCA-BC59-8480-8BF7-BE7E386BA1CF}"/>
                    </a:ext>
                  </a:extLst>
                </p:cNvPr>
                <p:cNvPicPr/>
                <p:nvPr/>
              </p:nvPicPr>
              <p:blipFill>
                <a:blip r:embed="rId14"/>
                <a:stretch>
                  <a:fillRect/>
                </a:stretch>
              </p:blipFill>
              <p:spPr>
                <a:xfrm>
                  <a:off x="1860333" y="2839247"/>
                  <a:ext cx="350188" cy="721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50" name="Inkt 49">
                  <a:extLst>
                    <a:ext uri="{FF2B5EF4-FFF2-40B4-BE49-F238E27FC236}">
                      <a16:creationId xmlns:a16="http://schemas.microsoft.com/office/drawing/2014/main" id="{61B3F33E-97D7-7A0D-6726-9BB014959D4F}"/>
                    </a:ext>
                  </a:extLst>
                </p14:cNvPr>
                <p14:cNvContentPartPr/>
                <p14:nvPr/>
              </p14:nvContentPartPr>
              <p14:xfrm>
                <a:off x="1921847" y="3372767"/>
                <a:ext cx="218520" cy="258480"/>
              </p14:xfrm>
            </p:contentPart>
          </mc:Choice>
          <mc:Fallback xmlns="">
            <p:pic>
              <p:nvPicPr>
                <p:cNvPr id="50" name="Inkt 49">
                  <a:extLst>
                    <a:ext uri="{FF2B5EF4-FFF2-40B4-BE49-F238E27FC236}">
                      <a16:creationId xmlns:a16="http://schemas.microsoft.com/office/drawing/2014/main" id="{61B3F33E-97D7-7A0D-6726-9BB014959D4F}"/>
                    </a:ext>
                  </a:extLst>
                </p:cNvPr>
                <p:cNvPicPr/>
                <p:nvPr/>
              </p:nvPicPr>
              <p:blipFill>
                <a:blip r:embed="rId16"/>
                <a:stretch>
                  <a:fillRect/>
                </a:stretch>
              </p:blipFill>
              <p:spPr>
                <a:xfrm>
                  <a:off x="1885847" y="3156767"/>
                  <a:ext cx="290160" cy="690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52" name="Inkt 51">
                  <a:extLst>
                    <a:ext uri="{FF2B5EF4-FFF2-40B4-BE49-F238E27FC236}">
                      <a16:creationId xmlns:a16="http://schemas.microsoft.com/office/drawing/2014/main" id="{8ACED668-ED3D-172D-3EF6-E7803B147D6F}"/>
                    </a:ext>
                  </a:extLst>
                </p14:cNvPr>
                <p14:cNvContentPartPr/>
                <p14:nvPr/>
              </p14:nvContentPartPr>
              <p14:xfrm>
                <a:off x="1892327" y="3691007"/>
                <a:ext cx="264600" cy="225360"/>
              </p14:xfrm>
            </p:contentPart>
          </mc:Choice>
          <mc:Fallback xmlns="">
            <p:pic>
              <p:nvPicPr>
                <p:cNvPr id="52" name="Inkt 51">
                  <a:extLst>
                    <a:ext uri="{FF2B5EF4-FFF2-40B4-BE49-F238E27FC236}">
                      <a16:creationId xmlns:a16="http://schemas.microsoft.com/office/drawing/2014/main" id="{8ACED668-ED3D-172D-3EF6-E7803B147D6F}"/>
                    </a:ext>
                  </a:extLst>
                </p:cNvPr>
                <p:cNvPicPr/>
                <p:nvPr/>
              </p:nvPicPr>
              <p:blipFill>
                <a:blip r:embed="rId18"/>
                <a:stretch>
                  <a:fillRect/>
                </a:stretch>
              </p:blipFill>
              <p:spPr>
                <a:xfrm>
                  <a:off x="1856327" y="3474661"/>
                  <a:ext cx="336240" cy="65769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54" name="Inkt 53">
                  <a:extLst>
                    <a:ext uri="{FF2B5EF4-FFF2-40B4-BE49-F238E27FC236}">
                      <a16:creationId xmlns:a16="http://schemas.microsoft.com/office/drawing/2014/main" id="{8FA33F44-1336-719B-9432-58729190D59C}"/>
                    </a:ext>
                  </a:extLst>
                </p14:cNvPr>
                <p14:cNvContentPartPr/>
                <p14:nvPr/>
              </p14:nvContentPartPr>
              <p14:xfrm>
                <a:off x="1875047" y="4113287"/>
                <a:ext cx="239400" cy="228240"/>
              </p14:xfrm>
            </p:contentPart>
          </mc:Choice>
          <mc:Fallback xmlns="">
            <p:pic>
              <p:nvPicPr>
                <p:cNvPr id="54" name="Inkt 53">
                  <a:extLst>
                    <a:ext uri="{FF2B5EF4-FFF2-40B4-BE49-F238E27FC236}">
                      <a16:creationId xmlns:a16="http://schemas.microsoft.com/office/drawing/2014/main" id="{8FA33F44-1336-719B-9432-58729190D59C}"/>
                    </a:ext>
                  </a:extLst>
                </p:cNvPr>
                <p:cNvPicPr/>
                <p:nvPr/>
              </p:nvPicPr>
              <p:blipFill>
                <a:blip r:embed="rId20"/>
                <a:stretch>
                  <a:fillRect/>
                </a:stretch>
              </p:blipFill>
              <p:spPr>
                <a:xfrm>
                  <a:off x="1838993" y="3897287"/>
                  <a:ext cx="311148" cy="659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56" name="Inkt 55">
                  <a:extLst>
                    <a:ext uri="{FF2B5EF4-FFF2-40B4-BE49-F238E27FC236}">
                      <a16:creationId xmlns:a16="http://schemas.microsoft.com/office/drawing/2014/main" id="{B48B597E-9A0E-9C8A-69D2-255A11FC30A5}"/>
                    </a:ext>
                  </a:extLst>
                </p14:cNvPr>
                <p14:cNvContentPartPr/>
                <p14:nvPr/>
              </p14:nvContentPartPr>
              <p14:xfrm>
                <a:off x="1921847" y="4376447"/>
                <a:ext cx="211680" cy="222120"/>
              </p14:xfrm>
            </p:contentPart>
          </mc:Choice>
          <mc:Fallback xmlns="">
            <p:pic>
              <p:nvPicPr>
                <p:cNvPr id="56" name="Inkt 55">
                  <a:extLst>
                    <a:ext uri="{FF2B5EF4-FFF2-40B4-BE49-F238E27FC236}">
                      <a16:creationId xmlns:a16="http://schemas.microsoft.com/office/drawing/2014/main" id="{B48B597E-9A0E-9C8A-69D2-255A11FC30A5}"/>
                    </a:ext>
                  </a:extLst>
                </p:cNvPr>
                <p:cNvPicPr/>
                <p:nvPr/>
              </p:nvPicPr>
              <p:blipFill>
                <a:blip r:embed="rId22"/>
                <a:stretch>
                  <a:fillRect/>
                </a:stretch>
              </p:blipFill>
              <p:spPr>
                <a:xfrm>
                  <a:off x="1885847" y="4160096"/>
                  <a:ext cx="283320" cy="65446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58" name="Inkt 57">
                  <a:extLst>
                    <a:ext uri="{FF2B5EF4-FFF2-40B4-BE49-F238E27FC236}">
                      <a16:creationId xmlns:a16="http://schemas.microsoft.com/office/drawing/2014/main" id="{6082A33F-84B7-AFB4-C7F9-F14314EB5899}"/>
                    </a:ext>
                  </a:extLst>
                </p14:cNvPr>
                <p14:cNvContentPartPr/>
                <p14:nvPr/>
              </p14:nvContentPartPr>
              <p14:xfrm>
                <a:off x="1904927" y="4596647"/>
                <a:ext cx="233280" cy="263880"/>
              </p14:xfrm>
            </p:contentPart>
          </mc:Choice>
          <mc:Fallback xmlns="">
            <p:pic>
              <p:nvPicPr>
                <p:cNvPr id="58" name="Inkt 57">
                  <a:extLst>
                    <a:ext uri="{FF2B5EF4-FFF2-40B4-BE49-F238E27FC236}">
                      <a16:creationId xmlns:a16="http://schemas.microsoft.com/office/drawing/2014/main" id="{6082A33F-84B7-AFB4-C7F9-F14314EB5899}"/>
                    </a:ext>
                  </a:extLst>
                </p:cNvPr>
                <p:cNvPicPr/>
                <p:nvPr/>
              </p:nvPicPr>
              <p:blipFill>
                <a:blip r:embed="rId24"/>
                <a:stretch>
                  <a:fillRect/>
                </a:stretch>
              </p:blipFill>
              <p:spPr>
                <a:xfrm>
                  <a:off x="1868982" y="4380647"/>
                  <a:ext cx="304810" cy="695520"/>
                </a:xfrm>
                <a:prstGeom prst="rect">
                  <a:avLst/>
                </a:prstGeom>
              </p:spPr>
            </p:pic>
          </mc:Fallback>
        </mc:AlternateContent>
      </p:grpSp>
      <p:grpSp>
        <p:nvGrpSpPr>
          <p:cNvPr id="68" name="Groep 67">
            <a:extLst>
              <a:ext uri="{FF2B5EF4-FFF2-40B4-BE49-F238E27FC236}">
                <a16:creationId xmlns:a16="http://schemas.microsoft.com/office/drawing/2014/main" id="{992CCB41-BE3D-D799-886C-E4F370406FF8}"/>
              </a:ext>
            </a:extLst>
          </p:cNvPr>
          <p:cNvGrpSpPr/>
          <p:nvPr/>
        </p:nvGrpSpPr>
        <p:grpSpPr>
          <a:xfrm>
            <a:off x="1888007" y="4962287"/>
            <a:ext cx="320760" cy="1412520"/>
            <a:chOff x="1888007" y="4962287"/>
            <a:chExt cx="320760" cy="1412520"/>
          </a:xfrm>
        </p:grpSpPr>
        <mc:AlternateContent xmlns:mc="http://schemas.openxmlformats.org/markup-compatibility/2006" xmlns:p14="http://schemas.microsoft.com/office/powerpoint/2010/main" xmlns:aink="http://schemas.microsoft.com/office/drawing/2016/ink">
          <mc:Choice Requires="p14 aink">
            <p:contentPart p14:bwMode="auto" r:id="rId25">
              <p14:nvContentPartPr>
                <p14:cNvPr id="61" name="Inkt 60">
                  <a:extLst>
                    <a:ext uri="{FF2B5EF4-FFF2-40B4-BE49-F238E27FC236}">
                      <a16:creationId xmlns:a16="http://schemas.microsoft.com/office/drawing/2014/main" id="{553FCFBF-63CD-129E-5CA8-92C4EC9019E3}"/>
                    </a:ext>
                  </a:extLst>
                </p14:cNvPr>
                <p14:cNvContentPartPr/>
                <p14:nvPr/>
              </p14:nvContentPartPr>
              <p14:xfrm>
                <a:off x="1904927" y="4962287"/>
                <a:ext cx="303840" cy="205560"/>
              </p14:xfrm>
            </p:contentPart>
          </mc:Choice>
          <mc:Fallback xmlns="">
            <p:pic>
              <p:nvPicPr>
                <p:cNvPr id="61" name="Inkt 60">
                  <a:extLst>
                    <a:ext uri="{FF2B5EF4-FFF2-40B4-BE49-F238E27FC236}">
                      <a16:creationId xmlns:a16="http://schemas.microsoft.com/office/drawing/2014/main" id="{553FCFBF-63CD-129E-5CA8-92C4EC9019E3}"/>
                    </a:ext>
                  </a:extLst>
                </p:cNvPr>
                <p:cNvPicPr/>
                <p:nvPr/>
              </p:nvPicPr>
              <p:blipFill>
                <a:blip r:embed="rId26"/>
                <a:stretch>
                  <a:fillRect/>
                </a:stretch>
              </p:blipFill>
              <p:spPr>
                <a:xfrm>
                  <a:off x="1868927" y="4745908"/>
                  <a:ext cx="375480" cy="63795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
              <p14:nvContentPartPr>
                <p14:cNvPr id="62" name="Inkt 61">
                  <a:extLst>
                    <a:ext uri="{FF2B5EF4-FFF2-40B4-BE49-F238E27FC236}">
                      <a16:creationId xmlns:a16="http://schemas.microsoft.com/office/drawing/2014/main" id="{FE8FA653-9274-5A17-E916-B946C7196C43}"/>
                    </a:ext>
                  </a:extLst>
                </p14:cNvPr>
                <p14:cNvContentPartPr/>
                <p14:nvPr/>
              </p14:nvContentPartPr>
              <p14:xfrm>
                <a:off x="1888007" y="5330927"/>
                <a:ext cx="271800" cy="247320"/>
              </p14:xfrm>
            </p:contentPart>
          </mc:Choice>
          <mc:Fallback xmlns="">
            <p:pic>
              <p:nvPicPr>
                <p:cNvPr id="62" name="Inkt 61">
                  <a:extLst>
                    <a:ext uri="{FF2B5EF4-FFF2-40B4-BE49-F238E27FC236}">
                      <a16:creationId xmlns:a16="http://schemas.microsoft.com/office/drawing/2014/main" id="{FE8FA653-9274-5A17-E916-B946C7196C43}"/>
                    </a:ext>
                  </a:extLst>
                </p:cNvPr>
                <p:cNvPicPr/>
                <p:nvPr/>
              </p:nvPicPr>
              <p:blipFill>
                <a:blip r:embed="rId28"/>
                <a:stretch>
                  <a:fillRect/>
                </a:stretch>
              </p:blipFill>
              <p:spPr>
                <a:xfrm>
                  <a:off x="1852007" y="5114927"/>
                  <a:ext cx="343440" cy="678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
              <p14:nvContentPartPr>
                <p14:cNvPr id="64" name="Inkt 63">
                  <a:extLst>
                    <a:ext uri="{FF2B5EF4-FFF2-40B4-BE49-F238E27FC236}">
                      <a16:creationId xmlns:a16="http://schemas.microsoft.com/office/drawing/2014/main" id="{B87FA749-AC3C-A5EE-40DA-E68E60CAD2F7}"/>
                    </a:ext>
                  </a:extLst>
                </p14:cNvPr>
                <p14:cNvContentPartPr/>
                <p14:nvPr/>
              </p14:nvContentPartPr>
              <p14:xfrm>
                <a:off x="1921847" y="5618807"/>
                <a:ext cx="230760" cy="227880"/>
              </p14:xfrm>
            </p:contentPart>
          </mc:Choice>
          <mc:Fallback xmlns="">
            <p:pic>
              <p:nvPicPr>
                <p:cNvPr id="64" name="Inkt 63">
                  <a:extLst>
                    <a:ext uri="{FF2B5EF4-FFF2-40B4-BE49-F238E27FC236}">
                      <a16:creationId xmlns:a16="http://schemas.microsoft.com/office/drawing/2014/main" id="{B87FA749-AC3C-A5EE-40DA-E68E60CAD2F7}"/>
                    </a:ext>
                  </a:extLst>
                </p:cNvPr>
                <p:cNvPicPr/>
                <p:nvPr/>
              </p:nvPicPr>
              <p:blipFill>
                <a:blip r:embed="rId30"/>
                <a:stretch>
                  <a:fillRect/>
                </a:stretch>
              </p:blipFill>
              <p:spPr>
                <a:xfrm>
                  <a:off x="1885847" y="5402807"/>
                  <a:ext cx="302400" cy="65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
              <p14:nvContentPartPr>
                <p14:cNvPr id="65" name="Inkt 64">
                  <a:extLst>
                    <a:ext uri="{FF2B5EF4-FFF2-40B4-BE49-F238E27FC236}">
                      <a16:creationId xmlns:a16="http://schemas.microsoft.com/office/drawing/2014/main" id="{EE773588-A7A9-C368-CC4E-68F280CA7D9F}"/>
                    </a:ext>
                  </a:extLst>
                </p14:cNvPr>
                <p14:cNvContentPartPr/>
                <p14:nvPr/>
              </p14:nvContentPartPr>
              <p14:xfrm>
                <a:off x="1904927" y="5902127"/>
                <a:ext cx="289080" cy="216000"/>
              </p14:xfrm>
            </p:contentPart>
          </mc:Choice>
          <mc:Fallback xmlns="">
            <p:pic>
              <p:nvPicPr>
                <p:cNvPr id="65" name="Inkt 64">
                  <a:extLst>
                    <a:ext uri="{FF2B5EF4-FFF2-40B4-BE49-F238E27FC236}">
                      <a16:creationId xmlns:a16="http://schemas.microsoft.com/office/drawing/2014/main" id="{EE773588-A7A9-C368-CC4E-68F280CA7D9F}"/>
                    </a:ext>
                  </a:extLst>
                </p:cNvPr>
                <p:cNvPicPr/>
                <p:nvPr/>
              </p:nvPicPr>
              <p:blipFill>
                <a:blip r:embed="rId32"/>
                <a:stretch>
                  <a:fillRect/>
                </a:stretch>
              </p:blipFill>
              <p:spPr>
                <a:xfrm>
                  <a:off x="1868972" y="5686127"/>
                  <a:ext cx="360631" cy="647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
              <p14:nvContentPartPr>
                <p14:cNvPr id="67" name="Inkt 66">
                  <a:extLst>
                    <a:ext uri="{FF2B5EF4-FFF2-40B4-BE49-F238E27FC236}">
                      <a16:creationId xmlns:a16="http://schemas.microsoft.com/office/drawing/2014/main" id="{A91CA065-9181-4F04-4B9A-B8554832DFC1}"/>
                    </a:ext>
                  </a:extLst>
                </p14:cNvPr>
                <p14:cNvContentPartPr/>
                <p14:nvPr/>
              </p14:nvContentPartPr>
              <p14:xfrm>
                <a:off x="1896287" y="6104447"/>
                <a:ext cx="292320" cy="270360"/>
              </p14:xfrm>
            </p:contentPart>
          </mc:Choice>
          <mc:Fallback xmlns="">
            <p:pic>
              <p:nvPicPr>
                <p:cNvPr id="67" name="Inkt 66">
                  <a:extLst>
                    <a:ext uri="{FF2B5EF4-FFF2-40B4-BE49-F238E27FC236}">
                      <a16:creationId xmlns:a16="http://schemas.microsoft.com/office/drawing/2014/main" id="{A91CA065-9181-4F04-4B9A-B8554832DFC1}"/>
                    </a:ext>
                  </a:extLst>
                </p:cNvPr>
                <p:cNvPicPr/>
                <p:nvPr/>
              </p:nvPicPr>
              <p:blipFill>
                <a:blip r:embed="rId34"/>
                <a:stretch>
                  <a:fillRect/>
                </a:stretch>
              </p:blipFill>
              <p:spPr>
                <a:xfrm>
                  <a:off x="1860331" y="5888447"/>
                  <a:ext cx="363872" cy="702000"/>
                </a:xfrm>
                <a:prstGeom prst="rect">
                  <a:avLst/>
                </a:prstGeom>
              </p:spPr>
            </p:pic>
          </mc:Fallback>
        </mc:AlternateContent>
      </p:grpSp>
      <p:sp>
        <p:nvSpPr>
          <p:cNvPr id="2" name="Rechthoek 20">
            <a:extLst>
              <a:ext uri="{FF2B5EF4-FFF2-40B4-BE49-F238E27FC236}">
                <a16:creationId xmlns:a16="http://schemas.microsoft.com/office/drawing/2014/main" id="{5FCFF5E7-10B6-2693-7E74-AFE79110606E}"/>
              </a:ext>
            </a:extLst>
          </p:cNvPr>
          <p:cNvSpPr/>
          <p:nvPr/>
        </p:nvSpPr>
        <p:spPr>
          <a:xfrm>
            <a:off x="2381178" y="1620388"/>
            <a:ext cx="2468728"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 name="Rechthoek 20">
            <a:extLst>
              <a:ext uri="{FF2B5EF4-FFF2-40B4-BE49-F238E27FC236}">
                <a16:creationId xmlns:a16="http://schemas.microsoft.com/office/drawing/2014/main" id="{525C4D77-60D3-BA7A-694E-BD91C342F454}"/>
              </a:ext>
            </a:extLst>
          </p:cNvPr>
          <p:cNvSpPr/>
          <p:nvPr/>
        </p:nvSpPr>
        <p:spPr>
          <a:xfrm>
            <a:off x="3340402" y="1920600"/>
            <a:ext cx="1802155"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Rechthoek 20">
            <a:extLst>
              <a:ext uri="{FF2B5EF4-FFF2-40B4-BE49-F238E27FC236}">
                <a16:creationId xmlns:a16="http://schemas.microsoft.com/office/drawing/2014/main" id="{03C49930-9D2F-9FB9-8CF8-52C53C6DC882}"/>
              </a:ext>
            </a:extLst>
          </p:cNvPr>
          <p:cNvSpPr/>
          <p:nvPr/>
        </p:nvSpPr>
        <p:spPr>
          <a:xfrm>
            <a:off x="5604212" y="2200656"/>
            <a:ext cx="2481953"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Rechthoek 20">
            <a:extLst>
              <a:ext uri="{FF2B5EF4-FFF2-40B4-BE49-F238E27FC236}">
                <a16:creationId xmlns:a16="http://schemas.microsoft.com/office/drawing/2014/main" id="{C4294862-05B1-3BF2-8467-F95AF7840F21}"/>
              </a:ext>
            </a:extLst>
          </p:cNvPr>
          <p:cNvSpPr/>
          <p:nvPr/>
        </p:nvSpPr>
        <p:spPr>
          <a:xfrm>
            <a:off x="2152607" y="2882831"/>
            <a:ext cx="3280005"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Rechthoek 20">
            <a:extLst>
              <a:ext uri="{FF2B5EF4-FFF2-40B4-BE49-F238E27FC236}">
                <a16:creationId xmlns:a16="http://schemas.microsoft.com/office/drawing/2014/main" id="{FAD21559-3F7F-A79F-99AC-9550FFAF1A0D}"/>
              </a:ext>
            </a:extLst>
          </p:cNvPr>
          <p:cNvSpPr/>
          <p:nvPr/>
        </p:nvSpPr>
        <p:spPr>
          <a:xfrm>
            <a:off x="8349081" y="3161187"/>
            <a:ext cx="2668543"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Rechthoek 20">
            <a:extLst>
              <a:ext uri="{FF2B5EF4-FFF2-40B4-BE49-F238E27FC236}">
                <a16:creationId xmlns:a16="http://schemas.microsoft.com/office/drawing/2014/main" id="{E64395F9-0A5B-FCCA-FBF8-B3B4E590609C}"/>
              </a:ext>
            </a:extLst>
          </p:cNvPr>
          <p:cNvSpPr/>
          <p:nvPr/>
        </p:nvSpPr>
        <p:spPr>
          <a:xfrm>
            <a:off x="5865857" y="3429000"/>
            <a:ext cx="4667672"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Rechthoek 20">
            <a:extLst>
              <a:ext uri="{FF2B5EF4-FFF2-40B4-BE49-F238E27FC236}">
                <a16:creationId xmlns:a16="http://schemas.microsoft.com/office/drawing/2014/main" id="{4DBD22D4-750F-3F3D-7722-0FEA6ED74671}"/>
              </a:ext>
            </a:extLst>
          </p:cNvPr>
          <p:cNvSpPr/>
          <p:nvPr/>
        </p:nvSpPr>
        <p:spPr>
          <a:xfrm>
            <a:off x="2154395" y="3715916"/>
            <a:ext cx="2988162"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hthoek 20">
            <a:extLst>
              <a:ext uri="{FF2B5EF4-FFF2-40B4-BE49-F238E27FC236}">
                <a16:creationId xmlns:a16="http://schemas.microsoft.com/office/drawing/2014/main" id="{E61A6760-39FE-B4C6-B0C4-016A158A2FCE}"/>
              </a:ext>
            </a:extLst>
          </p:cNvPr>
          <p:cNvSpPr/>
          <p:nvPr/>
        </p:nvSpPr>
        <p:spPr>
          <a:xfrm>
            <a:off x="8922399" y="4160341"/>
            <a:ext cx="1736636"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20">
            <a:extLst>
              <a:ext uri="{FF2B5EF4-FFF2-40B4-BE49-F238E27FC236}">
                <a16:creationId xmlns:a16="http://schemas.microsoft.com/office/drawing/2014/main" id="{3BCB6390-C894-5CD0-569B-90F240200461}"/>
              </a:ext>
            </a:extLst>
          </p:cNvPr>
          <p:cNvSpPr/>
          <p:nvPr/>
        </p:nvSpPr>
        <p:spPr>
          <a:xfrm>
            <a:off x="5897607" y="4440071"/>
            <a:ext cx="2451473"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113806D5-08FF-58C3-7355-4EF9D1DAD989}"/>
              </a:ext>
            </a:extLst>
          </p:cNvPr>
          <p:cNvSpPr/>
          <p:nvPr/>
        </p:nvSpPr>
        <p:spPr>
          <a:xfrm>
            <a:off x="2174927" y="4665710"/>
            <a:ext cx="2967630"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Rechthoek 20">
            <a:extLst>
              <a:ext uri="{FF2B5EF4-FFF2-40B4-BE49-F238E27FC236}">
                <a16:creationId xmlns:a16="http://schemas.microsoft.com/office/drawing/2014/main" id="{33DFF36B-0154-D76D-C692-B0076B476DC1}"/>
              </a:ext>
            </a:extLst>
          </p:cNvPr>
          <p:cNvSpPr/>
          <p:nvPr/>
        </p:nvSpPr>
        <p:spPr>
          <a:xfrm>
            <a:off x="3658741" y="5399168"/>
            <a:ext cx="3943329"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0">
            <a:extLst>
              <a:ext uri="{FF2B5EF4-FFF2-40B4-BE49-F238E27FC236}">
                <a16:creationId xmlns:a16="http://schemas.microsoft.com/office/drawing/2014/main" id="{F40F05E8-7E5D-95C4-6382-4A1BA6227BE6}"/>
              </a:ext>
            </a:extLst>
          </p:cNvPr>
          <p:cNvSpPr/>
          <p:nvPr/>
        </p:nvSpPr>
        <p:spPr>
          <a:xfrm>
            <a:off x="5241247" y="5697744"/>
            <a:ext cx="3553130"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0">
            <a:extLst>
              <a:ext uri="{FF2B5EF4-FFF2-40B4-BE49-F238E27FC236}">
                <a16:creationId xmlns:a16="http://schemas.microsoft.com/office/drawing/2014/main" id="{39C6ECA0-DA45-AAE1-252F-C7AF739F917E}"/>
              </a:ext>
            </a:extLst>
          </p:cNvPr>
          <p:cNvSpPr/>
          <p:nvPr/>
        </p:nvSpPr>
        <p:spPr>
          <a:xfrm>
            <a:off x="2673429" y="5973121"/>
            <a:ext cx="7613644" cy="313151"/>
          </a:xfrm>
          <a:prstGeom prst="rect">
            <a:avLst/>
          </a:prstGeom>
          <a:solidFill>
            <a:schemeClr val="accent1">
              <a:alpha val="26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5182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p:tgtEl>
                                          <p:spTgt spid="11"/>
                                        </p:tgtEl>
                                      </p:cBhvr>
                                    </p:animEffect>
                                  </p:childTnLst>
                                </p:cTn>
                              </p:par>
                            </p:childTnLst>
                          </p:cTn>
                        </p:par>
                        <p:par>
                          <p:cTn id="65" fill="hold">
                            <p:stCondLst>
                              <p:cond delay="1000"/>
                            </p:stCondLst>
                            <p:childTnLst>
                              <p:par>
                                <p:cTn id="66" presetID="10" presetClass="entr" presetSubtype="0" fill="hold" grpId="0"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childTnLst>
                          </p:cTn>
                        </p:par>
                        <p:par>
                          <p:cTn id="69" fill="hold">
                            <p:stCondLst>
                              <p:cond delay="1500"/>
                            </p:stCondLst>
                            <p:childTnLst>
                              <p:par>
                                <p:cTn id="70" presetID="10" presetClass="entr" presetSubtype="0" fill="hold" grpId="0" nodeType="after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5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par>
                          <p:cTn id="83" fill="hold">
                            <p:stCondLst>
                              <p:cond delay="500"/>
                            </p:stCondLst>
                            <p:childTnLst>
                              <p:par>
                                <p:cTn id="84" presetID="10" presetClass="entr" presetSubtype="0" fill="hold" grpId="0"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childTnLst>
                          </p:cTn>
                        </p:par>
                        <p:par>
                          <p:cTn id="87" fill="hold">
                            <p:stCondLst>
                              <p:cond delay="1000"/>
                            </p:stCondLst>
                            <p:childTnLst>
                              <p:par>
                                <p:cTn id="88" presetID="10" presetClass="entr" presetSubtype="0"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500"/>
                                        <p:tgtEl>
                                          <p:spTgt spid="23"/>
                                        </p:tgtEl>
                                      </p:cBhvr>
                                    </p:animEffect>
                                  </p:childTnLst>
                                </p:cTn>
                              </p:par>
                            </p:childTnLst>
                          </p:cTn>
                        </p:par>
                        <p:par>
                          <p:cTn id="91" fill="hold">
                            <p:stCondLst>
                              <p:cond delay="1500"/>
                            </p:stCondLst>
                            <p:childTnLst>
                              <p:par>
                                <p:cTn id="92" presetID="10" presetClass="entr" presetSubtype="0"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childTnLst>
                          </p:cTn>
                        </p:par>
                      </p:childTnLst>
                    </p:cTn>
                  </p:par>
                  <p:par>
                    <p:cTn id="95" fill="hold">
                      <p:stCondLst>
                        <p:cond delay="indefinite"/>
                      </p:stCondLst>
                      <p:childTnLst>
                        <p:par>
                          <p:cTn id="96" fill="hold">
                            <p:stCondLst>
                              <p:cond delay="0"/>
                            </p:stCondLst>
                            <p:childTnLst>
                              <p:par>
                                <p:cTn id="97" presetID="63" presetClass="entr" presetSubtype="0" fill="hold" nodeType="clickEffect">
                                  <p:stCondLst>
                                    <p:cond delay="0"/>
                                  </p:stCondLst>
                                  <p:childTnLst>
                                    <p:set>
                                      <p:cBhvr>
                                        <p:cTn id="98" dur="1" fill="hold">
                                          <p:stCondLst>
                                            <p:cond delay="0"/>
                                          </p:stCondLst>
                                        </p:cTn>
                                        <p:tgtEl>
                                          <p:spTgt spid="59"/>
                                        </p:tgtEl>
                                        <p:attrNameLst>
                                          <p:attrName>style.visibility</p:attrName>
                                        </p:attrNameLst>
                                      </p:cBhvr>
                                      <p:to>
                                        <p:strVal val="visible"/>
                                      </p:to>
                                    </p:set>
                                    <p:anim calcmode="lin" valueType="num">
                                      <p:cBhvr>
                                        <p:cTn id="99" dur="2000" fill="hold"/>
                                        <p:tgtEl>
                                          <p:spTgt spid="59"/>
                                        </p:tgtEl>
                                        <p:attrNameLst>
                                          <p:attrName>drawProgress</p:attrName>
                                        </p:attrNameLst>
                                      </p:cBhvr>
                                      <p:tavLst>
                                        <p:tav tm="0">
                                          <p:val>
                                            <p:fltVal val="0"/>
                                          </p:val>
                                        </p:tav>
                                        <p:tav tm="100000">
                                          <p:val>
                                            <p:fltVal val="1"/>
                                          </p:val>
                                        </p:tav>
                                      </p:tavLst>
                                    </p:anim>
                                  </p:childTnLst>
                                </p:cTn>
                              </p:par>
                            </p:childTnLst>
                          </p:cTn>
                        </p:par>
                        <p:par>
                          <p:cTn id="100" fill="hold">
                            <p:stCondLst>
                              <p:cond delay="2000"/>
                            </p:stCondLst>
                            <p:childTnLst>
                              <p:par>
                                <p:cTn id="101" presetID="63" presetClass="entr" presetSubtype="0" fill="hold" nodeType="afterEffect">
                                  <p:stCondLst>
                                    <p:cond delay="0"/>
                                  </p:stCondLst>
                                  <p:childTnLst>
                                    <p:set>
                                      <p:cBhvr>
                                        <p:cTn id="102" dur="1" fill="hold">
                                          <p:stCondLst>
                                            <p:cond delay="0"/>
                                          </p:stCondLst>
                                        </p:cTn>
                                        <p:tgtEl>
                                          <p:spTgt spid="68"/>
                                        </p:tgtEl>
                                        <p:attrNameLst>
                                          <p:attrName>style.visibility</p:attrName>
                                        </p:attrNameLst>
                                      </p:cBhvr>
                                      <p:to>
                                        <p:strVal val="visible"/>
                                      </p:to>
                                    </p:set>
                                    <p:anim calcmode="lin" valueType="num">
                                      <p:cBhvr>
                                        <p:cTn id="103" dur="1000" fill="hold"/>
                                        <p:tgtEl>
                                          <p:spTgt spid="68"/>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p:bldP spid="14" grpId="0"/>
      <p:bldP spid="15" grpId="0"/>
      <p:bldP spid="17" grpId="0"/>
      <p:bldP spid="18" grpId="0"/>
      <p:bldP spid="19" grpId="0"/>
      <p:bldP spid="20" grpId="0"/>
      <p:bldP spid="2" grpId="0" animBg="1"/>
      <p:bldP spid="5" grpId="0" animBg="1"/>
      <p:bldP spid="6" grpId="0" animBg="1"/>
      <p:bldP spid="7" grpId="0" animBg="1"/>
      <p:bldP spid="8" grpId="0" animBg="1"/>
      <p:bldP spid="9" grpId="0" animBg="1"/>
      <p:bldP spid="10" grpId="0" animBg="1"/>
      <p:bldP spid="11" grpId="0" animBg="1"/>
      <p:bldP spid="16" grpId="0" animBg="1"/>
      <p:bldP spid="21" grpId="0" animBg="1"/>
      <p:bldP spid="22" grpId="0" animBg="1"/>
      <p:bldP spid="23"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DAEE-B846-73CF-48E8-BD6F2F9AFA9B}"/>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5650934F-2725-9FE4-5343-B9516C94424D}"/>
              </a:ext>
            </a:extLst>
          </p:cNvPr>
          <p:cNvSpPr>
            <a:spLocks noGrp="1"/>
          </p:cNvSpPr>
          <p:nvPr>
            <p:ph type="body" sz="quarter" idx="10"/>
          </p:nvPr>
        </p:nvSpPr>
        <p:spPr/>
        <p:txBody>
          <a:bodyPr/>
          <a:lstStyle/>
          <a:p>
            <a:r>
              <a:rPr lang="en-US" sz="6600" dirty="0"/>
              <a:t>qualitative data</a:t>
            </a:r>
            <a:endParaRPr lang="nl-NL" dirty="0"/>
          </a:p>
        </p:txBody>
      </p:sp>
    </p:spTree>
    <p:extLst>
      <p:ext uri="{BB962C8B-B14F-4D97-AF65-F5344CB8AC3E}">
        <p14:creationId xmlns:p14="http://schemas.microsoft.com/office/powerpoint/2010/main" val="2899688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91271-7B7F-C6D8-670F-F36823881C7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6E8B35AC-D598-CEF5-B490-09FEEE9DFD3E}"/>
              </a:ext>
            </a:extLst>
          </p:cNvPr>
          <p:cNvSpPr>
            <a:spLocks noGrp="1"/>
          </p:cNvSpPr>
          <p:nvPr>
            <p:ph type="title"/>
          </p:nvPr>
        </p:nvSpPr>
        <p:spPr>
          <a:xfrm>
            <a:off x="765558" y="2867789"/>
            <a:ext cx="10660884" cy="720000"/>
          </a:xfrm>
        </p:spPr>
        <p:txBody>
          <a:bodyPr/>
          <a:lstStyle/>
          <a:p>
            <a:r>
              <a:rPr lang="en-US" sz="8000" dirty="0">
                <a:latin typeface="Pacifico" panose="00000500000000000000" pitchFamily="2" charset="0"/>
              </a:rPr>
              <a:t>What is qualitative data ?</a:t>
            </a:r>
            <a:endParaRPr lang="nl-NL" sz="8000" dirty="0">
              <a:latin typeface="Pacifico" panose="00000500000000000000" pitchFamily="2" charset="0"/>
            </a:endParaRPr>
          </a:p>
        </p:txBody>
      </p:sp>
    </p:spTree>
    <p:extLst>
      <p:ext uri="{BB962C8B-B14F-4D97-AF65-F5344CB8AC3E}">
        <p14:creationId xmlns:p14="http://schemas.microsoft.com/office/powerpoint/2010/main" val="3872434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91271-7B7F-C6D8-670F-F36823881C7D}"/>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F104DB9-2EB2-ECF1-F9F2-F4D3ED19F2C2}"/>
              </a:ext>
            </a:extLst>
          </p:cNvPr>
          <p:cNvSpPr>
            <a:spLocks noGrp="1"/>
          </p:cNvSpPr>
          <p:nvPr>
            <p:ph type="body" sz="quarter" idx="13"/>
          </p:nvPr>
        </p:nvSpPr>
        <p:spPr>
          <a:xfrm>
            <a:off x="1017712" y="2215839"/>
            <a:ext cx="1837928" cy="720000"/>
          </a:xfrm>
        </p:spPr>
        <p:txBody>
          <a:bodyPr/>
          <a:lstStyle/>
          <a:p>
            <a:r>
              <a:rPr lang="en-US" sz="4000" dirty="0"/>
              <a:t>Form:</a:t>
            </a:r>
            <a:endParaRPr lang="nl-NL" sz="4000" dirty="0"/>
          </a:p>
        </p:txBody>
      </p:sp>
      <p:sp>
        <p:nvSpPr>
          <p:cNvPr id="3" name="Titel 2">
            <a:extLst>
              <a:ext uri="{FF2B5EF4-FFF2-40B4-BE49-F238E27FC236}">
                <a16:creationId xmlns:a16="http://schemas.microsoft.com/office/drawing/2014/main" id="{6E8B35AC-D598-CEF5-B490-09FEEE9DFD3E}"/>
              </a:ext>
            </a:extLst>
          </p:cNvPr>
          <p:cNvSpPr>
            <a:spLocks noGrp="1"/>
          </p:cNvSpPr>
          <p:nvPr>
            <p:ph type="title"/>
          </p:nvPr>
        </p:nvSpPr>
        <p:spPr/>
        <p:txBody>
          <a:bodyPr/>
          <a:lstStyle/>
          <a:p>
            <a:r>
              <a:rPr lang="en-US"/>
              <a:t>What is qualitative data?</a:t>
            </a:r>
            <a:endParaRPr lang="nl-NL"/>
          </a:p>
        </p:txBody>
      </p:sp>
      <p:sp>
        <p:nvSpPr>
          <p:cNvPr id="4" name="Tijdelijke aanduiding voor tekst 3">
            <a:extLst>
              <a:ext uri="{FF2B5EF4-FFF2-40B4-BE49-F238E27FC236}">
                <a16:creationId xmlns:a16="http://schemas.microsoft.com/office/drawing/2014/main" id="{3A13773B-7BD4-E383-5E5B-C97018524976}"/>
              </a:ext>
            </a:extLst>
          </p:cNvPr>
          <p:cNvSpPr>
            <a:spLocks noGrp="1"/>
          </p:cNvSpPr>
          <p:nvPr>
            <p:ph type="body" sz="quarter" idx="1002"/>
          </p:nvPr>
        </p:nvSpPr>
        <p:spPr/>
        <p:txBody>
          <a:bodyPr/>
          <a:lstStyle/>
          <a:p>
            <a:endParaRPr lang="nl-NL"/>
          </a:p>
        </p:txBody>
      </p:sp>
      <p:sp>
        <p:nvSpPr>
          <p:cNvPr id="5" name="Tijdelijke aanduiding voor tekst 1">
            <a:extLst>
              <a:ext uri="{FF2B5EF4-FFF2-40B4-BE49-F238E27FC236}">
                <a16:creationId xmlns:a16="http://schemas.microsoft.com/office/drawing/2014/main" id="{8BC0FD50-3A5C-8F59-776D-B2A2250DD985}"/>
              </a:ext>
            </a:extLst>
          </p:cNvPr>
          <p:cNvSpPr txBox="1">
            <a:spLocks/>
          </p:cNvSpPr>
          <p:nvPr/>
        </p:nvSpPr>
        <p:spPr bwMode="gray">
          <a:xfrm>
            <a:off x="1017712" y="3429000"/>
            <a:ext cx="2341984" cy="72000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a:t>Content:</a:t>
            </a:r>
            <a:endParaRPr lang="nl-NL" sz="4000"/>
          </a:p>
        </p:txBody>
      </p:sp>
      <p:sp>
        <p:nvSpPr>
          <p:cNvPr id="6" name="Tijdelijke aanduiding voor tekst 1">
            <a:extLst>
              <a:ext uri="{FF2B5EF4-FFF2-40B4-BE49-F238E27FC236}">
                <a16:creationId xmlns:a16="http://schemas.microsoft.com/office/drawing/2014/main" id="{0B92BA63-AF95-DFA1-8994-02FE62C1CC67}"/>
              </a:ext>
            </a:extLst>
          </p:cNvPr>
          <p:cNvSpPr txBox="1">
            <a:spLocks/>
          </p:cNvSpPr>
          <p:nvPr/>
        </p:nvSpPr>
        <p:spPr bwMode="gray">
          <a:xfrm>
            <a:off x="1013666" y="4642161"/>
            <a:ext cx="3354141" cy="72000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a:t>Perspective:</a:t>
            </a:r>
            <a:endParaRPr lang="nl-NL" sz="4000"/>
          </a:p>
        </p:txBody>
      </p:sp>
      <p:sp>
        <p:nvSpPr>
          <p:cNvPr id="7" name="Tijdelijke aanduiding voor tekst 1">
            <a:extLst>
              <a:ext uri="{FF2B5EF4-FFF2-40B4-BE49-F238E27FC236}">
                <a16:creationId xmlns:a16="http://schemas.microsoft.com/office/drawing/2014/main" id="{60AB6C3E-475A-46DE-F3C8-AC7001C6ED83}"/>
              </a:ext>
            </a:extLst>
          </p:cNvPr>
          <p:cNvSpPr txBox="1">
            <a:spLocks/>
          </p:cNvSpPr>
          <p:nvPr/>
        </p:nvSpPr>
        <p:spPr bwMode="gray">
          <a:xfrm>
            <a:off x="3359696" y="2144575"/>
            <a:ext cx="7344816" cy="99639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285750" lvl="0" indent="-285750">
              <a:buFont typeface="Wingdings" panose="05000000000000000000" pitchFamily="2" charset="2"/>
              <a:buChar char="v"/>
            </a:pPr>
            <a:r>
              <a:rPr lang="en-US" dirty="0"/>
              <a:t>Unstructured data describing qualities and characteristics</a:t>
            </a:r>
          </a:p>
          <a:p>
            <a:pPr marL="285750" lvl="0" indent="-285750">
              <a:buFont typeface="Wingdings" panose="05000000000000000000" pitchFamily="2" charset="2"/>
              <a:buChar char="v"/>
            </a:pPr>
            <a:r>
              <a:rPr lang="en-US" dirty="0"/>
              <a:t>Expressed in non-numerical, linguistic, textual or visual form</a:t>
            </a:r>
          </a:p>
          <a:p>
            <a:pPr marL="285750" lvl="0" indent="-285750">
              <a:buFont typeface="Wingdings" panose="05000000000000000000" pitchFamily="2" charset="2"/>
              <a:buChar char="v"/>
            </a:pPr>
            <a:r>
              <a:rPr lang="en-US" dirty="0"/>
              <a:t>Observations, interviews, documents, artifacts</a:t>
            </a:r>
            <a:endParaRPr lang="nl-NL" dirty="0"/>
          </a:p>
        </p:txBody>
      </p:sp>
      <p:sp>
        <p:nvSpPr>
          <p:cNvPr id="8" name="Tijdelijke aanduiding voor tekst 1">
            <a:extLst>
              <a:ext uri="{FF2B5EF4-FFF2-40B4-BE49-F238E27FC236}">
                <a16:creationId xmlns:a16="http://schemas.microsoft.com/office/drawing/2014/main" id="{6D4CE332-54DE-7038-64D5-3C41AAC55470}"/>
              </a:ext>
            </a:extLst>
          </p:cNvPr>
          <p:cNvSpPr txBox="1">
            <a:spLocks/>
          </p:cNvSpPr>
          <p:nvPr/>
        </p:nvSpPr>
        <p:spPr bwMode="gray">
          <a:xfrm>
            <a:off x="3935760" y="3307443"/>
            <a:ext cx="7632848" cy="99639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285750" lvl="0" indent="-285750">
              <a:buFont typeface="Wingdings" panose="05000000000000000000" pitchFamily="2" charset="2"/>
              <a:buChar char="v"/>
            </a:pPr>
            <a:r>
              <a:rPr lang="en-US" dirty="0"/>
              <a:t>Nuances about human experiences, </a:t>
            </a:r>
            <a:r>
              <a:rPr lang="en-US" dirty="0" err="1"/>
              <a:t>behaviours</a:t>
            </a:r>
            <a:r>
              <a:rPr lang="en-US" dirty="0"/>
              <a:t> and perceptions</a:t>
            </a:r>
          </a:p>
          <a:p>
            <a:pPr marL="285750" lvl="0" indent="-285750">
              <a:buFont typeface="Wingdings" panose="05000000000000000000" pitchFamily="2" charset="2"/>
              <a:buChar char="v"/>
            </a:pPr>
            <a:r>
              <a:rPr lang="nl-NL" dirty="0" err="1"/>
              <a:t>Capturing</a:t>
            </a:r>
            <a:r>
              <a:rPr lang="nl-NL" dirty="0"/>
              <a:t> </a:t>
            </a:r>
            <a:r>
              <a:rPr lang="nl-NL" dirty="0" err="1"/>
              <a:t>the</a:t>
            </a:r>
            <a:r>
              <a:rPr lang="nl-NL" dirty="0"/>
              <a:t> </a:t>
            </a:r>
            <a:r>
              <a:rPr lang="nl-NL" dirty="0" err="1"/>
              <a:t>lived</a:t>
            </a:r>
            <a:r>
              <a:rPr lang="nl-NL" dirty="0"/>
              <a:t> </a:t>
            </a:r>
            <a:r>
              <a:rPr lang="nl-NL" dirty="0" err="1"/>
              <a:t>experience</a:t>
            </a:r>
            <a:r>
              <a:rPr lang="nl-NL" dirty="0"/>
              <a:t> of </a:t>
            </a:r>
            <a:r>
              <a:rPr lang="nl-NL" dirty="0" err="1"/>
              <a:t>the</a:t>
            </a:r>
            <a:r>
              <a:rPr lang="nl-NL" dirty="0"/>
              <a:t> </a:t>
            </a:r>
            <a:r>
              <a:rPr lang="nl-NL" dirty="0" err="1"/>
              <a:t>individual</a:t>
            </a:r>
            <a:endParaRPr lang="nl-NL" dirty="0"/>
          </a:p>
          <a:p>
            <a:pPr marL="285750" lvl="0" indent="-285750">
              <a:buFont typeface="Wingdings" panose="05000000000000000000" pitchFamily="2" charset="2"/>
              <a:buChar char="v"/>
            </a:pPr>
            <a:r>
              <a:rPr lang="nl-NL" dirty="0" err="1"/>
              <a:t>Exploratory</a:t>
            </a:r>
            <a:r>
              <a:rPr lang="nl-NL" dirty="0"/>
              <a:t> research </a:t>
            </a:r>
            <a:r>
              <a:rPr lang="nl-NL" dirty="0" err="1"/>
              <a:t>finding</a:t>
            </a:r>
            <a:r>
              <a:rPr lang="nl-NL" dirty="0"/>
              <a:t> new </a:t>
            </a:r>
            <a:r>
              <a:rPr lang="nl-NL" dirty="0" err="1"/>
              <a:t>problems</a:t>
            </a:r>
            <a:r>
              <a:rPr lang="nl-NL" dirty="0"/>
              <a:t> </a:t>
            </a:r>
            <a:r>
              <a:rPr lang="nl-NL" dirty="0" err="1"/>
              <a:t>to</a:t>
            </a:r>
            <a:r>
              <a:rPr lang="nl-NL" dirty="0"/>
              <a:t> </a:t>
            </a:r>
            <a:r>
              <a:rPr lang="nl-NL" dirty="0" err="1"/>
              <a:t>be</a:t>
            </a:r>
            <a:r>
              <a:rPr lang="nl-NL" dirty="0"/>
              <a:t> </a:t>
            </a:r>
            <a:r>
              <a:rPr lang="nl-NL" dirty="0" err="1"/>
              <a:t>solved</a:t>
            </a:r>
            <a:endParaRPr lang="nl-NL" dirty="0"/>
          </a:p>
        </p:txBody>
      </p:sp>
      <p:sp>
        <p:nvSpPr>
          <p:cNvPr id="9" name="Tijdelijke aanduiding voor tekst 1">
            <a:extLst>
              <a:ext uri="{FF2B5EF4-FFF2-40B4-BE49-F238E27FC236}">
                <a16:creationId xmlns:a16="http://schemas.microsoft.com/office/drawing/2014/main" id="{6CAA9B65-46F7-9FD4-B2C4-0D4A2F521184}"/>
              </a:ext>
            </a:extLst>
          </p:cNvPr>
          <p:cNvSpPr txBox="1">
            <a:spLocks/>
          </p:cNvSpPr>
          <p:nvPr/>
        </p:nvSpPr>
        <p:spPr bwMode="gray">
          <a:xfrm>
            <a:off x="4871864" y="4559484"/>
            <a:ext cx="7632848" cy="99639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285750" lvl="0" indent="-285750">
              <a:buFont typeface="Wingdings" panose="05000000000000000000" pitchFamily="2" charset="2"/>
              <a:buChar char="v"/>
            </a:pPr>
            <a:r>
              <a:rPr lang="en-US" dirty="0"/>
              <a:t>Interpreting human phenomena unique to their context</a:t>
            </a:r>
          </a:p>
          <a:p>
            <a:pPr marL="285750" lvl="0" indent="-285750">
              <a:buFont typeface="Wingdings" panose="05000000000000000000" pitchFamily="2" charset="2"/>
              <a:buChar char="v"/>
            </a:pPr>
            <a:r>
              <a:rPr lang="en-US" dirty="0"/>
              <a:t>Subjectively created from participant-researcher experience</a:t>
            </a:r>
          </a:p>
          <a:p>
            <a:pPr marL="285750" lvl="0" indent="-285750">
              <a:buFont typeface="Wingdings" panose="05000000000000000000" pitchFamily="2" charset="2"/>
              <a:buChar char="v"/>
            </a:pPr>
            <a:r>
              <a:rPr lang="en-US" dirty="0"/>
              <a:t>Data that are linked to the context in which they are obtained</a:t>
            </a:r>
            <a:endParaRPr lang="nl-NL"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0" name="Inkt 9">
                <a:extLst>
                  <a:ext uri="{FF2B5EF4-FFF2-40B4-BE49-F238E27FC236}">
                    <a16:creationId xmlns:a16="http://schemas.microsoft.com/office/drawing/2014/main" id="{9B417132-0BA2-4791-0C47-B155B9DE69A8}"/>
                  </a:ext>
                </a:extLst>
              </p14:cNvPr>
              <p14:cNvContentPartPr/>
              <p14:nvPr/>
            </p14:nvContentPartPr>
            <p14:xfrm>
              <a:off x="1015135" y="2897682"/>
              <a:ext cx="1324800" cy="30240"/>
            </p14:xfrm>
          </p:contentPart>
        </mc:Choice>
        <mc:Fallback xmlns="">
          <p:pic>
            <p:nvPicPr>
              <p:cNvPr id="10" name="Inkt 9">
                <a:extLst>
                  <a:ext uri="{FF2B5EF4-FFF2-40B4-BE49-F238E27FC236}">
                    <a16:creationId xmlns:a16="http://schemas.microsoft.com/office/drawing/2014/main" id="{9B417132-0BA2-4791-0C47-B155B9DE69A8}"/>
                  </a:ext>
                </a:extLst>
              </p:cNvPr>
              <p:cNvPicPr/>
              <p:nvPr/>
            </p:nvPicPr>
            <p:blipFill>
              <a:blip r:embed="rId4"/>
              <a:stretch>
                <a:fillRect/>
              </a:stretch>
            </p:blipFill>
            <p:spPr>
              <a:xfrm>
                <a:off x="952135" y="2519682"/>
                <a:ext cx="1450440" cy="785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1" name="Inkt 10">
                <a:extLst>
                  <a:ext uri="{FF2B5EF4-FFF2-40B4-BE49-F238E27FC236}">
                    <a16:creationId xmlns:a16="http://schemas.microsoft.com/office/drawing/2014/main" id="{1C83252F-2FC5-AE89-DED4-6EE93E3B251D}"/>
                  </a:ext>
                </a:extLst>
              </p14:cNvPr>
              <p14:cNvContentPartPr/>
              <p14:nvPr/>
            </p14:nvContentPartPr>
            <p14:xfrm>
              <a:off x="1092175" y="4073082"/>
              <a:ext cx="2258280" cy="72720"/>
            </p14:xfrm>
          </p:contentPart>
        </mc:Choice>
        <mc:Fallback xmlns="">
          <p:pic>
            <p:nvPicPr>
              <p:cNvPr id="11" name="Inkt 10">
                <a:extLst>
                  <a:ext uri="{FF2B5EF4-FFF2-40B4-BE49-F238E27FC236}">
                    <a16:creationId xmlns:a16="http://schemas.microsoft.com/office/drawing/2014/main" id="{1C83252F-2FC5-AE89-DED4-6EE93E3B251D}"/>
                  </a:ext>
                </a:extLst>
              </p:cNvPr>
              <p:cNvPicPr/>
              <p:nvPr/>
            </p:nvPicPr>
            <p:blipFill>
              <a:blip r:embed="rId6"/>
              <a:stretch>
                <a:fillRect/>
              </a:stretch>
            </p:blipFill>
            <p:spPr>
              <a:xfrm>
                <a:off x="1029175" y="3696944"/>
                <a:ext cx="2383920" cy="824638"/>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4" name="Inkt 13">
                <a:extLst>
                  <a:ext uri="{FF2B5EF4-FFF2-40B4-BE49-F238E27FC236}">
                    <a16:creationId xmlns:a16="http://schemas.microsoft.com/office/drawing/2014/main" id="{4695D0D8-C997-0620-0EB0-34A8C3BA4F96}"/>
                  </a:ext>
                </a:extLst>
              </p14:cNvPr>
              <p14:cNvContentPartPr/>
              <p14:nvPr/>
            </p14:nvContentPartPr>
            <p14:xfrm>
              <a:off x="1086415" y="5265042"/>
              <a:ext cx="3224520" cy="109080"/>
            </p14:xfrm>
          </p:contentPart>
        </mc:Choice>
        <mc:Fallback xmlns="">
          <p:pic>
            <p:nvPicPr>
              <p:cNvPr id="14" name="Inkt 13">
                <a:extLst>
                  <a:ext uri="{FF2B5EF4-FFF2-40B4-BE49-F238E27FC236}">
                    <a16:creationId xmlns:a16="http://schemas.microsoft.com/office/drawing/2014/main" id="{4695D0D8-C997-0620-0EB0-34A8C3BA4F96}"/>
                  </a:ext>
                </a:extLst>
              </p:cNvPr>
              <p:cNvPicPr/>
              <p:nvPr/>
            </p:nvPicPr>
            <p:blipFill>
              <a:blip r:embed="rId8"/>
              <a:stretch>
                <a:fillRect/>
              </a:stretch>
            </p:blipFill>
            <p:spPr>
              <a:xfrm>
                <a:off x="1023415" y="4887042"/>
                <a:ext cx="3350160" cy="864720"/>
              </a:xfrm>
              <a:prstGeom prst="rect">
                <a:avLst/>
              </a:prstGeom>
            </p:spPr>
          </p:pic>
        </mc:Fallback>
      </mc:AlternateContent>
    </p:spTree>
    <p:extLst>
      <p:ext uri="{BB962C8B-B14F-4D97-AF65-F5344CB8AC3E}">
        <p14:creationId xmlns:p14="http://schemas.microsoft.com/office/powerpoint/2010/main" val="288268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63"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drawProgress</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63"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00" fill="hold"/>
                                        <p:tgtEl>
                                          <p:spTgt spid="11"/>
                                        </p:tgtEl>
                                        <p:attrNameLst>
                                          <p:attrName>drawProgress</p:attrName>
                                        </p:attrNameLst>
                                      </p:cBhvr>
                                      <p:tavLst>
                                        <p:tav tm="0">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63"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 fill="hold"/>
                                        <p:tgtEl>
                                          <p:spTgt spid="14"/>
                                        </p:tgtEl>
                                        <p:attrNameLst>
                                          <p:attrName>drawProgress</p:attrName>
                                        </p:attrNameLst>
                                      </p:cBhvr>
                                      <p:tavLst>
                                        <p:tav tm="0">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
                                            <p:txEl>
                                              <p:pRg st="0" end="0"/>
                                            </p:txEl>
                                          </p:spTgt>
                                        </p:tgtEl>
                                        <p:attrNameLst>
                                          <p:attrName>style.visibility</p:attrName>
                                        </p:attrNameLst>
                                      </p:cBhvr>
                                      <p:to>
                                        <p:strVal val="visible"/>
                                      </p:to>
                                    </p:set>
                                    <p:animEffect transition="in" filter="fade">
                                      <p:cBhvr>
                                        <p:cTn id="55" dur="500"/>
                                        <p:tgtEl>
                                          <p:spTgt spid="9">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
                                            <p:txEl>
                                              <p:pRg st="1" end="1"/>
                                            </p:txEl>
                                          </p:spTgt>
                                        </p:tgtEl>
                                        <p:attrNameLst>
                                          <p:attrName>style.visibility</p:attrName>
                                        </p:attrNameLst>
                                      </p:cBhvr>
                                      <p:to>
                                        <p:strVal val="visible"/>
                                      </p:to>
                                    </p:set>
                                    <p:animEffect transition="in" filter="fade">
                                      <p:cBhvr>
                                        <p:cTn id="60" dur="500"/>
                                        <p:tgtEl>
                                          <p:spTgt spid="9">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9">
                                            <p:txEl>
                                              <p:pRg st="2" end="2"/>
                                            </p:txEl>
                                          </p:spTgt>
                                        </p:tgtEl>
                                        <p:attrNameLst>
                                          <p:attrName>style.visibility</p:attrName>
                                        </p:attrNameLst>
                                      </p:cBhvr>
                                      <p:to>
                                        <p:strVal val="visible"/>
                                      </p:to>
                                    </p:set>
                                    <p:animEffect transition="in" filter="fade">
                                      <p:cBhvr>
                                        <p:cTn id="65"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E3725-F34F-3049-5042-9846EEC87F1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BFF5C1C-A39C-10F9-03EF-D1F52E857F63}"/>
              </a:ext>
            </a:extLst>
          </p:cNvPr>
          <p:cNvSpPr>
            <a:spLocks noGrp="1"/>
          </p:cNvSpPr>
          <p:nvPr>
            <p:ph type="title"/>
          </p:nvPr>
        </p:nvSpPr>
        <p:spPr/>
        <p:txBody>
          <a:bodyPr/>
          <a:lstStyle/>
          <a:p>
            <a:r>
              <a:rPr lang="en-US" dirty="0"/>
              <a:t>Why make qualitative data reusable?</a:t>
            </a:r>
            <a:endParaRPr lang="nl-NL" dirty="0"/>
          </a:p>
        </p:txBody>
      </p:sp>
      <p:sp>
        <p:nvSpPr>
          <p:cNvPr id="4" name="Tijdelijke aanduiding voor tekst 3">
            <a:extLst>
              <a:ext uri="{FF2B5EF4-FFF2-40B4-BE49-F238E27FC236}">
                <a16:creationId xmlns:a16="http://schemas.microsoft.com/office/drawing/2014/main" id="{A9569CA0-1740-2F05-DA6C-242863663721}"/>
              </a:ext>
            </a:extLst>
          </p:cNvPr>
          <p:cNvSpPr>
            <a:spLocks noGrp="1"/>
          </p:cNvSpPr>
          <p:nvPr>
            <p:ph type="body" sz="quarter" idx="1002"/>
          </p:nvPr>
        </p:nvSpPr>
        <p:spPr/>
        <p:txBody>
          <a:bodyPr/>
          <a:lstStyle/>
          <a:p>
            <a:endParaRPr lang="nl-NL"/>
          </a:p>
        </p:txBody>
      </p:sp>
      <p:pic>
        <p:nvPicPr>
          <p:cNvPr id="16" name="Afbeelding 15">
            <a:extLst>
              <a:ext uri="{FF2B5EF4-FFF2-40B4-BE49-F238E27FC236}">
                <a16:creationId xmlns:a16="http://schemas.microsoft.com/office/drawing/2014/main" id="{E01DE32A-16DB-2F5A-C513-7AF2095550A5}"/>
              </a:ext>
            </a:extLst>
          </p:cNvPr>
          <p:cNvPicPr>
            <a:picLocks noChangeAspect="1"/>
          </p:cNvPicPr>
          <p:nvPr/>
        </p:nvPicPr>
        <p:blipFill rotWithShape="1">
          <a:blip r:embed="rId3"/>
          <a:srcRect l="18107" t="21651" r="18107" b="21650"/>
          <a:stretch/>
        </p:blipFill>
        <p:spPr>
          <a:xfrm rot="20381893">
            <a:off x="-77826" y="1841938"/>
            <a:ext cx="5779988" cy="2889995"/>
          </a:xfrm>
          <a:prstGeom prst="rect">
            <a:avLst/>
          </a:prstGeom>
        </p:spPr>
      </p:pic>
      <p:pic>
        <p:nvPicPr>
          <p:cNvPr id="18" name="Afbeelding 17" descr="Afbeelding met tekst, Lettertype, Graphics, visitekaartje&#10;&#10;Automatisch gegenereerde beschrijving">
            <a:extLst>
              <a:ext uri="{FF2B5EF4-FFF2-40B4-BE49-F238E27FC236}">
                <a16:creationId xmlns:a16="http://schemas.microsoft.com/office/drawing/2014/main" id="{F1814FB4-9F4C-824D-5AE7-91693FF89395}"/>
              </a:ext>
            </a:extLst>
          </p:cNvPr>
          <p:cNvPicPr>
            <a:picLocks noChangeAspect="1"/>
          </p:cNvPicPr>
          <p:nvPr/>
        </p:nvPicPr>
        <p:blipFill rotWithShape="1">
          <a:blip r:embed="rId4"/>
          <a:srcRect l="16925" t="25045" r="16056" b="27951"/>
          <a:stretch/>
        </p:blipFill>
        <p:spPr>
          <a:xfrm>
            <a:off x="2441832" y="3861048"/>
            <a:ext cx="6764360" cy="2668662"/>
          </a:xfrm>
          <a:prstGeom prst="rect">
            <a:avLst/>
          </a:prstGeom>
        </p:spPr>
      </p:pic>
      <p:pic>
        <p:nvPicPr>
          <p:cNvPr id="20" name="Afbeelding 19" descr="Afbeelding met tekst, Lettertype, Graphics, schermopname&#10;&#10;Automatisch gegenereerde beschrijving">
            <a:extLst>
              <a:ext uri="{FF2B5EF4-FFF2-40B4-BE49-F238E27FC236}">
                <a16:creationId xmlns:a16="http://schemas.microsoft.com/office/drawing/2014/main" id="{0E280609-3CA6-DCD9-6AE9-1AF22B600605}"/>
              </a:ext>
            </a:extLst>
          </p:cNvPr>
          <p:cNvPicPr>
            <a:picLocks noChangeAspect="1"/>
          </p:cNvPicPr>
          <p:nvPr/>
        </p:nvPicPr>
        <p:blipFill rotWithShape="1">
          <a:blip r:embed="rId5"/>
          <a:srcRect l="4522" t="18241" r="3341" b="19551"/>
          <a:stretch/>
        </p:blipFill>
        <p:spPr>
          <a:xfrm rot="1154017">
            <a:off x="6378218" y="2100187"/>
            <a:ext cx="6067155" cy="2304257"/>
          </a:xfrm>
          <a:prstGeom prst="rect">
            <a:avLst/>
          </a:prstGeom>
        </p:spPr>
      </p:pic>
    </p:spTree>
    <p:extLst>
      <p:ext uri="{BB962C8B-B14F-4D97-AF65-F5344CB8AC3E}">
        <p14:creationId xmlns:p14="http://schemas.microsoft.com/office/powerpoint/2010/main" val="387739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DD11565-1D12-D299-0C05-4B757459142B}"/>
              </a:ext>
            </a:extLst>
          </p:cNvPr>
          <p:cNvSpPr>
            <a:spLocks noGrp="1"/>
          </p:cNvSpPr>
          <p:nvPr>
            <p:ph type="title"/>
          </p:nvPr>
        </p:nvSpPr>
        <p:spPr/>
        <p:txBody>
          <a:bodyPr/>
          <a:lstStyle/>
          <a:p>
            <a:r>
              <a:rPr lang="en-US" dirty="0"/>
              <a:t>What are the challenges?</a:t>
            </a:r>
            <a:endParaRPr lang="nl-NL" dirty="0"/>
          </a:p>
        </p:txBody>
      </p:sp>
      <p:sp>
        <p:nvSpPr>
          <p:cNvPr id="4" name="Tijdelijke aanduiding voor tekst 3">
            <a:extLst>
              <a:ext uri="{FF2B5EF4-FFF2-40B4-BE49-F238E27FC236}">
                <a16:creationId xmlns:a16="http://schemas.microsoft.com/office/drawing/2014/main" id="{50B671CE-2013-8FB7-7482-E06F730A12A1}"/>
              </a:ext>
            </a:extLst>
          </p:cNvPr>
          <p:cNvSpPr>
            <a:spLocks noGrp="1"/>
          </p:cNvSpPr>
          <p:nvPr>
            <p:ph type="body" sz="quarter" idx="1002"/>
          </p:nvPr>
        </p:nvSpPr>
        <p:spPr/>
        <p:txBody>
          <a:bodyPr/>
          <a:lstStyle/>
          <a:p>
            <a:endParaRPr lang="nl-NL"/>
          </a:p>
        </p:txBody>
      </p:sp>
      <p:pic>
        <p:nvPicPr>
          <p:cNvPr id="7" name="Afbeelding 6" descr="Afbeelding met tekst, Lettertype, Graphics, grafische vormgeving&#10;&#10;Automatisch gegenereerde beschrijving">
            <a:extLst>
              <a:ext uri="{FF2B5EF4-FFF2-40B4-BE49-F238E27FC236}">
                <a16:creationId xmlns:a16="http://schemas.microsoft.com/office/drawing/2014/main" id="{6B842BFD-E807-7F7A-03B0-B9A7E7A226E9}"/>
              </a:ext>
            </a:extLst>
          </p:cNvPr>
          <p:cNvPicPr>
            <a:picLocks noChangeAspect="1"/>
          </p:cNvPicPr>
          <p:nvPr/>
        </p:nvPicPr>
        <p:blipFill rotWithShape="1">
          <a:blip r:embed="rId3"/>
          <a:srcRect l="7476" t="24573" r="7365" b="22701"/>
          <a:stretch/>
        </p:blipFill>
        <p:spPr>
          <a:xfrm rot="861098">
            <a:off x="68122" y="4364995"/>
            <a:ext cx="5980206" cy="2082718"/>
          </a:xfrm>
          <a:prstGeom prst="rect">
            <a:avLst/>
          </a:prstGeom>
        </p:spPr>
      </p:pic>
      <p:pic>
        <p:nvPicPr>
          <p:cNvPr id="8" name="Afbeelding 7" descr="Afbeelding met tekst, Lettertype, visitekaartje, Graphics&#10;&#10;Automatisch gegenereerde beschrijving">
            <a:extLst>
              <a:ext uri="{FF2B5EF4-FFF2-40B4-BE49-F238E27FC236}">
                <a16:creationId xmlns:a16="http://schemas.microsoft.com/office/drawing/2014/main" id="{94FA6A20-C2A6-809C-140E-2A8E3D9510A6}"/>
              </a:ext>
            </a:extLst>
          </p:cNvPr>
          <p:cNvPicPr>
            <a:picLocks noChangeAspect="1"/>
          </p:cNvPicPr>
          <p:nvPr/>
        </p:nvPicPr>
        <p:blipFill rotWithShape="1">
          <a:blip r:embed="rId4"/>
          <a:srcRect l="4092" t="24773" r="4953" b="24600"/>
          <a:stretch/>
        </p:blipFill>
        <p:spPr>
          <a:xfrm>
            <a:off x="2343785" y="1628800"/>
            <a:ext cx="7738709" cy="2422918"/>
          </a:xfrm>
          <a:prstGeom prst="rect">
            <a:avLst/>
          </a:prstGeom>
        </p:spPr>
      </p:pic>
      <p:pic>
        <p:nvPicPr>
          <p:cNvPr id="9" name="Afbeelding 8" descr="Afbeelding met tekst, Lettertype, schermopname, Graphics&#10;&#10;Automatisch gegenereerde beschrijving">
            <a:extLst>
              <a:ext uri="{FF2B5EF4-FFF2-40B4-BE49-F238E27FC236}">
                <a16:creationId xmlns:a16="http://schemas.microsoft.com/office/drawing/2014/main" id="{995B909E-FDA2-6C9B-22A3-699F7B4A1804}"/>
              </a:ext>
            </a:extLst>
          </p:cNvPr>
          <p:cNvPicPr>
            <a:picLocks noChangeAspect="1"/>
          </p:cNvPicPr>
          <p:nvPr/>
        </p:nvPicPr>
        <p:blipFill rotWithShape="1">
          <a:blip r:embed="rId5"/>
          <a:srcRect l="8066" t="24080" r="8066" b="21650"/>
          <a:stretch/>
        </p:blipFill>
        <p:spPr>
          <a:xfrm rot="20481326">
            <a:off x="6149769" y="4132299"/>
            <a:ext cx="6191913" cy="2253768"/>
          </a:xfrm>
          <a:prstGeom prst="rect">
            <a:avLst/>
          </a:prstGeom>
        </p:spPr>
      </p:pic>
    </p:spTree>
    <p:extLst>
      <p:ext uri="{BB962C8B-B14F-4D97-AF65-F5344CB8AC3E}">
        <p14:creationId xmlns:p14="http://schemas.microsoft.com/office/powerpoint/2010/main" val="314802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553D6AC-28FA-2F5C-3ECF-2A7339959549}"/>
              </a:ext>
            </a:extLst>
          </p:cNvPr>
          <p:cNvSpPr>
            <a:spLocks noGrp="1"/>
          </p:cNvSpPr>
          <p:nvPr>
            <p:ph type="body" sz="quarter" idx="13"/>
          </p:nvPr>
        </p:nvSpPr>
        <p:spPr/>
        <p:txBody>
          <a:bodyPr/>
          <a:lstStyle/>
          <a:p>
            <a:pPr marL="285750" indent="-285750">
              <a:buFont typeface="Wingdings" panose="05000000000000000000" pitchFamily="2" charset="2"/>
              <a:buChar char="v"/>
            </a:pPr>
            <a:r>
              <a:rPr lang="en-US" dirty="0"/>
              <a:t>Data sharing creates tensions with Indigenous efforts to assert greater control over data</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nl-NL" dirty="0"/>
              <a:t>CARE </a:t>
            </a:r>
            <a:r>
              <a:rPr lang="nl-NL" dirty="0" err="1"/>
              <a:t>principles</a:t>
            </a:r>
            <a:r>
              <a:rPr lang="nl-NL" dirty="0"/>
              <a:t> focus on </a:t>
            </a:r>
            <a:r>
              <a:rPr lang="nl-NL" u="sng" dirty="0" err="1"/>
              <a:t>people</a:t>
            </a:r>
            <a:r>
              <a:rPr lang="nl-NL" dirty="0"/>
              <a:t> and </a:t>
            </a:r>
            <a:r>
              <a:rPr lang="nl-NL" u="sng" dirty="0" err="1"/>
              <a:t>purpose</a:t>
            </a:r>
            <a:r>
              <a:rPr lang="nl-NL" dirty="0"/>
              <a:t>, </a:t>
            </a:r>
            <a:r>
              <a:rPr lang="nl-NL" dirty="0" err="1"/>
              <a:t>where</a:t>
            </a:r>
            <a:r>
              <a:rPr lang="nl-NL" dirty="0"/>
              <a:t> FAIR </a:t>
            </a:r>
            <a:r>
              <a:rPr lang="nl-NL" dirty="0" err="1"/>
              <a:t>focuses</a:t>
            </a:r>
            <a:r>
              <a:rPr lang="nl-NL" dirty="0"/>
              <a:t> on </a:t>
            </a:r>
            <a:r>
              <a:rPr lang="nl-NL" u="sng" dirty="0"/>
              <a:t>data</a:t>
            </a:r>
          </a:p>
          <a:p>
            <a:pPr marL="285750" indent="-285750">
              <a:buFont typeface="Wingdings" panose="05000000000000000000" pitchFamily="2" charset="2"/>
              <a:buChar char="v"/>
            </a:pPr>
            <a:endParaRPr lang="nl-NL" u="sng" dirty="0"/>
          </a:p>
          <a:p>
            <a:pPr marL="285750" indent="-285750">
              <a:buFont typeface="Wingdings" panose="05000000000000000000" pitchFamily="2" charset="2"/>
              <a:buChar char="v"/>
            </a:pPr>
            <a:endParaRPr lang="nl-NL" u="sng" dirty="0"/>
          </a:p>
        </p:txBody>
      </p:sp>
      <p:sp>
        <p:nvSpPr>
          <p:cNvPr id="3" name="Titel 2">
            <a:extLst>
              <a:ext uri="{FF2B5EF4-FFF2-40B4-BE49-F238E27FC236}">
                <a16:creationId xmlns:a16="http://schemas.microsoft.com/office/drawing/2014/main" id="{020E89D4-240E-0825-CE45-10CBC244BC11}"/>
              </a:ext>
            </a:extLst>
          </p:cNvPr>
          <p:cNvSpPr>
            <a:spLocks noGrp="1"/>
          </p:cNvSpPr>
          <p:nvPr>
            <p:ph type="title"/>
          </p:nvPr>
        </p:nvSpPr>
        <p:spPr/>
        <p:txBody>
          <a:bodyPr/>
          <a:lstStyle/>
          <a:p>
            <a:r>
              <a:rPr lang="en-US" dirty="0"/>
              <a:t>CARE principles</a:t>
            </a:r>
            <a:endParaRPr lang="nl-NL" dirty="0"/>
          </a:p>
        </p:txBody>
      </p:sp>
      <p:sp>
        <p:nvSpPr>
          <p:cNvPr id="4" name="Tijdelijke aanduiding voor tekst 3">
            <a:extLst>
              <a:ext uri="{FF2B5EF4-FFF2-40B4-BE49-F238E27FC236}">
                <a16:creationId xmlns:a16="http://schemas.microsoft.com/office/drawing/2014/main" id="{6F20BF13-5531-B2E9-7D98-41FAEA124033}"/>
              </a:ext>
            </a:extLst>
          </p:cNvPr>
          <p:cNvSpPr>
            <a:spLocks noGrp="1"/>
          </p:cNvSpPr>
          <p:nvPr>
            <p:ph type="body" sz="quarter" idx="1002"/>
          </p:nvPr>
        </p:nvSpPr>
        <p:spPr/>
        <p:txBody>
          <a:bodyPr/>
          <a:lstStyle/>
          <a:p>
            <a:endParaRPr lang="nl-NL"/>
          </a:p>
        </p:txBody>
      </p:sp>
      <p:sp>
        <p:nvSpPr>
          <p:cNvPr id="31" name="Tijdelijke aanduiding voor tekst 1">
            <a:extLst>
              <a:ext uri="{FF2B5EF4-FFF2-40B4-BE49-F238E27FC236}">
                <a16:creationId xmlns:a16="http://schemas.microsoft.com/office/drawing/2014/main" id="{C9BAF04E-E286-3D7F-B6C1-5146277A5048}"/>
              </a:ext>
            </a:extLst>
          </p:cNvPr>
          <p:cNvSpPr txBox="1">
            <a:spLocks/>
          </p:cNvSpPr>
          <p:nvPr/>
        </p:nvSpPr>
        <p:spPr bwMode="gray">
          <a:xfrm>
            <a:off x="1286862" y="3327841"/>
            <a:ext cx="3157676" cy="48978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u="sng" dirty="0">
                <a:solidFill>
                  <a:srgbClr val="FF0000"/>
                </a:solidFill>
                <a:latin typeface="Pacifico" panose="00000500000000000000" pitchFamily="2" charset="0"/>
              </a:rPr>
              <a:t>C</a:t>
            </a:r>
            <a:r>
              <a:rPr lang="en-US" sz="3200" dirty="0">
                <a:solidFill>
                  <a:srgbClr val="FF0000"/>
                </a:solidFill>
                <a:latin typeface="Pacifico" panose="00000500000000000000" pitchFamily="2" charset="0"/>
              </a:rPr>
              <a:t>ollective benefit</a:t>
            </a:r>
            <a:endParaRPr lang="nl-NL" sz="3200" dirty="0">
              <a:solidFill>
                <a:srgbClr val="FF0000"/>
              </a:solidFill>
              <a:latin typeface="Pacifico" panose="00000500000000000000" pitchFamily="2" charset="0"/>
            </a:endParaRPr>
          </a:p>
        </p:txBody>
      </p:sp>
      <p:sp>
        <p:nvSpPr>
          <p:cNvPr id="32" name="Tijdelijke aanduiding voor tekst 1">
            <a:extLst>
              <a:ext uri="{FF2B5EF4-FFF2-40B4-BE49-F238E27FC236}">
                <a16:creationId xmlns:a16="http://schemas.microsoft.com/office/drawing/2014/main" id="{65D6B829-1C40-8B50-5F86-F7D028A62648}"/>
              </a:ext>
            </a:extLst>
          </p:cNvPr>
          <p:cNvSpPr txBox="1">
            <a:spLocks/>
          </p:cNvSpPr>
          <p:nvPr/>
        </p:nvSpPr>
        <p:spPr bwMode="gray">
          <a:xfrm>
            <a:off x="1286862" y="4113519"/>
            <a:ext cx="3645356" cy="48978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u="sng" dirty="0">
                <a:solidFill>
                  <a:srgbClr val="FF0000"/>
                </a:solidFill>
                <a:latin typeface="Pacifico" panose="00000500000000000000" pitchFamily="2" charset="0"/>
              </a:rPr>
              <a:t>A</a:t>
            </a:r>
            <a:r>
              <a:rPr lang="en-US" sz="3200" dirty="0">
                <a:solidFill>
                  <a:srgbClr val="FF0000"/>
                </a:solidFill>
                <a:latin typeface="Pacifico" panose="00000500000000000000" pitchFamily="2" charset="0"/>
              </a:rPr>
              <a:t>uthority to control</a:t>
            </a:r>
            <a:endParaRPr lang="nl-NL" sz="3200" dirty="0">
              <a:solidFill>
                <a:srgbClr val="FF0000"/>
              </a:solidFill>
              <a:latin typeface="Pacifico" panose="00000500000000000000" pitchFamily="2" charset="0"/>
            </a:endParaRPr>
          </a:p>
        </p:txBody>
      </p:sp>
      <p:sp>
        <p:nvSpPr>
          <p:cNvPr id="33" name="Tijdelijke aanduiding voor tekst 1">
            <a:extLst>
              <a:ext uri="{FF2B5EF4-FFF2-40B4-BE49-F238E27FC236}">
                <a16:creationId xmlns:a16="http://schemas.microsoft.com/office/drawing/2014/main" id="{14846D64-C8F0-86E8-5C37-79DB708F6AB9}"/>
              </a:ext>
            </a:extLst>
          </p:cNvPr>
          <p:cNvSpPr txBox="1">
            <a:spLocks/>
          </p:cNvSpPr>
          <p:nvPr/>
        </p:nvSpPr>
        <p:spPr bwMode="gray">
          <a:xfrm>
            <a:off x="1286862" y="4899197"/>
            <a:ext cx="3645356" cy="48978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u="sng" dirty="0">
                <a:solidFill>
                  <a:srgbClr val="FF0000"/>
                </a:solidFill>
                <a:latin typeface="Pacifico" panose="00000500000000000000" pitchFamily="2" charset="0"/>
              </a:rPr>
              <a:t>R</a:t>
            </a:r>
            <a:r>
              <a:rPr lang="en-US" sz="3200" dirty="0">
                <a:solidFill>
                  <a:srgbClr val="FF0000"/>
                </a:solidFill>
                <a:latin typeface="Pacifico" panose="00000500000000000000" pitchFamily="2" charset="0"/>
              </a:rPr>
              <a:t>esponsibility</a:t>
            </a:r>
            <a:endParaRPr lang="nl-NL" sz="3200" dirty="0">
              <a:solidFill>
                <a:srgbClr val="FF0000"/>
              </a:solidFill>
              <a:latin typeface="Pacifico" panose="00000500000000000000" pitchFamily="2" charset="0"/>
            </a:endParaRPr>
          </a:p>
        </p:txBody>
      </p:sp>
      <p:sp>
        <p:nvSpPr>
          <p:cNvPr id="34" name="Tijdelijke aanduiding voor tekst 1">
            <a:extLst>
              <a:ext uri="{FF2B5EF4-FFF2-40B4-BE49-F238E27FC236}">
                <a16:creationId xmlns:a16="http://schemas.microsoft.com/office/drawing/2014/main" id="{CC6944BB-3DE0-D2B3-48AB-A78FABC7CCAC}"/>
              </a:ext>
            </a:extLst>
          </p:cNvPr>
          <p:cNvSpPr txBox="1">
            <a:spLocks/>
          </p:cNvSpPr>
          <p:nvPr/>
        </p:nvSpPr>
        <p:spPr bwMode="gray">
          <a:xfrm>
            <a:off x="1286862" y="5715306"/>
            <a:ext cx="1339960" cy="48978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u="sng" dirty="0">
                <a:solidFill>
                  <a:srgbClr val="FF0000"/>
                </a:solidFill>
                <a:latin typeface="Pacifico" panose="00000500000000000000" pitchFamily="2" charset="0"/>
              </a:rPr>
              <a:t>E</a:t>
            </a:r>
            <a:r>
              <a:rPr lang="en-US" sz="3200" dirty="0">
                <a:solidFill>
                  <a:srgbClr val="FF0000"/>
                </a:solidFill>
                <a:latin typeface="Pacifico" panose="00000500000000000000" pitchFamily="2" charset="0"/>
              </a:rPr>
              <a:t>thics</a:t>
            </a:r>
            <a:endParaRPr lang="nl-NL" sz="3200" dirty="0">
              <a:solidFill>
                <a:srgbClr val="FF0000"/>
              </a:solidFill>
              <a:latin typeface="Pacifico" panose="00000500000000000000" pitchFamily="2" charset="0"/>
            </a:endParaRPr>
          </a:p>
        </p:txBody>
      </p:sp>
      <p:sp>
        <p:nvSpPr>
          <p:cNvPr id="35" name="Tijdelijke aanduiding voor tekst 1">
            <a:extLst>
              <a:ext uri="{FF2B5EF4-FFF2-40B4-BE49-F238E27FC236}">
                <a16:creationId xmlns:a16="http://schemas.microsoft.com/office/drawing/2014/main" id="{393FD406-5E42-322F-D08E-5CAF9E69A47D}"/>
              </a:ext>
            </a:extLst>
          </p:cNvPr>
          <p:cNvSpPr txBox="1">
            <a:spLocks/>
          </p:cNvSpPr>
          <p:nvPr/>
        </p:nvSpPr>
        <p:spPr bwMode="gray">
          <a:xfrm>
            <a:off x="4932217" y="3413922"/>
            <a:ext cx="5798535" cy="29641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dirty="0"/>
              <a:t>Data should also benefit (Indigenous) communities</a:t>
            </a:r>
            <a:endParaRPr lang="nl-NL" dirty="0"/>
          </a:p>
        </p:txBody>
      </p:sp>
      <p:sp>
        <p:nvSpPr>
          <p:cNvPr id="36" name="Tijdelijke aanduiding voor tekst 1">
            <a:extLst>
              <a:ext uri="{FF2B5EF4-FFF2-40B4-BE49-F238E27FC236}">
                <a16:creationId xmlns:a16="http://schemas.microsoft.com/office/drawing/2014/main" id="{524DDE8A-C6A7-BB0D-D6F5-59956D887882}"/>
              </a:ext>
            </a:extLst>
          </p:cNvPr>
          <p:cNvSpPr txBox="1">
            <a:spLocks/>
          </p:cNvSpPr>
          <p:nvPr/>
        </p:nvSpPr>
        <p:spPr bwMode="gray">
          <a:xfrm>
            <a:off x="4932218" y="4205635"/>
            <a:ext cx="5657408" cy="317623"/>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dirty="0"/>
              <a:t>Informed consent, access to data and governance</a:t>
            </a:r>
            <a:endParaRPr lang="nl-NL" dirty="0"/>
          </a:p>
        </p:txBody>
      </p:sp>
      <p:sp>
        <p:nvSpPr>
          <p:cNvPr id="37" name="Tijdelijke aanduiding voor tekst 1">
            <a:extLst>
              <a:ext uri="{FF2B5EF4-FFF2-40B4-BE49-F238E27FC236}">
                <a16:creationId xmlns:a16="http://schemas.microsoft.com/office/drawing/2014/main" id="{FBFE1C16-12BE-65EC-4B85-4322806EA457}"/>
              </a:ext>
            </a:extLst>
          </p:cNvPr>
          <p:cNvSpPr txBox="1">
            <a:spLocks/>
          </p:cNvSpPr>
          <p:nvPr/>
        </p:nvSpPr>
        <p:spPr bwMode="gray">
          <a:xfrm>
            <a:off x="4932218" y="4988459"/>
            <a:ext cx="6427722" cy="317623"/>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dirty="0"/>
              <a:t>Data practices should respect and support communities</a:t>
            </a:r>
            <a:endParaRPr lang="nl-NL" dirty="0"/>
          </a:p>
        </p:txBody>
      </p:sp>
      <p:sp>
        <p:nvSpPr>
          <p:cNvPr id="38" name="Tijdelijke aanduiding voor tekst 1">
            <a:extLst>
              <a:ext uri="{FF2B5EF4-FFF2-40B4-BE49-F238E27FC236}">
                <a16:creationId xmlns:a16="http://schemas.microsoft.com/office/drawing/2014/main" id="{C28D2098-7925-0906-0619-76AED991C7DD}"/>
              </a:ext>
            </a:extLst>
          </p:cNvPr>
          <p:cNvSpPr txBox="1">
            <a:spLocks/>
          </p:cNvSpPr>
          <p:nvPr/>
        </p:nvSpPr>
        <p:spPr bwMode="gray">
          <a:xfrm>
            <a:off x="4932218" y="5801386"/>
            <a:ext cx="6776856" cy="317623"/>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dirty="0"/>
              <a:t>Data practices should </a:t>
            </a:r>
            <a:r>
              <a:rPr lang="en-US" dirty="0" err="1"/>
              <a:t>minimise</a:t>
            </a:r>
            <a:r>
              <a:rPr lang="en-US" dirty="0"/>
              <a:t> harm and </a:t>
            </a:r>
            <a:r>
              <a:rPr lang="en-US" dirty="0" err="1"/>
              <a:t>maximise</a:t>
            </a:r>
            <a:r>
              <a:rPr lang="en-US" dirty="0"/>
              <a:t> benefit</a:t>
            </a:r>
            <a:endParaRPr lang="nl-NL" dirty="0"/>
          </a:p>
        </p:txBody>
      </p:sp>
    </p:spTree>
    <p:extLst>
      <p:ext uri="{BB962C8B-B14F-4D97-AF65-F5344CB8AC3E}">
        <p14:creationId xmlns:p14="http://schemas.microsoft.com/office/powerpoint/2010/main" val="299449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7" grpId="0"/>
      <p:bldP spid="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2A94-881B-01AB-DC45-8892C375D823}"/>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7F6532C5-4244-8486-3A13-257AB1CD0606}"/>
              </a:ext>
            </a:extLst>
          </p:cNvPr>
          <p:cNvSpPr>
            <a:spLocks noGrp="1"/>
          </p:cNvSpPr>
          <p:nvPr>
            <p:ph type="body" sz="quarter" idx="10"/>
          </p:nvPr>
        </p:nvSpPr>
        <p:spPr>
          <a:xfrm>
            <a:off x="876000" y="2988164"/>
            <a:ext cx="10440000" cy="1028024"/>
          </a:xfrm>
        </p:spPr>
        <p:txBody>
          <a:bodyPr/>
          <a:lstStyle/>
          <a:p>
            <a:r>
              <a:rPr lang="nl-NL" sz="7200" dirty="0"/>
              <a:t>Shared </a:t>
            </a:r>
            <a:r>
              <a:rPr lang="nl-NL" sz="7200" dirty="0" err="1"/>
              <a:t>challenges</a:t>
            </a:r>
            <a:endParaRPr lang="nl-NL" sz="7200" dirty="0"/>
          </a:p>
        </p:txBody>
      </p:sp>
    </p:spTree>
    <p:extLst>
      <p:ext uri="{BB962C8B-B14F-4D97-AF65-F5344CB8AC3E}">
        <p14:creationId xmlns:p14="http://schemas.microsoft.com/office/powerpoint/2010/main" val="285995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21DF7C54-C2A6-6C31-07E1-8177D2095EFC}"/>
              </a:ext>
            </a:extLst>
          </p:cNvPr>
          <p:cNvSpPr>
            <a:spLocks noGrp="1"/>
          </p:cNvSpPr>
          <p:nvPr>
            <p:ph type="body" sz="quarter" idx="10"/>
          </p:nvPr>
        </p:nvSpPr>
        <p:spPr/>
        <p:txBody>
          <a:bodyPr/>
          <a:lstStyle/>
          <a:p>
            <a:r>
              <a:rPr lang="en-US"/>
              <a:t>Research planning</a:t>
            </a:r>
            <a:endParaRPr lang="nl-NL"/>
          </a:p>
        </p:txBody>
      </p:sp>
    </p:spTree>
    <p:extLst>
      <p:ext uri="{BB962C8B-B14F-4D97-AF65-F5344CB8AC3E}">
        <p14:creationId xmlns:p14="http://schemas.microsoft.com/office/powerpoint/2010/main" val="384944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305BE1B-A33F-21E2-8ACA-ABADD73F49EC}"/>
              </a:ext>
            </a:extLst>
          </p:cNvPr>
          <p:cNvSpPr>
            <a:spLocks noGrp="1"/>
          </p:cNvSpPr>
          <p:nvPr>
            <p:ph type="body" sz="quarter" idx="13"/>
          </p:nvPr>
        </p:nvSpPr>
        <p:spPr/>
        <p:txBody>
          <a:bodyPr/>
          <a:lstStyle/>
          <a:p>
            <a:pPr algn="ctr"/>
            <a:r>
              <a:rPr lang="en-US" sz="2800" dirty="0"/>
              <a:t>How can FAIR be implemented as early as possible in the data production process? </a:t>
            </a:r>
          </a:p>
          <a:p>
            <a:pPr marL="285750" indent="-285750">
              <a:buFont typeface="Wingdings" panose="05000000000000000000" pitchFamily="2" charset="2"/>
              <a:buChar char="v"/>
            </a:pPr>
            <a:endParaRPr lang="en-US" dirty="0"/>
          </a:p>
          <a:p>
            <a:endParaRPr lang="nl-NL" dirty="0"/>
          </a:p>
        </p:txBody>
      </p:sp>
      <p:sp>
        <p:nvSpPr>
          <p:cNvPr id="3" name="Titel 2">
            <a:extLst>
              <a:ext uri="{FF2B5EF4-FFF2-40B4-BE49-F238E27FC236}">
                <a16:creationId xmlns:a16="http://schemas.microsoft.com/office/drawing/2014/main" id="{BE6C2D82-3EB9-76C5-9A3D-52D7CD5F543D}"/>
              </a:ext>
            </a:extLst>
          </p:cNvPr>
          <p:cNvSpPr>
            <a:spLocks noGrp="1"/>
          </p:cNvSpPr>
          <p:nvPr>
            <p:ph type="title"/>
          </p:nvPr>
        </p:nvSpPr>
        <p:spPr/>
        <p:txBody>
          <a:bodyPr/>
          <a:lstStyle/>
          <a:p>
            <a:r>
              <a:rPr lang="en-US"/>
              <a:t>Project Planning	</a:t>
            </a:r>
            <a:endParaRPr lang="nl-NL"/>
          </a:p>
        </p:txBody>
      </p:sp>
      <p:sp>
        <p:nvSpPr>
          <p:cNvPr id="4" name="Tijdelijke aanduiding voor tekst 3">
            <a:extLst>
              <a:ext uri="{FF2B5EF4-FFF2-40B4-BE49-F238E27FC236}">
                <a16:creationId xmlns:a16="http://schemas.microsoft.com/office/drawing/2014/main" id="{2A692E4D-BFDC-722D-7AA0-D4EC9635F575}"/>
              </a:ext>
            </a:extLst>
          </p:cNvPr>
          <p:cNvSpPr>
            <a:spLocks noGrp="1"/>
          </p:cNvSpPr>
          <p:nvPr>
            <p:ph type="body" sz="quarter" idx="1002"/>
          </p:nvPr>
        </p:nvSpPr>
        <p:spPr/>
        <p:txBody>
          <a:bodyPr/>
          <a:lstStyle/>
          <a:p>
            <a:endParaRPr lang="nl-NL"/>
          </a:p>
        </p:txBody>
      </p:sp>
      <p:pic>
        <p:nvPicPr>
          <p:cNvPr id="8" name="Afbeelding 7" descr="Afbeelding met Lettertype, schermopname, Graphics, duisternis&#10;&#10;Automatisch gegenereerde beschrijving">
            <a:extLst>
              <a:ext uri="{FF2B5EF4-FFF2-40B4-BE49-F238E27FC236}">
                <a16:creationId xmlns:a16="http://schemas.microsoft.com/office/drawing/2014/main" id="{F0BA85AE-67E0-8ABE-F135-99DD65042EC8}"/>
              </a:ext>
            </a:extLst>
          </p:cNvPr>
          <p:cNvPicPr>
            <a:picLocks noChangeAspect="1"/>
          </p:cNvPicPr>
          <p:nvPr/>
        </p:nvPicPr>
        <p:blipFill rotWithShape="1">
          <a:blip r:embed="rId3"/>
          <a:srcRect l="29919" t="24574" r="28738" b="20977"/>
          <a:stretch/>
        </p:blipFill>
        <p:spPr>
          <a:xfrm>
            <a:off x="3431704" y="2996952"/>
            <a:ext cx="5711062" cy="4230879"/>
          </a:xfrm>
          <a:prstGeom prst="rect">
            <a:avLst/>
          </a:prstGeom>
        </p:spPr>
      </p:pic>
    </p:spTree>
    <p:extLst>
      <p:ext uri="{BB962C8B-B14F-4D97-AF65-F5344CB8AC3E}">
        <p14:creationId xmlns:p14="http://schemas.microsoft.com/office/powerpoint/2010/main" val="166686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2FFE47A4-73B2-23A0-0EEF-21EFEB7266FB}"/>
              </a:ext>
            </a:extLst>
          </p:cNvPr>
          <p:cNvSpPr>
            <a:spLocks noGrp="1"/>
          </p:cNvSpPr>
          <p:nvPr>
            <p:ph type="body" sz="quarter" idx="13"/>
          </p:nvPr>
        </p:nvSpPr>
        <p:spPr>
          <a:xfrm>
            <a:off x="1017712" y="2215839"/>
            <a:ext cx="10298980" cy="1213162"/>
          </a:xfrm>
        </p:spPr>
        <p:txBody>
          <a:bodyPr/>
          <a:lstStyle/>
          <a:p>
            <a:pPr marL="285750" indent="-285750">
              <a:buFont typeface="Wingdings" panose="05000000000000000000" pitchFamily="2" charset="2"/>
              <a:buChar char="v"/>
            </a:pPr>
            <a:r>
              <a:rPr lang="en-US" sz="2400" dirty="0"/>
              <a:t>To be FAIR is to be friendly – for both computers and humans</a:t>
            </a:r>
          </a:p>
          <a:p>
            <a:pPr marL="285750" indent="-285750">
              <a:buFont typeface="Wingdings" panose="05000000000000000000" pitchFamily="2" charset="2"/>
              <a:buChar char="v"/>
            </a:pPr>
            <a:endParaRPr lang="en-US" sz="2400" dirty="0"/>
          </a:p>
          <a:p>
            <a:pPr marL="285750" indent="-285750">
              <a:buFont typeface="Wingdings" panose="05000000000000000000" pitchFamily="2" charset="2"/>
              <a:buChar char="v"/>
            </a:pPr>
            <a:r>
              <a:rPr lang="en-US" sz="2400" dirty="0"/>
              <a:t>This can be done by adding sufficient metadata:</a:t>
            </a:r>
          </a:p>
          <a:p>
            <a:endParaRPr lang="en-US" sz="2400" dirty="0"/>
          </a:p>
          <a:p>
            <a:pPr marL="457200" indent="-457200">
              <a:buFont typeface="+mj-lt"/>
              <a:buAutoNum type="arabicPeriod"/>
            </a:pPr>
            <a:endParaRPr lang="en-US" sz="2400" dirty="0"/>
          </a:p>
        </p:txBody>
      </p:sp>
      <p:sp>
        <p:nvSpPr>
          <p:cNvPr id="3" name="Titel 2">
            <a:extLst>
              <a:ext uri="{FF2B5EF4-FFF2-40B4-BE49-F238E27FC236}">
                <a16:creationId xmlns:a16="http://schemas.microsoft.com/office/drawing/2014/main" id="{552CA83E-0C36-F6E9-1A00-7E70108F8AB1}"/>
              </a:ext>
            </a:extLst>
          </p:cNvPr>
          <p:cNvSpPr>
            <a:spLocks noGrp="1"/>
          </p:cNvSpPr>
          <p:nvPr>
            <p:ph type="title"/>
          </p:nvPr>
        </p:nvSpPr>
        <p:spPr/>
        <p:txBody>
          <a:bodyPr/>
          <a:lstStyle/>
          <a:p>
            <a:r>
              <a:rPr lang="en-US" dirty="0"/>
              <a:t>Make the project “friendly”</a:t>
            </a:r>
            <a:endParaRPr lang="nl-NL" dirty="0"/>
          </a:p>
        </p:txBody>
      </p:sp>
      <p:sp>
        <p:nvSpPr>
          <p:cNvPr id="4" name="Tijdelijke aanduiding voor tekst 3">
            <a:extLst>
              <a:ext uri="{FF2B5EF4-FFF2-40B4-BE49-F238E27FC236}">
                <a16:creationId xmlns:a16="http://schemas.microsoft.com/office/drawing/2014/main" id="{CAB993A9-E2D2-0CC8-DE3D-A180B9F083A2}"/>
              </a:ext>
            </a:extLst>
          </p:cNvPr>
          <p:cNvSpPr>
            <a:spLocks noGrp="1"/>
          </p:cNvSpPr>
          <p:nvPr>
            <p:ph type="body" sz="quarter" idx="1002"/>
          </p:nvPr>
        </p:nvSpPr>
        <p:spPr/>
        <p:txBody>
          <a:bodyPr/>
          <a:lstStyle/>
          <a:p>
            <a:endParaRPr lang="nl-NL"/>
          </a:p>
        </p:txBody>
      </p:sp>
      <p:sp>
        <p:nvSpPr>
          <p:cNvPr id="7" name="Tijdelijke aanduiding voor tekst 1">
            <a:extLst>
              <a:ext uri="{FF2B5EF4-FFF2-40B4-BE49-F238E27FC236}">
                <a16:creationId xmlns:a16="http://schemas.microsoft.com/office/drawing/2014/main" id="{BA1C9077-4419-F2D7-D47F-760EAD8ED016}"/>
              </a:ext>
            </a:extLst>
          </p:cNvPr>
          <p:cNvSpPr txBox="1">
            <a:spLocks/>
          </p:cNvSpPr>
          <p:nvPr/>
        </p:nvSpPr>
        <p:spPr bwMode="gray">
          <a:xfrm>
            <a:off x="5641110" y="3679478"/>
            <a:ext cx="4243220" cy="220953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457200" lvl="0" indent="-457200">
              <a:buFont typeface="+mj-lt"/>
              <a:buAutoNum type="arabicPeriod"/>
            </a:pPr>
            <a:r>
              <a:rPr lang="en-US" sz="2400" dirty="0"/>
              <a:t>Terms of Use</a:t>
            </a:r>
          </a:p>
          <a:p>
            <a:pPr marL="457200" lvl="0" indent="-457200">
              <a:buFont typeface="+mj-lt"/>
              <a:buAutoNum type="arabicPeriod"/>
            </a:pPr>
            <a:r>
              <a:rPr lang="en-US" sz="2400" dirty="0"/>
              <a:t>Data Description</a:t>
            </a:r>
          </a:p>
          <a:p>
            <a:pPr marL="457200" lvl="0" indent="-457200">
              <a:buFont typeface="+mj-lt"/>
              <a:buAutoNum type="arabicPeriod"/>
            </a:pPr>
            <a:r>
              <a:rPr lang="en-US" sz="2400" dirty="0"/>
              <a:t>Data Access Protocols</a:t>
            </a:r>
          </a:p>
          <a:p>
            <a:pPr marL="457200" lvl="0" indent="-457200">
              <a:buFont typeface="+mj-lt"/>
              <a:buAutoNum type="arabicPeriod"/>
            </a:pPr>
            <a:r>
              <a:rPr lang="en-US" sz="2400" dirty="0"/>
              <a:t>Data Archiving</a:t>
            </a:r>
          </a:p>
          <a:p>
            <a:pPr marL="457200" lvl="0" indent="-457200">
              <a:buFont typeface="+mj-lt"/>
              <a:buAutoNum type="arabicPeriod"/>
            </a:pPr>
            <a:r>
              <a:rPr lang="en-US" sz="2400" dirty="0"/>
              <a:t>Rich Metadata</a:t>
            </a:r>
          </a:p>
          <a:p>
            <a:pPr marL="457200" lvl="0" indent="-457200">
              <a:buFont typeface="+mj-lt"/>
              <a:buAutoNum type="arabicPeriod"/>
            </a:pPr>
            <a:r>
              <a:rPr lang="en-US" sz="2400" dirty="0"/>
              <a:t>Data Reusing</a:t>
            </a:r>
          </a:p>
        </p:txBody>
      </p:sp>
      <p:sp>
        <p:nvSpPr>
          <p:cNvPr id="26" name="Tijdelijke aanduiding voor tekst 1">
            <a:extLst>
              <a:ext uri="{FF2B5EF4-FFF2-40B4-BE49-F238E27FC236}">
                <a16:creationId xmlns:a16="http://schemas.microsoft.com/office/drawing/2014/main" id="{99D3C7C4-F6CA-1ED4-1F2D-C889D71DA95B}"/>
              </a:ext>
            </a:extLst>
          </p:cNvPr>
          <p:cNvSpPr txBox="1">
            <a:spLocks/>
          </p:cNvSpPr>
          <p:nvPr/>
        </p:nvSpPr>
        <p:spPr bwMode="gray">
          <a:xfrm>
            <a:off x="1293286" y="3679478"/>
            <a:ext cx="322573" cy="220953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FAIR</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0" name="Inkt 29">
                <a:extLst>
                  <a:ext uri="{FF2B5EF4-FFF2-40B4-BE49-F238E27FC236}">
                    <a16:creationId xmlns:a16="http://schemas.microsoft.com/office/drawing/2014/main" id="{A4E8564B-9672-F29A-3C09-2EBCBC23C4B5}"/>
                  </a:ext>
                </a:extLst>
              </p14:cNvPr>
              <p14:cNvContentPartPr/>
              <p14:nvPr/>
            </p14:nvContentPartPr>
            <p14:xfrm>
              <a:off x="1728129" y="3855226"/>
              <a:ext cx="3855240" cy="704520"/>
            </p14:xfrm>
          </p:contentPart>
        </mc:Choice>
        <mc:Fallback xmlns="">
          <p:pic>
            <p:nvPicPr>
              <p:cNvPr id="30" name="Inkt 29">
                <a:extLst>
                  <a:ext uri="{FF2B5EF4-FFF2-40B4-BE49-F238E27FC236}">
                    <a16:creationId xmlns:a16="http://schemas.microsoft.com/office/drawing/2014/main" id="{A4E8564B-9672-F29A-3C09-2EBCBC23C4B5}"/>
                  </a:ext>
                </a:extLst>
              </p:cNvPr>
              <p:cNvPicPr/>
              <p:nvPr/>
            </p:nvPicPr>
            <p:blipFill>
              <a:blip r:embed="rId4"/>
              <a:stretch>
                <a:fillRect/>
              </a:stretch>
            </p:blipFill>
            <p:spPr>
              <a:xfrm>
                <a:off x="1665489" y="3477226"/>
                <a:ext cx="3980880" cy="1460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33" name="Inkt 32">
                <a:extLst>
                  <a:ext uri="{FF2B5EF4-FFF2-40B4-BE49-F238E27FC236}">
                    <a16:creationId xmlns:a16="http://schemas.microsoft.com/office/drawing/2014/main" id="{7D8F403E-5018-4AEE-42AC-AB9FE114290C}"/>
                  </a:ext>
                </a:extLst>
              </p14:cNvPr>
              <p14:cNvContentPartPr/>
              <p14:nvPr/>
            </p14:nvContentPartPr>
            <p14:xfrm>
              <a:off x="1766289" y="3885466"/>
              <a:ext cx="3770640" cy="1926720"/>
            </p14:xfrm>
          </p:contentPart>
        </mc:Choice>
        <mc:Fallback xmlns="">
          <p:pic>
            <p:nvPicPr>
              <p:cNvPr id="33" name="Inkt 32">
                <a:extLst>
                  <a:ext uri="{FF2B5EF4-FFF2-40B4-BE49-F238E27FC236}">
                    <a16:creationId xmlns:a16="http://schemas.microsoft.com/office/drawing/2014/main" id="{7D8F403E-5018-4AEE-42AC-AB9FE114290C}"/>
                  </a:ext>
                </a:extLst>
              </p:cNvPr>
              <p:cNvPicPr/>
              <p:nvPr/>
            </p:nvPicPr>
            <p:blipFill>
              <a:blip r:embed="rId6"/>
              <a:stretch>
                <a:fillRect/>
              </a:stretch>
            </p:blipFill>
            <p:spPr>
              <a:xfrm>
                <a:off x="1703289" y="3507826"/>
                <a:ext cx="3896280" cy="2682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34" name="Inkt 33">
                <a:extLst>
                  <a:ext uri="{FF2B5EF4-FFF2-40B4-BE49-F238E27FC236}">
                    <a16:creationId xmlns:a16="http://schemas.microsoft.com/office/drawing/2014/main" id="{870E9B4E-EF6A-AD1C-4F36-C5AB475E22C8}"/>
                  </a:ext>
                </a:extLst>
              </p14:cNvPr>
              <p14:cNvContentPartPr/>
              <p14:nvPr/>
            </p14:nvContentPartPr>
            <p14:xfrm>
              <a:off x="1728129" y="4245826"/>
              <a:ext cx="3818160" cy="940320"/>
            </p14:xfrm>
          </p:contentPart>
        </mc:Choice>
        <mc:Fallback xmlns="">
          <p:pic>
            <p:nvPicPr>
              <p:cNvPr id="34" name="Inkt 33">
                <a:extLst>
                  <a:ext uri="{FF2B5EF4-FFF2-40B4-BE49-F238E27FC236}">
                    <a16:creationId xmlns:a16="http://schemas.microsoft.com/office/drawing/2014/main" id="{870E9B4E-EF6A-AD1C-4F36-C5AB475E22C8}"/>
                  </a:ext>
                </a:extLst>
              </p:cNvPr>
              <p:cNvPicPr/>
              <p:nvPr/>
            </p:nvPicPr>
            <p:blipFill>
              <a:blip r:embed="rId8"/>
              <a:stretch>
                <a:fillRect/>
              </a:stretch>
            </p:blipFill>
            <p:spPr>
              <a:xfrm>
                <a:off x="1665489" y="3867826"/>
                <a:ext cx="3943800" cy="1695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35" name="Inkt 34">
                <a:extLst>
                  <a:ext uri="{FF2B5EF4-FFF2-40B4-BE49-F238E27FC236}">
                    <a16:creationId xmlns:a16="http://schemas.microsoft.com/office/drawing/2014/main" id="{B02AFE6D-9BD9-A4A6-4496-ED739CF88C94}"/>
                  </a:ext>
                </a:extLst>
              </p14:cNvPr>
              <p14:cNvContentPartPr/>
              <p14:nvPr/>
            </p14:nvContentPartPr>
            <p14:xfrm>
              <a:off x="1715889" y="5173186"/>
              <a:ext cx="360" cy="360"/>
            </p14:xfrm>
          </p:contentPart>
        </mc:Choice>
        <mc:Fallback xmlns="">
          <p:pic>
            <p:nvPicPr>
              <p:cNvPr id="35" name="Inkt 34">
                <a:extLst>
                  <a:ext uri="{FF2B5EF4-FFF2-40B4-BE49-F238E27FC236}">
                    <a16:creationId xmlns:a16="http://schemas.microsoft.com/office/drawing/2014/main" id="{B02AFE6D-9BD9-A4A6-4496-ED739CF88C94}"/>
                  </a:ext>
                </a:extLst>
              </p:cNvPr>
              <p:cNvPicPr/>
              <p:nvPr/>
            </p:nvPicPr>
            <p:blipFill>
              <a:blip r:embed="rId10"/>
              <a:stretch>
                <a:fillRect/>
              </a:stretch>
            </p:blipFill>
            <p:spPr>
              <a:xfrm>
                <a:off x="1653249" y="4795546"/>
                <a:ext cx="126000" cy="75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37" name="Inkt 36">
                <a:extLst>
                  <a:ext uri="{FF2B5EF4-FFF2-40B4-BE49-F238E27FC236}">
                    <a16:creationId xmlns:a16="http://schemas.microsoft.com/office/drawing/2014/main" id="{BF8D7B68-C8A6-66E3-EB01-B3B945792D15}"/>
                  </a:ext>
                </a:extLst>
              </p14:cNvPr>
              <p14:cNvContentPartPr/>
              <p14:nvPr/>
            </p14:nvContentPartPr>
            <p14:xfrm>
              <a:off x="1753329" y="4314586"/>
              <a:ext cx="3814200" cy="1472760"/>
            </p14:xfrm>
          </p:contentPart>
        </mc:Choice>
        <mc:Fallback xmlns="">
          <p:pic>
            <p:nvPicPr>
              <p:cNvPr id="37" name="Inkt 36">
                <a:extLst>
                  <a:ext uri="{FF2B5EF4-FFF2-40B4-BE49-F238E27FC236}">
                    <a16:creationId xmlns:a16="http://schemas.microsoft.com/office/drawing/2014/main" id="{BF8D7B68-C8A6-66E3-EB01-B3B945792D15}"/>
                  </a:ext>
                </a:extLst>
              </p:cNvPr>
              <p:cNvPicPr/>
              <p:nvPr/>
            </p:nvPicPr>
            <p:blipFill>
              <a:blip r:embed="rId12"/>
              <a:stretch>
                <a:fillRect/>
              </a:stretch>
            </p:blipFill>
            <p:spPr>
              <a:xfrm>
                <a:off x="1690689" y="3936586"/>
                <a:ext cx="3939840" cy="2228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38" name="Inkt 37">
                <a:extLst>
                  <a:ext uri="{FF2B5EF4-FFF2-40B4-BE49-F238E27FC236}">
                    <a16:creationId xmlns:a16="http://schemas.microsoft.com/office/drawing/2014/main" id="{D6DB3D13-0BD6-8C0A-226F-1D27A25F86F6}"/>
                  </a:ext>
                </a:extLst>
              </p14:cNvPr>
              <p14:cNvContentPartPr/>
              <p14:nvPr/>
            </p14:nvContentPartPr>
            <p14:xfrm>
              <a:off x="1703289" y="4559386"/>
              <a:ext cx="3772800" cy="126360"/>
            </p14:xfrm>
          </p:contentPart>
        </mc:Choice>
        <mc:Fallback xmlns="">
          <p:pic>
            <p:nvPicPr>
              <p:cNvPr id="38" name="Inkt 37">
                <a:extLst>
                  <a:ext uri="{FF2B5EF4-FFF2-40B4-BE49-F238E27FC236}">
                    <a16:creationId xmlns:a16="http://schemas.microsoft.com/office/drawing/2014/main" id="{D6DB3D13-0BD6-8C0A-226F-1D27A25F86F6}"/>
                  </a:ext>
                </a:extLst>
              </p:cNvPr>
              <p:cNvPicPr/>
              <p:nvPr/>
            </p:nvPicPr>
            <p:blipFill>
              <a:blip r:embed="rId14"/>
              <a:stretch>
                <a:fillRect/>
              </a:stretch>
            </p:blipFill>
            <p:spPr>
              <a:xfrm>
                <a:off x="1640289" y="4181386"/>
                <a:ext cx="3898440" cy="882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39" name="Inkt 38">
                <a:extLst>
                  <a:ext uri="{FF2B5EF4-FFF2-40B4-BE49-F238E27FC236}">
                    <a16:creationId xmlns:a16="http://schemas.microsoft.com/office/drawing/2014/main" id="{9218D0A8-8890-B4AF-2646-455B6F91E846}"/>
                  </a:ext>
                </a:extLst>
              </p14:cNvPr>
              <p14:cNvContentPartPr/>
              <p14:nvPr/>
            </p14:nvContentPartPr>
            <p14:xfrm>
              <a:off x="1715889" y="4694026"/>
              <a:ext cx="3721320" cy="491760"/>
            </p14:xfrm>
          </p:contentPart>
        </mc:Choice>
        <mc:Fallback xmlns="">
          <p:pic>
            <p:nvPicPr>
              <p:cNvPr id="39" name="Inkt 38">
                <a:extLst>
                  <a:ext uri="{FF2B5EF4-FFF2-40B4-BE49-F238E27FC236}">
                    <a16:creationId xmlns:a16="http://schemas.microsoft.com/office/drawing/2014/main" id="{9218D0A8-8890-B4AF-2646-455B6F91E846}"/>
                  </a:ext>
                </a:extLst>
              </p:cNvPr>
              <p:cNvPicPr/>
              <p:nvPr/>
            </p:nvPicPr>
            <p:blipFill>
              <a:blip r:embed="rId16"/>
              <a:stretch>
                <a:fillRect/>
              </a:stretch>
            </p:blipFill>
            <p:spPr>
              <a:xfrm>
                <a:off x="1653249" y="4316386"/>
                <a:ext cx="3846960" cy="1247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40" name="Inkt 39">
                <a:extLst>
                  <a:ext uri="{FF2B5EF4-FFF2-40B4-BE49-F238E27FC236}">
                    <a16:creationId xmlns:a16="http://schemas.microsoft.com/office/drawing/2014/main" id="{4B459F09-39F4-3015-2223-63257FE408AB}"/>
                  </a:ext>
                </a:extLst>
              </p14:cNvPr>
              <p14:cNvContentPartPr/>
              <p14:nvPr/>
            </p14:nvContentPartPr>
            <p14:xfrm>
              <a:off x="1728129" y="3932986"/>
              <a:ext cx="3828240" cy="1140840"/>
            </p14:xfrm>
          </p:contentPart>
        </mc:Choice>
        <mc:Fallback xmlns="">
          <p:pic>
            <p:nvPicPr>
              <p:cNvPr id="40" name="Inkt 39">
                <a:extLst>
                  <a:ext uri="{FF2B5EF4-FFF2-40B4-BE49-F238E27FC236}">
                    <a16:creationId xmlns:a16="http://schemas.microsoft.com/office/drawing/2014/main" id="{4B459F09-39F4-3015-2223-63257FE408AB}"/>
                  </a:ext>
                </a:extLst>
              </p:cNvPr>
              <p:cNvPicPr/>
              <p:nvPr/>
            </p:nvPicPr>
            <p:blipFill>
              <a:blip r:embed="rId18"/>
              <a:stretch>
                <a:fillRect/>
              </a:stretch>
            </p:blipFill>
            <p:spPr>
              <a:xfrm>
                <a:off x="1665489" y="3554986"/>
                <a:ext cx="3953880" cy="1896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41" name="Inkt 40">
                <a:extLst>
                  <a:ext uri="{FF2B5EF4-FFF2-40B4-BE49-F238E27FC236}">
                    <a16:creationId xmlns:a16="http://schemas.microsoft.com/office/drawing/2014/main" id="{C01AF370-6E33-D771-9F2A-A0BB16415F3B}"/>
                  </a:ext>
                </a:extLst>
              </p14:cNvPr>
              <p14:cNvContentPartPr/>
              <p14:nvPr/>
            </p14:nvContentPartPr>
            <p14:xfrm>
              <a:off x="1766289" y="4621666"/>
              <a:ext cx="3732480" cy="469080"/>
            </p14:xfrm>
          </p:contentPart>
        </mc:Choice>
        <mc:Fallback xmlns="">
          <p:pic>
            <p:nvPicPr>
              <p:cNvPr id="41" name="Inkt 40">
                <a:extLst>
                  <a:ext uri="{FF2B5EF4-FFF2-40B4-BE49-F238E27FC236}">
                    <a16:creationId xmlns:a16="http://schemas.microsoft.com/office/drawing/2014/main" id="{C01AF370-6E33-D771-9F2A-A0BB16415F3B}"/>
                  </a:ext>
                </a:extLst>
              </p:cNvPr>
              <p:cNvPicPr/>
              <p:nvPr/>
            </p:nvPicPr>
            <p:blipFill>
              <a:blip r:embed="rId20"/>
              <a:stretch>
                <a:fillRect/>
              </a:stretch>
            </p:blipFill>
            <p:spPr>
              <a:xfrm>
                <a:off x="1703289" y="4244026"/>
                <a:ext cx="3858120" cy="122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42" name="Inkt 41">
                <a:extLst>
                  <a:ext uri="{FF2B5EF4-FFF2-40B4-BE49-F238E27FC236}">
                    <a16:creationId xmlns:a16="http://schemas.microsoft.com/office/drawing/2014/main" id="{FB1E0740-3437-4CF0-E704-31C6179BF634}"/>
                  </a:ext>
                </a:extLst>
              </p14:cNvPr>
              <p14:cNvContentPartPr/>
              <p14:nvPr/>
            </p14:nvContentPartPr>
            <p14:xfrm>
              <a:off x="1728129" y="3932986"/>
              <a:ext cx="3819240" cy="1471320"/>
            </p14:xfrm>
          </p:contentPart>
        </mc:Choice>
        <mc:Fallback xmlns="">
          <p:pic>
            <p:nvPicPr>
              <p:cNvPr id="42" name="Inkt 41">
                <a:extLst>
                  <a:ext uri="{FF2B5EF4-FFF2-40B4-BE49-F238E27FC236}">
                    <a16:creationId xmlns:a16="http://schemas.microsoft.com/office/drawing/2014/main" id="{FB1E0740-3437-4CF0-E704-31C6179BF634}"/>
                  </a:ext>
                </a:extLst>
              </p:cNvPr>
              <p:cNvPicPr/>
              <p:nvPr/>
            </p:nvPicPr>
            <p:blipFill>
              <a:blip r:embed="rId22"/>
              <a:stretch>
                <a:fillRect/>
              </a:stretch>
            </p:blipFill>
            <p:spPr>
              <a:xfrm>
                <a:off x="1665489" y="3554986"/>
                <a:ext cx="3944880" cy="222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43" name="Inkt 42">
                <a:extLst>
                  <a:ext uri="{FF2B5EF4-FFF2-40B4-BE49-F238E27FC236}">
                    <a16:creationId xmlns:a16="http://schemas.microsoft.com/office/drawing/2014/main" id="{C8C68C51-3ED3-1D2C-7C62-80832094E40A}"/>
                  </a:ext>
                </a:extLst>
              </p14:cNvPr>
              <p14:cNvContentPartPr/>
              <p14:nvPr/>
            </p14:nvContentPartPr>
            <p14:xfrm>
              <a:off x="1741089" y="5185426"/>
              <a:ext cx="3830760" cy="251640"/>
            </p14:xfrm>
          </p:contentPart>
        </mc:Choice>
        <mc:Fallback xmlns="">
          <p:pic>
            <p:nvPicPr>
              <p:cNvPr id="43" name="Inkt 42">
                <a:extLst>
                  <a:ext uri="{FF2B5EF4-FFF2-40B4-BE49-F238E27FC236}">
                    <a16:creationId xmlns:a16="http://schemas.microsoft.com/office/drawing/2014/main" id="{C8C68C51-3ED3-1D2C-7C62-80832094E40A}"/>
                  </a:ext>
                </a:extLst>
              </p:cNvPr>
              <p:cNvPicPr/>
              <p:nvPr/>
            </p:nvPicPr>
            <p:blipFill>
              <a:blip r:embed="rId24"/>
              <a:stretch>
                <a:fillRect/>
              </a:stretch>
            </p:blipFill>
            <p:spPr>
              <a:xfrm>
                <a:off x="1678089" y="4807786"/>
                <a:ext cx="3956400" cy="1007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
            <p14:nvContentPartPr>
              <p14:cNvPr id="44" name="Inkt 43">
                <a:extLst>
                  <a:ext uri="{FF2B5EF4-FFF2-40B4-BE49-F238E27FC236}">
                    <a16:creationId xmlns:a16="http://schemas.microsoft.com/office/drawing/2014/main" id="{C9AD6CA9-772F-69AF-01FE-7132E6218309}"/>
                  </a:ext>
                </a:extLst>
              </p14:cNvPr>
              <p14:cNvContentPartPr/>
              <p14:nvPr/>
            </p14:nvContentPartPr>
            <p14:xfrm>
              <a:off x="1715529" y="3957826"/>
              <a:ext cx="3781440" cy="1854720"/>
            </p14:xfrm>
          </p:contentPart>
        </mc:Choice>
        <mc:Fallback xmlns="">
          <p:pic>
            <p:nvPicPr>
              <p:cNvPr id="44" name="Inkt 43">
                <a:extLst>
                  <a:ext uri="{FF2B5EF4-FFF2-40B4-BE49-F238E27FC236}">
                    <a16:creationId xmlns:a16="http://schemas.microsoft.com/office/drawing/2014/main" id="{C9AD6CA9-772F-69AF-01FE-7132E6218309}"/>
                  </a:ext>
                </a:extLst>
              </p:cNvPr>
              <p:cNvPicPr/>
              <p:nvPr/>
            </p:nvPicPr>
            <p:blipFill>
              <a:blip r:embed="rId26"/>
              <a:stretch>
                <a:fillRect/>
              </a:stretch>
            </p:blipFill>
            <p:spPr>
              <a:xfrm>
                <a:off x="1652529" y="3580186"/>
                <a:ext cx="3907080" cy="2610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
            <p14:nvContentPartPr>
              <p14:cNvPr id="45" name="Inkt 44">
                <a:extLst>
                  <a:ext uri="{FF2B5EF4-FFF2-40B4-BE49-F238E27FC236}">
                    <a16:creationId xmlns:a16="http://schemas.microsoft.com/office/drawing/2014/main" id="{8E8ED2E3-6479-E423-DE64-26BA1461E2F5}"/>
                  </a:ext>
                </a:extLst>
              </p14:cNvPr>
              <p14:cNvContentPartPr/>
              <p14:nvPr/>
            </p14:nvContentPartPr>
            <p14:xfrm>
              <a:off x="1778529" y="5735146"/>
              <a:ext cx="3615120" cy="66240"/>
            </p14:xfrm>
          </p:contentPart>
        </mc:Choice>
        <mc:Fallback xmlns="">
          <p:pic>
            <p:nvPicPr>
              <p:cNvPr id="45" name="Inkt 44">
                <a:extLst>
                  <a:ext uri="{FF2B5EF4-FFF2-40B4-BE49-F238E27FC236}">
                    <a16:creationId xmlns:a16="http://schemas.microsoft.com/office/drawing/2014/main" id="{8E8ED2E3-6479-E423-DE64-26BA1461E2F5}"/>
                  </a:ext>
                </a:extLst>
              </p:cNvPr>
              <p:cNvPicPr/>
              <p:nvPr/>
            </p:nvPicPr>
            <p:blipFill>
              <a:blip r:embed="rId28"/>
              <a:stretch>
                <a:fillRect/>
              </a:stretch>
            </p:blipFill>
            <p:spPr>
              <a:xfrm>
                <a:off x="1715529" y="5357146"/>
                <a:ext cx="3740760" cy="821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
            <p14:nvContentPartPr>
              <p14:cNvPr id="46" name="Inkt 45">
                <a:extLst>
                  <a:ext uri="{FF2B5EF4-FFF2-40B4-BE49-F238E27FC236}">
                    <a16:creationId xmlns:a16="http://schemas.microsoft.com/office/drawing/2014/main" id="{A8EB10AA-9F8D-214B-D7CA-9FE8AE5915CC}"/>
                  </a:ext>
                </a:extLst>
              </p14:cNvPr>
              <p14:cNvContentPartPr/>
              <p14:nvPr/>
            </p14:nvContentPartPr>
            <p14:xfrm>
              <a:off x="-651339" y="3757784"/>
              <a:ext cx="360" cy="360"/>
            </p14:xfrm>
          </p:contentPart>
        </mc:Choice>
        <mc:Fallback xmlns="">
          <p:pic>
            <p:nvPicPr>
              <p:cNvPr id="46" name="Inkt 45">
                <a:extLst>
                  <a:ext uri="{FF2B5EF4-FFF2-40B4-BE49-F238E27FC236}">
                    <a16:creationId xmlns:a16="http://schemas.microsoft.com/office/drawing/2014/main" id="{A8EB10AA-9F8D-214B-D7CA-9FE8AE5915CC}"/>
                  </a:ext>
                </a:extLst>
              </p:cNvPr>
              <p:cNvPicPr/>
              <p:nvPr/>
            </p:nvPicPr>
            <p:blipFill>
              <a:blip r:embed="rId30"/>
              <a:stretch>
                <a:fillRect/>
              </a:stretch>
            </p:blipFill>
            <p:spPr>
              <a:xfrm>
                <a:off x="-714339" y="3379784"/>
                <a:ext cx="126000" cy="756000"/>
              </a:xfrm>
              <a:prstGeom prst="rect">
                <a:avLst/>
              </a:prstGeom>
            </p:spPr>
          </p:pic>
        </mc:Fallback>
      </mc:AlternateContent>
      <p:sp>
        <p:nvSpPr>
          <p:cNvPr id="47" name="Tijdelijke aanduiding voor tekst 1">
            <a:extLst>
              <a:ext uri="{FF2B5EF4-FFF2-40B4-BE49-F238E27FC236}">
                <a16:creationId xmlns:a16="http://schemas.microsoft.com/office/drawing/2014/main" id="{71ED9B92-B6A5-D5C6-4F7B-6A2F2CBD1086}"/>
              </a:ext>
            </a:extLst>
          </p:cNvPr>
          <p:cNvSpPr txBox="1">
            <a:spLocks/>
          </p:cNvSpPr>
          <p:nvPr/>
        </p:nvSpPr>
        <p:spPr bwMode="gray">
          <a:xfrm>
            <a:off x="9141012" y="2564859"/>
            <a:ext cx="903536" cy="220953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8700" dirty="0">
                <a:latin typeface="+mn-lt"/>
              </a:rPr>
              <a:t>}</a:t>
            </a:r>
          </a:p>
        </p:txBody>
      </p:sp>
      <p:sp>
        <p:nvSpPr>
          <p:cNvPr id="48" name="Tijdelijke aanduiding voor tekst 1">
            <a:extLst>
              <a:ext uri="{FF2B5EF4-FFF2-40B4-BE49-F238E27FC236}">
                <a16:creationId xmlns:a16="http://schemas.microsoft.com/office/drawing/2014/main" id="{6D4E20D8-D683-6C51-7EC3-E364051C081F}"/>
              </a:ext>
            </a:extLst>
          </p:cNvPr>
          <p:cNvSpPr txBox="1">
            <a:spLocks/>
          </p:cNvSpPr>
          <p:nvPr/>
        </p:nvSpPr>
        <p:spPr bwMode="gray">
          <a:xfrm>
            <a:off x="10655164" y="4636615"/>
            <a:ext cx="1277821" cy="606581"/>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400" dirty="0"/>
              <a:t>RDR</a:t>
            </a:r>
          </a:p>
        </p:txBody>
      </p:sp>
      <p:sp>
        <p:nvSpPr>
          <p:cNvPr id="49" name="Tijdelijke aanduiding voor tekst 1">
            <a:extLst>
              <a:ext uri="{FF2B5EF4-FFF2-40B4-BE49-F238E27FC236}">
                <a16:creationId xmlns:a16="http://schemas.microsoft.com/office/drawing/2014/main" id="{225B5666-ED61-40CA-FAC2-251D7E26E80C}"/>
              </a:ext>
            </a:extLst>
          </p:cNvPr>
          <p:cNvSpPr txBox="1">
            <a:spLocks/>
          </p:cNvSpPr>
          <p:nvPr/>
        </p:nvSpPr>
        <p:spPr bwMode="gray">
          <a:xfrm>
            <a:off x="1293286" y="6348370"/>
            <a:ext cx="2890409" cy="49176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dirty="0">
                <a:hlinkClick r:id="rId31"/>
              </a:rPr>
              <a:t>More information</a:t>
            </a:r>
            <a:endParaRPr lang="en-US" sz="2400" dirty="0"/>
          </a:p>
        </p:txBody>
      </p:sp>
    </p:spTree>
    <p:extLst>
      <p:ext uri="{BB962C8B-B14F-4D97-AF65-F5344CB8AC3E}">
        <p14:creationId xmlns:p14="http://schemas.microsoft.com/office/powerpoint/2010/main" val="235392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xEl>
                                              <p:pRg st="0" end="0"/>
                                            </p:txEl>
                                          </p:spTgt>
                                        </p:tgtEl>
                                        <p:attrNameLst>
                                          <p:attrName>style.visibility</p:attrName>
                                        </p:attrNameLst>
                                      </p:cBhvr>
                                      <p:to>
                                        <p:strVal val="visible"/>
                                      </p:to>
                                    </p:set>
                                    <p:animEffect transition="in" filter="fade">
                                      <p:cBhvr>
                                        <p:cTn id="17" dur="500"/>
                                        <p:tgtEl>
                                          <p:spTgt spid="2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2000" fill="hold"/>
                                        <p:tgtEl>
                                          <p:spTgt spid="30"/>
                                        </p:tgtEl>
                                        <p:attrNameLst>
                                          <p:attrName>drawProgress</p:attrName>
                                        </p:attrNameLst>
                                      </p:cBhvr>
                                      <p:tavLst>
                                        <p:tav tm="0">
                                          <p:val>
                                            <p:fltVal val="0"/>
                                          </p:val>
                                        </p:tav>
                                        <p:tav tm="100000">
                                          <p:val>
                                            <p:fltVal val="1"/>
                                          </p:val>
                                        </p:tav>
                                      </p:tavLst>
                                    </p:anim>
                                  </p:childTnLst>
                                </p:cTn>
                              </p:par>
                              <p:par>
                                <p:cTn id="23" presetID="63"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p:cTn id="25" dur="2000" fill="hold"/>
                                        <p:tgtEl>
                                          <p:spTgt spid="33"/>
                                        </p:tgtEl>
                                        <p:attrNameLst>
                                          <p:attrName>drawProgress</p:attrName>
                                        </p:attrNameLst>
                                      </p:cBhvr>
                                      <p:tavLst>
                                        <p:tav tm="0">
                                          <p:val>
                                            <p:fltVal val="0"/>
                                          </p:val>
                                        </p:tav>
                                        <p:tav tm="100000">
                                          <p:val>
                                            <p:fltVal val="1"/>
                                          </p:val>
                                        </p:tav>
                                      </p:tavLst>
                                    </p:anim>
                                  </p:childTnLst>
                                </p:cTn>
                              </p:par>
                              <p:par>
                                <p:cTn id="26" presetID="63" presetClass="entr" presetSubtype="0"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p:cTn id="28" dur="2000" fill="hold"/>
                                        <p:tgtEl>
                                          <p:spTgt spid="34"/>
                                        </p:tgtEl>
                                        <p:attrNameLst>
                                          <p:attrName>drawProgress</p:attrName>
                                        </p:attrNameLst>
                                      </p:cBhvr>
                                      <p:tavLst>
                                        <p:tav tm="0">
                                          <p:val>
                                            <p:fltVal val="0"/>
                                          </p:val>
                                        </p:tav>
                                        <p:tav tm="100000">
                                          <p:val>
                                            <p:fltVal val="1"/>
                                          </p:val>
                                        </p:tav>
                                      </p:tavLst>
                                    </p:anim>
                                  </p:childTnLst>
                                </p:cTn>
                              </p:par>
                              <p:par>
                                <p:cTn id="29" presetID="63"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 calcmode="lin" valueType="num">
                                      <p:cBhvr>
                                        <p:cTn id="31" dur="2000" fill="hold"/>
                                        <p:tgtEl>
                                          <p:spTgt spid="35"/>
                                        </p:tgtEl>
                                        <p:attrNameLst>
                                          <p:attrName>drawProgress</p:attrName>
                                        </p:attrNameLst>
                                      </p:cBhvr>
                                      <p:tavLst>
                                        <p:tav tm="0">
                                          <p:val>
                                            <p:fltVal val="0"/>
                                          </p:val>
                                        </p:tav>
                                        <p:tav tm="100000">
                                          <p:val>
                                            <p:fltVal val="1"/>
                                          </p:val>
                                        </p:tav>
                                      </p:tavLst>
                                    </p:anim>
                                  </p:childTnLst>
                                </p:cTn>
                              </p:par>
                              <p:par>
                                <p:cTn id="32" presetID="63"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anim calcmode="lin" valueType="num">
                                      <p:cBhvr>
                                        <p:cTn id="34" dur="2000" fill="hold"/>
                                        <p:tgtEl>
                                          <p:spTgt spid="37"/>
                                        </p:tgtEl>
                                        <p:attrNameLst>
                                          <p:attrName>drawProgress</p:attrName>
                                        </p:attrNameLst>
                                      </p:cBhvr>
                                      <p:tavLst>
                                        <p:tav tm="0">
                                          <p:val>
                                            <p:fltVal val="0"/>
                                          </p:val>
                                        </p:tav>
                                        <p:tav tm="100000">
                                          <p:val>
                                            <p:fltVal val="1"/>
                                          </p:val>
                                        </p:tav>
                                      </p:tavLst>
                                    </p:anim>
                                  </p:childTnLst>
                                </p:cTn>
                              </p:par>
                              <p:par>
                                <p:cTn id="35" presetID="63"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p:cTn id="37" dur="2000" fill="hold"/>
                                        <p:tgtEl>
                                          <p:spTgt spid="38"/>
                                        </p:tgtEl>
                                        <p:attrNameLst>
                                          <p:attrName>drawProgress</p:attrName>
                                        </p:attrNameLst>
                                      </p:cBhvr>
                                      <p:tavLst>
                                        <p:tav tm="0">
                                          <p:val>
                                            <p:fltVal val="0"/>
                                          </p:val>
                                        </p:tav>
                                        <p:tav tm="100000">
                                          <p:val>
                                            <p:fltVal val="1"/>
                                          </p:val>
                                        </p:tav>
                                      </p:tavLst>
                                    </p:anim>
                                  </p:childTnLst>
                                </p:cTn>
                              </p:par>
                              <p:par>
                                <p:cTn id="38" presetID="63" presetClass="entr" presetSubtype="0" fill="hold" nodeType="withEffect">
                                  <p:stCondLst>
                                    <p:cond delay="0"/>
                                  </p:stCondLst>
                                  <p:childTnLst>
                                    <p:set>
                                      <p:cBhvr>
                                        <p:cTn id="39" dur="1" fill="hold">
                                          <p:stCondLst>
                                            <p:cond delay="0"/>
                                          </p:stCondLst>
                                        </p:cTn>
                                        <p:tgtEl>
                                          <p:spTgt spid="39"/>
                                        </p:tgtEl>
                                        <p:attrNameLst>
                                          <p:attrName>style.visibility</p:attrName>
                                        </p:attrNameLst>
                                      </p:cBhvr>
                                      <p:to>
                                        <p:strVal val="visible"/>
                                      </p:to>
                                    </p:set>
                                    <p:anim calcmode="lin" valueType="num">
                                      <p:cBhvr>
                                        <p:cTn id="40" dur="2000" fill="hold"/>
                                        <p:tgtEl>
                                          <p:spTgt spid="39"/>
                                        </p:tgtEl>
                                        <p:attrNameLst>
                                          <p:attrName>drawProgress</p:attrName>
                                        </p:attrNameLst>
                                      </p:cBhvr>
                                      <p:tavLst>
                                        <p:tav tm="0">
                                          <p:val>
                                            <p:fltVal val="0"/>
                                          </p:val>
                                        </p:tav>
                                        <p:tav tm="100000">
                                          <p:val>
                                            <p:fltVal val="1"/>
                                          </p:val>
                                        </p:tav>
                                      </p:tavLst>
                                    </p:anim>
                                  </p:childTnLst>
                                </p:cTn>
                              </p:par>
                              <p:par>
                                <p:cTn id="41" presetID="63"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p:cTn id="43" dur="2000" fill="hold"/>
                                        <p:tgtEl>
                                          <p:spTgt spid="40"/>
                                        </p:tgtEl>
                                        <p:attrNameLst>
                                          <p:attrName>drawProgress</p:attrName>
                                        </p:attrNameLst>
                                      </p:cBhvr>
                                      <p:tavLst>
                                        <p:tav tm="0">
                                          <p:val>
                                            <p:fltVal val="0"/>
                                          </p:val>
                                        </p:tav>
                                        <p:tav tm="100000">
                                          <p:val>
                                            <p:fltVal val="1"/>
                                          </p:val>
                                        </p:tav>
                                      </p:tavLst>
                                    </p:anim>
                                  </p:childTnLst>
                                </p:cTn>
                              </p:par>
                              <p:par>
                                <p:cTn id="44" presetID="63" presetClass="entr" presetSubtype="0" fill="hold" nodeType="withEffect">
                                  <p:stCondLst>
                                    <p:cond delay="0"/>
                                  </p:stCondLst>
                                  <p:childTnLst>
                                    <p:set>
                                      <p:cBhvr>
                                        <p:cTn id="45" dur="1" fill="hold">
                                          <p:stCondLst>
                                            <p:cond delay="0"/>
                                          </p:stCondLst>
                                        </p:cTn>
                                        <p:tgtEl>
                                          <p:spTgt spid="41"/>
                                        </p:tgtEl>
                                        <p:attrNameLst>
                                          <p:attrName>style.visibility</p:attrName>
                                        </p:attrNameLst>
                                      </p:cBhvr>
                                      <p:to>
                                        <p:strVal val="visible"/>
                                      </p:to>
                                    </p:set>
                                    <p:anim calcmode="lin" valueType="num">
                                      <p:cBhvr>
                                        <p:cTn id="46" dur="2000" fill="hold"/>
                                        <p:tgtEl>
                                          <p:spTgt spid="41"/>
                                        </p:tgtEl>
                                        <p:attrNameLst>
                                          <p:attrName>drawProgress</p:attrName>
                                        </p:attrNameLst>
                                      </p:cBhvr>
                                      <p:tavLst>
                                        <p:tav tm="0">
                                          <p:val>
                                            <p:fltVal val="0"/>
                                          </p:val>
                                        </p:tav>
                                        <p:tav tm="100000">
                                          <p:val>
                                            <p:fltVal val="1"/>
                                          </p:val>
                                        </p:tav>
                                      </p:tavLst>
                                    </p:anim>
                                  </p:childTnLst>
                                </p:cTn>
                              </p:par>
                              <p:par>
                                <p:cTn id="47" presetID="63" presetClass="entr" presetSubtype="0"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anim calcmode="lin" valueType="num">
                                      <p:cBhvr>
                                        <p:cTn id="49" dur="2000" fill="hold"/>
                                        <p:tgtEl>
                                          <p:spTgt spid="42"/>
                                        </p:tgtEl>
                                        <p:attrNameLst>
                                          <p:attrName>drawProgress</p:attrName>
                                        </p:attrNameLst>
                                      </p:cBhvr>
                                      <p:tavLst>
                                        <p:tav tm="0">
                                          <p:val>
                                            <p:fltVal val="0"/>
                                          </p:val>
                                        </p:tav>
                                        <p:tav tm="100000">
                                          <p:val>
                                            <p:fltVal val="1"/>
                                          </p:val>
                                        </p:tav>
                                      </p:tavLst>
                                    </p:anim>
                                  </p:childTnLst>
                                </p:cTn>
                              </p:par>
                              <p:par>
                                <p:cTn id="50" presetID="63" presetClass="entr" presetSubtype="0" fill="hold" nodeType="withEffect">
                                  <p:stCondLst>
                                    <p:cond delay="0"/>
                                  </p:stCondLst>
                                  <p:childTnLst>
                                    <p:set>
                                      <p:cBhvr>
                                        <p:cTn id="51" dur="1" fill="hold">
                                          <p:stCondLst>
                                            <p:cond delay="0"/>
                                          </p:stCondLst>
                                        </p:cTn>
                                        <p:tgtEl>
                                          <p:spTgt spid="43"/>
                                        </p:tgtEl>
                                        <p:attrNameLst>
                                          <p:attrName>style.visibility</p:attrName>
                                        </p:attrNameLst>
                                      </p:cBhvr>
                                      <p:to>
                                        <p:strVal val="visible"/>
                                      </p:to>
                                    </p:set>
                                    <p:anim calcmode="lin" valueType="num">
                                      <p:cBhvr>
                                        <p:cTn id="52" dur="2000" fill="hold"/>
                                        <p:tgtEl>
                                          <p:spTgt spid="43"/>
                                        </p:tgtEl>
                                        <p:attrNameLst>
                                          <p:attrName>drawProgress</p:attrName>
                                        </p:attrNameLst>
                                      </p:cBhvr>
                                      <p:tavLst>
                                        <p:tav tm="0">
                                          <p:val>
                                            <p:fltVal val="0"/>
                                          </p:val>
                                        </p:tav>
                                        <p:tav tm="100000">
                                          <p:val>
                                            <p:fltVal val="1"/>
                                          </p:val>
                                        </p:tav>
                                      </p:tavLst>
                                    </p:anim>
                                  </p:childTnLst>
                                </p:cTn>
                              </p:par>
                              <p:par>
                                <p:cTn id="53" presetID="63"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p:cTn id="55" dur="2000" fill="hold"/>
                                        <p:tgtEl>
                                          <p:spTgt spid="44"/>
                                        </p:tgtEl>
                                        <p:attrNameLst>
                                          <p:attrName>drawProgress</p:attrName>
                                        </p:attrNameLst>
                                      </p:cBhvr>
                                      <p:tavLst>
                                        <p:tav tm="0">
                                          <p:val>
                                            <p:fltVal val="0"/>
                                          </p:val>
                                        </p:tav>
                                        <p:tav tm="100000">
                                          <p:val>
                                            <p:fltVal val="1"/>
                                          </p:val>
                                        </p:tav>
                                      </p:tavLst>
                                    </p:anim>
                                  </p:childTnLst>
                                </p:cTn>
                              </p:par>
                              <p:par>
                                <p:cTn id="56" presetID="63" presetClass="entr" presetSubtype="0" fill="hold" nodeType="withEffect">
                                  <p:stCondLst>
                                    <p:cond delay="0"/>
                                  </p:stCondLst>
                                  <p:childTnLst>
                                    <p:set>
                                      <p:cBhvr>
                                        <p:cTn id="57" dur="1" fill="hold">
                                          <p:stCondLst>
                                            <p:cond delay="0"/>
                                          </p:stCondLst>
                                        </p:cTn>
                                        <p:tgtEl>
                                          <p:spTgt spid="45"/>
                                        </p:tgtEl>
                                        <p:attrNameLst>
                                          <p:attrName>style.visibility</p:attrName>
                                        </p:attrNameLst>
                                      </p:cBhvr>
                                      <p:to>
                                        <p:strVal val="visible"/>
                                      </p:to>
                                    </p:set>
                                    <p:anim calcmode="lin" valueType="num">
                                      <p:cBhvr>
                                        <p:cTn id="58" dur="2000" fill="hold"/>
                                        <p:tgtEl>
                                          <p:spTgt spid="45"/>
                                        </p:tgtEl>
                                        <p:attrNameLst>
                                          <p:attrName>drawProgress</p:attrName>
                                        </p:attrNameLst>
                                      </p:cBhvr>
                                      <p:tavLst>
                                        <p:tav tm="0">
                                          <p:val>
                                            <p:fltVal val="0"/>
                                          </p:val>
                                        </p:tav>
                                        <p:tav tm="100000">
                                          <p:val>
                                            <p:fltVal val="1"/>
                                          </p:val>
                                        </p:tav>
                                      </p:tavLst>
                                    </p:anim>
                                  </p:childTnLst>
                                </p:cTn>
                              </p:par>
                            </p:childTnLst>
                          </p:cTn>
                        </p:par>
                        <p:par>
                          <p:cTn id="59" fill="hold">
                            <p:stCondLst>
                              <p:cond delay="2000"/>
                            </p:stCondLst>
                            <p:childTnLst>
                              <p:par>
                                <p:cTn id="60" presetID="10" presetClass="entr" presetSubtype="0" fill="hold" nodeType="afterEffect">
                                  <p:stCondLst>
                                    <p:cond delay="0"/>
                                  </p:stCondLst>
                                  <p:childTnLst>
                                    <p:set>
                                      <p:cBhvr>
                                        <p:cTn id="61" dur="1" fill="hold">
                                          <p:stCondLst>
                                            <p:cond delay="0"/>
                                          </p:stCondLst>
                                        </p:cTn>
                                        <p:tgtEl>
                                          <p:spTgt spid="7">
                                            <p:txEl>
                                              <p:pRg st="0" end="0"/>
                                            </p:txEl>
                                          </p:spTgt>
                                        </p:tgtEl>
                                        <p:attrNameLst>
                                          <p:attrName>style.visibility</p:attrName>
                                        </p:attrNameLst>
                                      </p:cBhvr>
                                      <p:to>
                                        <p:strVal val="visible"/>
                                      </p:to>
                                    </p:set>
                                    <p:animEffect transition="in" filter="fade">
                                      <p:cBhvr>
                                        <p:cTn id="62" dur="500"/>
                                        <p:tgtEl>
                                          <p:spTgt spid="7">
                                            <p:txEl>
                                              <p:pRg st="0" end="0"/>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7">
                                            <p:txEl>
                                              <p:pRg st="1" end="1"/>
                                            </p:txEl>
                                          </p:spTgt>
                                        </p:tgtEl>
                                        <p:attrNameLst>
                                          <p:attrName>style.visibility</p:attrName>
                                        </p:attrNameLst>
                                      </p:cBhvr>
                                      <p:to>
                                        <p:strVal val="visible"/>
                                      </p:to>
                                    </p:set>
                                    <p:animEffect transition="in" filter="fade">
                                      <p:cBhvr>
                                        <p:cTn id="65" dur="500"/>
                                        <p:tgtEl>
                                          <p:spTgt spid="7">
                                            <p:txEl>
                                              <p:pRg st="1" end="1"/>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7">
                                            <p:txEl>
                                              <p:pRg st="2" end="2"/>
                                            </p:txEl>
                                          </p:spTgt>
                                        </p:tgtEl>
                                        <p:attrNameLst>
                                          <p:attrName>style.visibility</p:attrName>
                                        </p:attrNameLst>
                                      </p:cBhvr>
                                      <p:to>
                                        <p:strVal val="visible"/>
                                      </p:to>
                                    </p:set>
                                    <p:animEffect transition="in" filter="fade">
                                      <p:cBhvr>
                                        <p:cTn id="68" dur="500"/>
                                        <p:tgtEl>
                                          <p:spTgt spid="7">
                                            <p:txEl>
                                              <p:pRg st="2" end="2"/>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animEffect transition="in" filter="fade">
                                      <p:cBhvr>
                                        <p:cTn id="71" dur="500"/>
                                        <p:tgtEl>
                                          <p:spTgt spid="7">
                                            <p:txEl>
                                              <p:pRg st="3" end="3"/>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7">
                                            <p:txEl>
                                              <p:pRg st="4" end="4"/>
                                            </p:txEl>
                                          </p:spTgt>
                                        </p:tgtEl>
                                        <p:attrNameLst>
                                          <p:attrName>style.visibility</p:attrName>
                                        </p:attrNameLst>
                                      </p:cBhvr>
                                      <p:to>
                                        <p:strVal val="visible"/>
                                      </p:to>
                                    </p:set>
                                    <p:animEffect transition="in" filter="fade">
                                      <p:cBhvr>
                                        <p:cTn id="74" dur="500"/>
                                        <p:tgtEl>
                                          <p:spTgt spid="7">
                                            <p:txEl>
                                              <p:pRg st="4" end="4"/>
                                            </p:txEl>
                                          </p:spTgt>
                                        </p:tgtEl>
                                      </p:cBhvr>
                                    </p:animEffect>
                                  </p:childTnLst>
                                </p:cTn>
                              </p:par>
                              <p:par>
                                <p:cTn id="75" presetID="10" presetClass="entr" presetSubtype="0" fill="hold" nodeType="withEffect">
                                  <p:stCondLst>
                                    <p:cond delay="0"/>
                                  </p:stCondLst>
                                  <p:childTnLst>
                                    <p:set>
                                      <p:cBhvr>
                                        <p:cTn id="76" dur="1" fill="hold">
                                          <p:stCondLst>
                                            <p:cond delay="0"/>
                                          </p:stCondLst>
                                        </p:cTn>
                                        <p:tgtEl>
                                          <p:spTgt spid="7">
                                            <p:txEl>
                                              <p:pRg st="5" end="5"/>
                                            </p:txEl>
                                          </p:spTgt>
                                        </p:tgtEl>
                                        <p:attrNameLst>
                                          <p:attrName>style.visibility</p:attrName>
                                        </p:attrNameLst>
                                      </p:cBhvr>
                                      <p:to>
                                        <p:strVal val="visible"/>
                                      </p:to>
                                    </p:set>
                                    <p:animEffect transition="in" filter="fade">
                                      <p:cBhvr>
                                        <p:cTn id="77" dur="500"/>
                                        <p:tgtEl>
                                          <p:spTgt spid="7">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7">
                                            <p:txEl>
                                              <p:pRg st="0" end="0"/>
                                            </p:txEl>
                                          </p:spTgt>
                                        </p:tgtEl>
                                        <p:attrNameLst>
                                          <p:attrName>style.visibility</p:attrName>
                                        </p:attrNameLst>
                                      </p:cBhvr>
                                      <p:to>
                                        <p:strVal val="visible"/>
                                      </p:to>
                                    </p:set>
                                    <p:animEffect transition="in" filter="fade">
                                      <p:cBhvr>
                                        <p:cTn id="82" dur="500"/>
                                        <p:tgtEl>
                                          <p:spTgt spid="47">
                                            <p:txEl>
                                              <p:pRg st="0" end="0"/>
                                            </p:txEl>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8">
                                            <p:txEl>
                                              <p:pRg st="0" end="0"/>
                                            </p:txEl>
                                          </p:spTgt>
                                        </p:tgtEl>
                                        <p:attrNameLst>
                                          <p:attrName>style.visibility</p:attrName>
                                        </p:attrNameLst>
                                      </p:cBhvr>
                                      <p:to>
                                        <p:strVal val="visible"/>
                                      </p:to>
                                    </p:set>
                                    <p:animEffect transition="in" filter="fade">
                                      <p:cBhvr>
                                        <p:cTn id="85" dur="500"/>
                                        <p:tgtEl>
                                          <p:spTgt spid="48">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9">
                                            <p:txEl>
                                              <p:pRg st="0" end="0"/>
                                            </p:txEl>
                                          </p:spTgt>
                                        </p:tgtEl>
                                        <p:attrNameLst>
                                          <p:attrName>style.visibility</p:attrName>
                                        </p:attrNameLst>
                                      </p:cBhvr>
                                      <p:to>
                                        <p:strVal val="visible"/>
                                      </p:to>
                                    </p:set>
                                    <p:animEffect transition="in" filter="fade">
                                      <p:cBhvr>
                                        <p:cTn id="90" dur="500"/>
                                        <p:tgtEl>
                                          <p:spTgt spid="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8" grpId="0" uiExpand="1" build="p"/>
      <p:bldP spid="49"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A29B-80EE-8D5C-F948-FE61A1096F70}"/>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AF32C75-AA27-7509-AA5A-974563C9A0AA}"/>
              </a:ext>
            </a:extLst>
          </p:cNvPr>
          <p:cNvSpPr>
            <a:spLocks noGrp="1"/>
          </p:cNvSpPr>
          <p:nvPr>
            <p:ph type="body" sz="quarter" idx="10"/>
          </p:nvPr>
        </p:nvSpPr>
        <p:spPr/>
        <p:txBody>
          <a:bodyPr/>
          <a:lstStyle/>
          <a:p>
            <a:r>
              <a:rPr lang="en-US"/>
              <a:t>Data </a:t>
            </a:r>
            <a:r>
              <a:rPr lang="en-US" err="1"/>
              <a:t>organisation</a:t>
            </a:r>
            <a:endParaRPr lang="nl-NL"/>
          </a:p>
        </p:txBody>
      </p:sp>
    </p:spTree>
    <p:extLst>
      <p:ext uri="{BB962C8B-B14F-4D97-AF65-F5344CB8AC3E}">
        <p14:creationId xmlns:p14="http://schemas.microsoft.com/office/powerpoint/2010/main" val="3250323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30D47D6-2AAE-3162-4CBB-B92A3CFB421F}"/>
              </a:ext>
            </a:extLst>
          </p:cNvPr>
          <p:cNvSpPr>
            <a:spLocks noGrp="1"/>
          </p:cNvSpPr>
          <p:nvPr>
            <p:ph type="body" sz="quarter" idx="13"/>
          </p:nvPr>
        </p:nvSpPr>
        <p:spPr>
          <a:xfrm>
            <a:off x="1017712" y="2215838"/>
            <a:ext cx="10298980" cy="432049"/>
          </a:xfrm>
        </p:spPr>
        <p:txBody>
          <a:bodyPr/>
          <a:lstStyle/>
          <a:p>
            <a:r>
              <a:rPr lang="en-US" sz="2800" dirty="0"/>
              <a:t>Which FAIR data are available to conduct the project? </a:t>
            </a:r>
          </a:p>
          <a:p>
            <a:endParaRPr lang="en-US" sz="2800" dirty="0"/>
          </a:p>
          <a:p>
            <a:endParaRPr lang="nl-NL" dirty="0"/>
          </a:p>
        </p:txBody>
      </p:sp>
      <p:sp>
        <p:nvSpPr>
          <p:cNvPr id="3" name="Titel 2">
            <a:extLst>
              <a:ext uri="{FF2B5EF4-FFF2-40B4-BE49-F238E27FC236}">
                <a16:creationId xmlns:a16="http://schemas.microsoft.com/office/drawing/2014/main" id="{CB391245-1482-FD77-A0EE-F37A9EC2834C}"/>
              </a:ext>
            </a:extLst>
          </p:cNvPr>
          <p:cNvSpPr>
            <a:spLocks noGrp="1"/>
          </p:cNvSpPr>
          <p:nvPr>
            <p:ph type="title"/>
          </p:nvPr>
        </p:nvSpPr>
        <p:spPr/>
        <p:txBody>
          <a:bodyPr/>
          <a:lstStyle/>
          <a:p>
            <a:r>
              <a:rPr lang="en-US"/>
              <a:t>Data collection</a:t>
            </a:r>
            <a:endParaRPr lang="nl-NL"/>
          </a:p>
        </p:txBody>
      </p:sp>
      <p:sp>
        <p:nvSpPr>
          <p:cNvPr id="4" name="Tijdelijke aanduiding voor tekst 3">
            <a:extLst>
              <a:ext uri="{FF2B5EF4-FFF2-40B4-BE49-F238E27FC236}">
                <a16:creationId xmlns:a16="http://schemas.microsoft.com/office/drawing/2014/main" id="{EB350205-4BF9-D48A-BDC2-861A5F0AA2A7}"/>
              </a:ext>
            </a:extLst>
          </p:cNvPr>
          <p:cNvSpPr>
            <a:spLocks noGrp="1"/>
          </p:cNvSpPr>
          <p:nvPr>
            <p:ph type="body" sz="quarter" idx="1002"/>
          </p:nvPr>
        </p:nvSpPr>
        <p:spPr/>
        <p:txBody>
          <a:bodyPr/>
          <a:lstStyle/>
          <a:p>
            <a:endParaRPr lang="nl-NL"/>
          </a:p>
        </p:txBody>
      </p:sp>
      <p:sp>
        <p:nvSpPr>
          <p:cNvPr id="7" name="Tijdelijke aanduiding voor tekst 1">
            <a:extLst>
              <a:ext uri="{FF2B5EF4-FFF2-40B4-BE49-F238E27FC236}">
                <a16:creationId xmlns:a16="http://schemas.microsoft.com/office/drawing/2014/main" id="{8508838C-ADBD-5C58-DD23-B122D51B3B59}"/>
              </a:ext>
            </a:extLst>
          </p:cNvPr>
          <p:cNvSpPr txBox="1">
            <a:spLocks/>
          </p:cNvSpPr>
          <p:nvPr/>
        </p:nvSpPr>
        <p:spPr bwMode="gray">
          <a:xfrm>
            <a:off x="1557883" y="3337117"/>
            <a:ext cx="3025949"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dirty="0"/>
              <a:t>Generate new data</a:t>
            </a:r>
            <a:endParaRPr lang="nl-NL" sz="1600" dirty="0"/>
          </a:p>
        </p:txBody>
      </p:sp>
      <p:sp>
        <p:nvSpPr>
          <p:cNvPr id="8" name="Tijdelijke aanduiding voor tekst 1">
            <a:extLst>
              <a:ext uri="{FF2B5EF4-FFF2-40B4-BE49-F238E27FC236}">
                <a16:creationId xmlns:a16="http://schemas.microsoft.com/office/drawing/2014/main" id="{22176313-F1A1-9B34-D204-F7C50D4C6818}"/>
              </a:ext>
            </a:extLst>
          </p:cNvPr>
          <p:cNvSpPr txBox="1">
            <a:spLocks/>
          </p:cNvSpPr>
          <p:nvPr/>
        </p:nvSpPr>
        <p:spPr bwMode="gray">
          <a:xfrm>
            <a:off x="7750572" y="3360221"/>
            <a:ext cx="3168352"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dirty="0"/>
              <a:t>Re-use FAIR data</a:t>
            </a:r>
            <a:endParaRPr lang="nl-NL" sz="1600" dirty="0"/>
          </a:p>
        </p:txBody>
      </p:sp>
      <p:sp>
        <p:nvSpPr>
          <p:cNvPr id="9" name="Tijdelijke aanduiding voor tekst 1">
            <a:extLst>
              <a:ext uri="{FF2B5EF4-FFF2-40B4-BE49-F238E27FC236}">
                <a16:creationId xmlns:a16="http://schemas.microsoft.com/office/drawing/2014/main" id="{0C89B5C6-5D27-EF05-4528-8BD4FCFFEEDA}"/>
              </a:ext>
            </a:extLst>
          </p:cNvPr>
          <p:cNvSpPr txBox="1">
            <a:spLocks/>
          </p:cNvSpPr>
          <p:nvPr/>
        </p:nvSpPr>
        <p:spPr bwMode="gray">
          <a:xfrm>
            <a:off x="2371741" y="4210113"/>
            <a:ext cx="2243733"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Non-FAIR data</a:t>
            </a:r>
            <a:endParaRPr lang="nl-NL" sz="1600"/>
          </a:p>
        </p:txBody>
      </p:sp>
      <p:sp>
        <p:nvSpPr>
          <p:cNvPr id="10" name="Tijdelijke aanduiding voor tekst 1">
            <a:extLst>
              <a:ext uri="{FF2B5EF4-FFF2-40B4-BE49-F238E27FC236}">
                <a16:creationId xmlns:a16="http://schemas.microsoft.com/office/drawing/2014/main" id="{80B183A0-D6CF-77ED-7333-2D89888CFBCF}"/>
              </a:ext>
            </a:extLst>
          </p:cNvPr>
          <p:cNvSpPr txBox="1">
            <a:spLocks/>
          </p:cNvSpPr>
          <p:nvPr/>
        </p:nvSpPr>
        <p:spPr bwMode="gray">
          <a:xfrm>
            <a:off x="7718930" y="4232539"/>
            <a:ext cx="2243733"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FAIR data</a:t>
            </a:r>
            <a:endParaRPr lang="nl-NL" sz="1600"/>
          </a:p>
        </p:txBody>
      </p:sp>
      <p:sp>
        <p:nvSpPr>
          <p:cNvPr id="12" name="Tijdelijke aanduiding voor tekst 1">
            <a:extLst>
              <a:ext uri="{FF2B5EF4-FFF2-40B4-BE49-F238E27FC236}">
                <a16:creationId xmlns:a16="http://schemas.microsoft.com/office/drawing/2014/main" id="{A36CE232-3791-0AC5-8328-2AD49686B4A5}"/>
              </a:ext>
            </a:extLst>
          </p:cNvPr>
          <p:cNvSpPr txBox="1">
            <a:spLocks/>
          </p:cNvSpPr>
          <p:nvPr/>
        </p:nvSpPr>
        <p:spPr bwMode="gray">
          <a:xfrm>
            <a:off x="2156865" y="5060005"/>
            <a:ext cx="2458609"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Data preserved</a:t>
            </a:r>
            <a:endParaRPr lang="nl-NL" sz="1600"/>
          </a:p>
        </p:txBody>
      </p:sp>
      <p:sp>
        <p:nvSpPr>
          <p:cNvPr id="13" name="Tijdelijke aanduiding voor tekst 1">
            <a:extLst>
              <a:ext uri="{FF2B5EF4-FFF2-40B4-BE49-F238E27FC236}">
                <a16:creationId xmlns:a16="http://schemas.microsoft.com/office/drawing/2014/main" id="{25D4F809-3703-AD63-10A2-B6E3690F2B87}"/>
              </a:ext>
            </a:extLst>
          </p:cNvPr>
          <p:cNvSpPr txBox="1">
            <a:spLocks/>
          </p:cNvSpPr>
          <p:nvPr/>
        </p:nvSpPr>
        <p:spPr bwMode="gray">
          <a:xfrm>
            <a:off x="7718930" y="5060005"/>
            <a:ext cx="2458609"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Data discarded</a:t>
            </a:r>
            <a:endParaRPr lang="nl-NL" sz="1600"/>
          </a:p>
        </p:txBody>
      </p:sp>
      <p:sp>
        <p:nvSpPr>
          <p:cNvPr id="16" name="Tijdelijke aanduiding voor tekst 1">
            <a:extLst>
              <a:ext uri="{FF2B5EF4-FFF2-40B4-BE49-F238E27FC236}">
                <a16:creationId xmlns:a16="http://schemas.microsoft.com/office/drawing/2014/main" id="{62748792-9115-7A9C-CD40-39A10144E77E}"/>
              </a:ext>
            </a:extLst>
          </p:cNvPr>
          <p:cNvSpPr txBox="1">
            <a:spLocks/>
          </p:cNvSpPr>
          <p:nvPr/>
        </p:nvSpPr>
        <p:spPr bwMode="gray">
          <a:xfrm>
            <a:off x="3053007" y="5892672"/>
            <a:ext cx="1562871"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New data</a:t>
            </a:r>
            <a:endParaRPr lang="nl-NL" sz="1600"/>
          </a:p>
        </p:txBody>
      </p:sp>
      <p:sp>
        <p:nvSpPr>
          <p:cNvPr id="17" name="Tijdelijke aanduiding voor tekst 1">
            <a:extLst>
              <a:ext uri="{FF2B5EF4-FFF2-40B4-BE49-F238E27FC236}">
                <a16:creationId xmlns:a16="http://schemas.microsoft.com/office/drawing/2014/main" id="{95E5562E-2DDB-AD6E-DA59-91002DFA2886}"/>
              </a:ext>
            </a:extLst>
          </p:cNvPr>
          <p:cNvSpPr txBox="1">
            <a:spLocks/>
          </p:cNvSpPr>
          <p:nvPr/>
        </p:nvSpPr>
        <p:spPr bwMode="gray">
          <a:xfrm>
            <a:off x="7750572" y="5926587"/>
            <a:ext cx="4441428"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err="1"/>
              <a:t>Superceding</a:t>
            </a:r>
            <a:r>
              <a:rPr lang="en-US" sz="2400"/>
              <a:t> existing data</a:t>
            </a:r>
            <a:endParaRPr lang="nl-NL" sz="1600"/>
          </a:p>
        </p:txBody>
      </p:sp>
      <p:grpSp>
        <p:nvGrpSpPr>
          <p:cNvPr id="31" name="Groep 30">
            <a:extLst>
              <a:ext uri="{FF2B5EF4-FFF2-40B4-BE49-F238E27FC236}">
                <a16:creationId xmlns:a16="http://schemas.microsoft.com/office/drawing/2014/main" id="{761D5C3F-EE12-5C69-7527-A6764CFD43D5}"/>
              </a:ext>
            </a:extLst>
          </p:cNvPr>
          <p:cNvGrpSpPr/>
          <p:nvPr/>
        </p:nvGrpSpPr>
        <p:grpSpPr>
          <a:xfrm>
            <a:off x="4737535" y="3259842"/>
            <a:ext cx="2806920" cy="587160"/>
            <a:chOff x="4737535" y="3259842"/>
            <a:chExt cx="2806920" cy="58716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8" name="Inkt 27">
                  <a:extLst>
                    <a:ext uri="{FF2B5EF4-FFF2-40B4-BE49-F238E27FC236}">
                      <a16:creationId xmlns:a16="http://schemas.microsoft.com/office/drawing/2014/main" id="{F222AF8E-CCF4-9A50-BD64-0C56C681F278}"/>
                    </a:ext>
                  </a:extLst>
                </p14:cNvPr>
                <p14:cNvContentPartPr/>
                <p14:nvPr/>
              </p14:nvContentPartPr>
              <p14:xfrm>
                <a:off x="4737535" y="3283242"/>
                <a:ext cx="290160" cy="510120"/>
              </p14:xfrm>
            </p:contentPart>
          </mc:Choice>
          <mc:Fallback xmlns="">
            <p:pic>
              <p:nvPicPr>
                <p:cNvPr id="28" name="Inkt 27">
                  <a:extLst>
                    <a:ext uri="{FF2B5EF4-FFF2-40B4-BE49-F238E27FC236}">
                      <a16:creationId xmlns:a16="http://schemas.microsoft.com/office/drawing/2014/main" id="{F222AF8E-CCF4-9A50-BD64-0C56C681F278}"/>
                    </a:ext>
                  </a:extLst>
                </p:cNvPr>
                <p:cNvPicPr/>
                <p:nvPr/>
              </p:nvPicPr>
              <p:blipFill>
                <a:blip r:embed="rId4"/>
                <a:stretch>
                  <a:fillRect/>
                </a:stretch>
              </p:blipFill>
              <p:spPr>
                <a:xfrm>
                  <a:off x="4674535" y="2904975"/>
                  <a:ext cx="415800" cy="126629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9" name="Inkt 28">
                  <a:extLst>
                    <a:ext uri="{FF2B5EF4-FFF2-40B4-BE49-F238E27FC236}">
                      <a16:creationId xmlns:a16="http://schemas.microsoft.com/office/drawing/2014/main" id="{26EF668C-7802-0909-B8AA-2A93C74D65AC}"/>
                    </a:ext>
                  </a:extLst>
                </p14:cNvPr>
                <p14:cNvContentPartPr/>
                <p14:nvPr/>
              </p14:nvContentPartPr>
              <p14:xfrm>
                <a:off x="4773535" y="3532362"/>
                <a:ext cx="2625840" cy="12960"/>
              </p14:xfrm>
            </p:contentPart>
          </mc:Choice>
          <mc:Fallback xmlns="">
            <p:pic>
              <p:nvPicPr>
                <p:cNvPr id="29" name="Inkt 28">
                  <a:extLst>
                    <a:ext uri="{FF2B5EF4-FFF2-40B4-BE49-F238E27FC236}">
                      <a16:creationId xmlns:a16="http://schemas.microsoft.com/office/drawing/2014/main" id="{26EF668C-7802-0909-B8AA-2A93C74D65AC}"/>
                    </a:ext>
                  </a:extLst>
                </p:cNvPr>
                <p:cNvPicPr/>
                <p:nvPr/>
              </p:nvPicPr>
              <p:blipFill>
                <a:blip r:embed="rId6"/>
                <a:stretch>
                  <a:fillRect/>
                </a:stretch>
              </p:blipFill>
              <p:spPr>
                <a:xfrm>
                  <a:off x="4710526" y="3154362"/>
                  <a:ext cx="2751497" cy="768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30" name="Inkt 29">
                  <a:extLst>
                    <a:ext uri="{FF2B5EF4-FFF2-40B4-BE49-F238E27FC236}">
                      <a16:creationId xmlns:a16="http://schemas.microsoft.com/office/drawing/2014/main" id="{EDB7FC45-6000-8314-90A9-FF10887E9E24}"/>
                    </a:ext>
                  </a:extLst>
                </p14:cNvPr>
                <p14:cNvContentPartPr/>
                <p14:nvPr/>
              </p14:nvContentPartPr>
              <p14:xfrm>
                <a:off x="7132615" y="3259842"/>
                <a:ext cx="411840" cy="587160"/>
              </p14:xfrm>
            </p:contentPart>
          </mc:Choice>
          <mc:Fallback xmlns="">
            <p:pic>
              <p:nvPicPr>
                <p:cNvPr id="30" name="Inkt 29">
                  <a:extLst>
                    <a:ext uri="{FF2B5EF4-FFF2-40B4-BE49-F238E27FC236}">
                      <a16:creationId xmlns:a16="http://schemas.microsoft.com/office/drawing/2014/main" id="{EDB7FC45-6000-8314-90A9-FF10887E9E24}"/>
                    </a:ext>
                  </a:extLst>
                </p:cNvPr>
                <p:cNvPicPr/>
                <p:nvPr/>
              </p:nvPicPr>
              <p:blipFill>
                <a:blip r:embed="rId8"/>
                <a:stretch>
                  <a:fillRect/>
                </a:stretch>
              </p:blipFill>
              <p:spPr>
                <a:xfrm>
                  <a:off x="7069615" y="2881842"/>
                  <a:ext cx="537480" cy="1342800"/>
                </a:xfrm>
                <a:prstGeom prst="rect">
                  <a:avLst/>
                </a:prstGeom>
              </p:spPr>
            </p:pic>
          </mc:Fallback>
        </mc:AlternateContent>
      </p:grpSp>
      <p:grpSp>
        <p:nvGrpSpPr>
          <p:cNvPr id="35" name="Groep 34">
            <a:extLst>
              <a:ext uri="{FF2B5EF4-FFF2-40B4-BE49-F238E27FC236}">
                <a16:creationId xmlns:a16="http://schemas.microsoft.com/office/drawing/2014/main" id="{AC443E7D-C9D2-4C51-75E8-B98C7C893F4B}"/>
              </a:ext>
            </a:extLst>
          </p:cNvPr>
          <p:cNvGrpSpPr/>
          <p:nvPr/>
        </p:nvGrpSpPr>
        <p:grpSpPr>
          <a:xfrm>
            <a:off x="4738255" y="4132122"/>
            <a:ext cx="2818440" cy="519120"/>
            <a:chOff x="4738255" y="4132122"/>
            <a:chExt cx="2818440" cy="519120"/>
          </a:xfrm>
        </p:grpSpPr>
        <mc:AlternateContent xmlns:mc="http://schemas.openxmlformats.org/markup-compatibility/2006" xmlns:p14="http://schemas.microsoft.com/office/powerpoint/2010/main" xmlns:aink="http://schemas.microsoft.com/office/drawing/2016/ink">
          <mc:Choice Requires="p14 aink">
            <p:contentPart p14:bwMode="auto" r:id="rId9">
              <p14:nvContentPartPr>
                <p14:cNvPr id="33" name="Inkt 32">
                  <a:extLst>
                    <a:ext uri="{FF2B5EF4-FFF2-40B4-BE49-F238E27FC236}">
                      <a16:creationId xmlns:a16="http://schemas.microsoft.com/office/drawing/2014/main" id="{67A64179-0ABD-CAE2-9E82-67E86C4194CA}"/>
                    </a:ext>
                  </a:extLst>
                </p14:cNvPr>
                <p14:cNvContentPartPr/>
                <p14:nvPr/>
              </p14:nvContentPartPr>
              <p14:xfrm>
                <a:off x="4738255" y="4334082"/>
                <a:ext cx="2752560" cy="42480"/>
              </p14:xfrm>
            </p:contentPart>
          </mc:Choice>
          <mc:Fallback xmlns="">
            <p:pic>
              <p:nvPicPr>
                <p:cNvPr id="33" name="Inkt 32">
                  <a:extLst>
                    <a:ext uri="{FF2B5EF4-FFF2-40B4-BE49-F238E27FC236}">
                      <a16:creationId xmlns:a16="http://schemas.microsoft.com/office/drawing/2014/main" id="{67A64179-0ABD-CAE2-9E82-67E86C4194CA}"/>
                    </a:ext>
                  </a:extLst>
                </p:cNvPr>
                <p:cNvPicPr/>
                <p:nvPr/>
              </p:nvPicPr>
              <p:blipFill>
                <a:blip r:embed="rId10"/>
                <a:stretch>
                  <a:fillRect/>
                </a:stretch>
              </p:blipFill>
              <p:spPr>
                <a:xfrm>
                  <a:off x="4675255" y="3956082"/>
                  <a:ext cx="2878200" cy="79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34" name="Inkt 33">
                  <a:extLst>
                    <a:ext uri="{FF2B5EF4-FFF2-40B4-BE49-F238E27FC236}">
                      <a16:creationId xmlns:a16="http://schemas.microsoft.com/office/drawing/2014/main" id="{42E63720-674C-05B5-4788-DBD46E176DC4}"/>
                    </a:ext>
                  </a:extLst>
                </p14:cNvPr>
                <p14:cNvContentPartPr/>
                <p14:nvPr/>
              </p14:nvContentPartPr>
              <p14:xfrm>
                <a:off x="7226215" y="4132122"/>
                <a:ext cx="330480" cy="519120"/>
              </p14:xfrm>
            </p:contentPart>
          </mc:Choice>
          <mc:Fallback xmlns="">
            <p:pic>
              <p:nvPicPr>
                <p:cNvPr id="34" name="Inkt 33">
                  <a:extLst>
                    <a:ext uri="{FF2B5EF4-FFF2-40B4-BE49-F238E27FC236}">
                      <a16:creationId xmlns:a16="http://schemas.microsoft.com/office/drawing/2014/main" id="{42E63720-674C-05B5-4788-DBD46E176DC4}"/>
                    </a:ext>
                  </a:extLst>
                </p:cNvPr>
                <p:cNvPicPr/>
                <p:nvPr/>
              </p:nvPicPr>
              <p:blipFill>
                <a:blip r:embed="rId12"/>
                <a:stretch>
                  <a:fillRect/>
                </a:stretch>
              </p:blipFill>
              <p:spPr>
                <a:xfrm>
                  <a:off x="7163146" y="3754122"/>
                  <a:ext cx="456257" cy="127476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36" name="Inkt 35">
                <a:extLst>
                  <a:ext uri="{FF2B5EF4-FFF2-40B4-BE49-F238E27FC236}">
                    <a16:creationId xmlns:a16="http://schemas.microsoft.com/office/drawing/2014/main" id="{EBCFE25B-E61A-7F61-D2CE-A5A627BA1BB4}"/>
                  </a:ext>
                </a:extLst>
              </p14:cNvPr>
              <p14:cNvContentPartPr/>
              <p14:nvPr/>
            </p14:nvContentPartPr>
            <p14:xfrm>
              <a:off x="4678135" y="5035002"/>
              <a:ext cx="293400" cy="502920"/>
            </p14:xfrm>
          </p:contentPart>
        </mc:Choice>
        <mc:Fallback xmlns="">
          <p:pic>
            <p:nvPicPr>
              <p:cNvPr id="36" name="Inkt 35">
                <a:extLst>
                  <a:ext uri="{FF2B5EF4-FFF2-40B4-BE49-F238E27FC236}">
                    <a16:creationId xmlns:a16="http://schemas.microsoft.com/office/drawing/2014/main" id="{EBCFE25B-E61A-7F61-D2CE-A5A627BA1BB4}"/>
                  </a:ext>
                </a:extLst>
              </p:cNvPr>
              <p:cNvPicPr/>
              <p:nvPr/>
            </p:nvPicPr>
            <p:blipFill>
              <a:blip r:embed="rId14"/>
              <a:stretch>
                <a:fillRect/>
              </a:stretch>
            </p:blipFill>
            <p:spPr>
              <a:xfrm>
                <a:off x="4615135" y="4656731"/>
                <a:ext cx="419040" cy="125910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37" name="Inkt 36">
                <a:extLst>
                  <a:ext uri="{FF2B5EF4-FFF2-40B4-BE49-F238E27FC236}">
                    <a16:creationId xmlns:a16="http://schemas.microsoft.com/office/drawing/2014/main" id="{F2F51241-50D7-C48E-EDFC-D835097603F4}"/>
                  </a:ext>
                </a:extLst>
              </p14:cNvPr>
              <p14:cNvContentPartPr/>
              <p14:nvPr/>
            </p14:nvContentPartPr>
            <p14:xfrm>
              <a:off x="4696495" y="5278362"/>
              <a:ext cx="2939760" cy="71640"/>
            </p14:xfrm>
          </p:contentPart>
        </mc:Choice>
        <mc:Fallback xmlns="">
          <p:pic>
            <p:nvPicPr>
              <p:cNvPr id="37" name="Inkt 36">
                <a:extLst>
                  <a:ext uri="{FF2B5EF4-FFF2-40B4-BE49-F238E27FC236}">
                    <a16:creationId xmlns:a16="http://schemas.microsoft.com/office/drawing/2014/main" id="{F2F51241-50D7-C48E-EDFC-D835097603F4}"/>
                  </a:ext>
                </a:extLst>
              </p:cNvPr>
              <p:cNvPicPr/>
              <p:nvPr/>
            </p:nvPicPr>
            <p:blipFill>
              <a:blip r:embed="rId16"/>
              <a:stretch>
                <a:fillRect/>
              </a:stretch>
            </p:blipFill>
            <p:spPr>
              <a:xfrm>
                <a:off x="4633503" y="4900362"/>
                <a:ext cx="3065385" cy="827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40" name="Inkt 39">
                <a:extLst>
                  <a:ext uri="{FF2B5EF4-FFF2-40B4-BE49-F238E27FC236}">
                    <a16:creationId xmlns:a16="http://schemas.microsoft.com/office/drawing/2014/main" id="{0B3A1760-9C6D-4E11-AE4A-F59C33FBCB05}"/>
                  </a:ext>
                </a:extLst>
              </p14:cNvPr>
              <p14:cNvContentPartPr/>
              <p14:nvPr/>
            </p14:nvContentPartPr>
            <p14:xfrm>
              <a:off x="7359775" y="5028882"/>
              <a:ext cx="277920" cy="625320"/>
            </p14:xfrm>
          </p:contentPart>
        </mc:Choice>
        <mc:Fallback xmlns="">
          <p:pic>
            <p:nvPicPr>
              <p:cNvPr id="40" name="Inkt 39">
                <a:extLst>
                  <a:ext uri="{FF2B5EF4-FFF2-40B4-BE49-F238E27FC236}">
                    <a16:creationId xmlns:a16="http://schemas.microsoft.com/office/drawing/2014/main" id="{0B3A1760-9C6D-4E11-AE4A-F59C33FBCB05}"/>
                  </a:ext>
                </a:extLst>
              </p:cNvPr>
              <p:cNvPicPr/>
              <p:nvPr/>
            </p:nvPicPr>
            <p:blipFill>
              <a:blip r:embed="rId18"/>
              <a:stretch>
                <a:fillRect/>
              </a:stretch>
            </p:blipFill>
            <p:spPr>
              <a:xfrm>
                <a:off x="7296775" y="4650882"/>
                <a:ext cx="403560" cy="1380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43" name="Inkt 42">
                <a:extLst>
                  <a:ext uri="{FF2B5EF4-FFF2-40B4-BE49-F238E27FC236}">
                    <a16:creationId xmlns:a16="http://schemas.microsoft.com/office/drawing/2014/main" id="{B30ACC87-CC10-8B78-C206-F0E61590B1C7}"/>
                  </a:ext>
                </a:extLst>
              </p14:cNvPr>
              <p14:cNvContentPartPr/>
              <p14:nvPr/>
            </p14:nvContentPartPr>
            <p14:xfrm>
              <a:off x="4767775" y="6026082"/>
              <a:ext cx="2791080" cy="48600"/>
            </p14:xfrm>
          </p:contentPart>
        </mc:Choice>
        <mc:Fallback xmlns="">
          <p:pic>
            <p:nvPicPr>
              <p:cNvPr id="43" name="Inkt 42">
                <a:extLst>
                  <a:ext uri="{FF2B5EF4-FFF2-40B4-BE49-F238E27FC236}">
                    <a16:creationId xmlns:a16="http://schemas.microsoft.com/office/drawing/2014/main" id="{B30ACC87-CC10-8B78-C206-F0E61590B1C7}"/>
                  </a:ext>
                </a:extLst>
              </p:cNvPr>
              <p:cNvPicPr/>
              <p:nvPr/>
            </p:nvPicPr>
            <p:blipFill>
              <a:blip r:embed="rId20"/>
              <a:stretch>
                <a:fillRect/>
              </a:stretch>
            </p:blipFill>
            <p:spPr>
              <a:xfrm>
                <a:off x="4704775" y="5648082"/>
                <a:ext cx="2916720" cy="804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46" name="Inkt 45">
                <a:extLst>
                  <a:ext uri="{FF2B5EF4-FFF2-40B4-BE49-F238E27FC236}">
                    <a16:creationId xmlns:a16="http://schemas.microsoft.com/office/drawing/2014/main" id="{7FB3EB75-CE99-D25D-F317-560B24DE2BCE}"/>
                  </a:ext>
                </a:extLst>
              </p14:cNvPr>
              <p14:cNvContentPartPr/>
              <p14:nvPr/>
            </p14:nvContentPartPr>
            <p14:xfrm>
              <a:off x="7323415" y="5830602"/>
              <a:ext cx="207360" cy="560520"/>
            </p14:xfrm>
          </p:contentPart>
        </mc:Choice>
        <mc:Fallback xmlns="">
          <p:pic>
            <p:nvPicPr>
              <p:cNvPr id="46" name="Inkt 45">
                <a:extLst>
                  <a:ext uri="{FF2B5EF4-FFF2-40B4-BE49-F238E27FC236}">
                    <a16:creationId xmlns:a16="http://schemas.microsoft.com/office/drawing/2014/main" id="{7FB3EB75-CE99-D25D-F317-560B24DE2BCE}"/>
                  </a:ext>
                </a:extLst>
              </p:cNvPr>
              <p:cNvPicPr/>
              <p:nvPr/>
            </p:nvPicPr>
            <p:blipFill>
              <a:blip r:embed="rId22"/>
              <a:stretch>
                <a:fillRect/>
              </a:stretch>
            </p:blipFill>
            <p:spPr>
              <a:xfrm>
                <a:off x="7260415" y="5452602"/>
                <a:ext cx="333000" cy="1316160"/>
              </a:xfrm>
              <a:prstGeom prst="rect">
                <a:avLst/>
              </a:prstGeom>
            </p:spPr>
          </p:pic>
        </mc:Fallback>
      </mc:AlternateContent>
    </p:spTree>
    <p:extLst>
      <p:ext uri="{BB962C8B-B14F-4D97-AF65-F5344CB8AC3E}">
        <p14:creationId xmlns:p14="http://schemas.microsoft.com/office/powerpoint/2010/main" val="7629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63"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 calcmode="lin" valueType="num">
                                      <p:cBhvr>
                                        <p:cTn id="18" dur="1000" fill="hold"/>
                                        <p:tgtEl>
                                          <p:spTgt spid="31"/>
                                        </p:tgtEl>
                                        <p:attrNameLst>
                                          <p:attrName>drawProgress</p:attrName>
                                        </p:attrNameLst>
                                      </p:cBhvr>
                                      <p:tavLst>
                                        <p:tav tm="0">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63"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p:cTn id="29" dur="1000" fill="hold"/>
                                        <p:tgtEl>
                                          <p:spTgt spid="35"/>
                                        </p:tgtEl>
                                        <p:attrNameLst>
                                          <p:attrName>drawProgress</p:attrName>
                                        </p:attrNameLst>
                                      </p:cBhvr>
                                      <p:tavLst>
                                        <p:tav tm="0">
                                          <p:val>
                                            <p:fltVal val="0"/>
                                          </p:val>
                                        </p:tav>
                                        <p:tav tm="100000">
                                          <p:val>
                                            <p:fltVal val="1"/>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63" presetClass="entr" presetSubtype="0" fill="hold" nodeType="withEffect">
                                  <p:stCondLst>
                                    <p:cond delay="0"/>
                                  </p:stCondLst>
                                  <p:childTnLst>
                                    <p:set>
                                      <p:cBhvr>
                                        <p:cTn id="39" dur="1" fill="hold">
                                          <p:stCondLst>
                                            <p:cond delay="0"/>
                                          </p:stCondLst>
                                        </p:cTn>
                                        <p:tgtEl>
                                          <p:spTgt spid="36"/>
                                        </p:tgtEl>
                                        <p:attrNameLst>
                                          <p:attrName>style.visibility</p:attrName>
                                        </p:attrNameLst>
                                      </p:cBhvr>
                                      <p:to>
                                        <p:strVal val="visible"/>
                                      </p:to>
                                    </p:set>
                                    <p:anim calcmode="lin" valueType="num">
                                      <p:cBhvr>
                                        <p:cTn id="40" dur="1000" fill="hold"/>
                                        <p:tgtEl>
                                          <p:spTgt spid="36"/>
                                        </p:tgtEl>
                                        <p:attrNameLst>
                                          <p:attrName>drawProgress</p:attrName>
                                        </p:attrNameLst>
                                      </p:cBhvr>
                                      <p:tavLst>
                                        <p:tav tm="0">
                                          <p:val>
                                            <p:fltVal val="0"/>
                                          </p:val>
                                        </p:tav>
                                        <p:tav tm="100000">
                                          <p:val>
                                            <p:fltVal val="1"/>
                                          </p:val>
                                        </p:tav>
                                      </p:tavLst>
                                    </p:anim>
                                  </p:childTnLst>
                                </p:cTn>
                              </p:par>
                              <p:par>
                                <p:cTn id="41" presetID="63"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anim calcmode="lin" valueType="num">
                                      <p:cBhvr>
                                        <p:cTn id="43" dur="1000" fill="hold"/>
                                        <p:tgtEl>
                                          <p:spTgt spid="37"/>
                                        </p:tgtEl>
                                        <p:attrNameLst>
                                          <p:attrName>drawProgress</p:attrName>
                                        </p:attrNameLst>
                                      </p:cBhvr>
                                      <p:tavLst>
                                        <p:tav tm="0">
                                          <p:val>
                                            <p:fltVal val="0"/>
                                          </p:val>
                                        </p:tav>
                                        <p:tav tm="100000">
                                          <p:val>
                                            <p:fltVal val="1"/>
                                          </p:val>
                                        </p:tav>
                                      </p:tavLst>
                                    </p:anim>
                                  </p:childTnLst>
                                </p:cTn>
                              </p:par>
                              <p:par>
                                <p:cTn id="44" presetID="63" presetClass="entr" presetSubtype="0" fill="hold" nodeType="withEffect">
                                  <p:stCondLst>
                                    <p:cond delay="0"/>
                                  </p:stCondLst>
                                  <p:childTnLst>
                                    <p:set>
                                      <p:cBhvr>
                                        <p:cTn id="45" dur="1" fill="hold">
                                          <p:stCondLst>
                                            <p:cond delay="0"/>
                                          </p:stCondLst>
                                        </p:cTn>
                                        <p:tgtEl>
                                          <p:spTgt spid="40"/>
                                        </p:tgtEl>
                                        <p:attrNameLst>
                                          <p:attrName>style.visibility</p:attrName>
                                        </p:attrNameLst>
                                      </p:cBhvr>
                                      <p:to>
                                        <p:strVal val="visible"/>
                                      </p:to>
                                    </p:set>
                                    <p:anim calcmode="lin" valueType="num">
                                      <p:cBhvr>
                                        <p:cTn id="46" dur="1000" fill="hold"/>
                                        <p:tgtEl>
                                          <p:spTgt spid="40"/>
                                        </p:tgtEl>
                                        <p:attrNameLst>
                                          <p:attrName>drawProgress</p:attrName>
                                        </p:attrNameLst>
                                      </p:cBhvr>
                                      <p:tavLst>
                                        <p:tav tm="0">
                                          <p:val>
                                            <p:fltVal val="0"/>
                                          </p:val>
                                        </p:tav>
                                        <p:tav tm="100000">
                                          <p:val>
                                            <p:fltVal val="1"/>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63" presetClass="entr" presetSubtype="0" fill="hold" nodeType="withEffect">
                                  <p:stCondLst>
                                    <p:cond delay="0"/>
                                  </p:stCondLst>
                                  <p:childTnLst>
                                    <p:set>
                                      <p:cBhvr>
                                        <p:cTn id="56" dur="1" fill="hold">
                                          <p:stCondLst>
                                            <p:cond delay="0"/>
                                          </p:stCondLst>
                                        </p:cTn>
                                        <p:tgtEl>
                                          <p:spTgt spid="43"/>
                                        </p:tgtEl>
                                        <p:attrNameLst>
                                          <p:attrName>style.visibility</p:attrName>
                                        </p:attrNameLst>
                                      </p:cBhvr>
                                      <p:to>
                                        <p:strVal val="visible"/>
                                      </p:to>
                                    </p:set>
                                    <p:anim calcmode="lin" valueType="num">
                                      <p:cBhvr>
                                        <p:cTn id="57" dur="1000" fill="hold"/>
                                        <p:tgtEl>
                                          <p:spTgt spid="43"/>
                                        </p:tgtEl>
                                        <p:attrNameLst>
                                          <p:attrName>drawProgress</p:attrName>
                                        </p:attrNameLst>
                                      </p:cBhvr>
                                      <p:tavLst>
                                        <p:tav tm="0">
                                          <p:val>
                                            <p:fltVal val="0"/>
                                          </p:val>
                                        </p:tav>
                                        <p:tav tm="100000">
                                          <p:val>
                                            <p:fltVal val="1"/>
                                          </p:val>
                                        </p:tav>
                                      </p:tavLst>
                                    </p:anim>
                                  </p:childTnLst>
                                </p:cTn>
                              </p:par>
                              <p:par>
                                <p:cTn id="58" presetID="63" presetClass="entr" presetSubtype="0" fill="hold" nodeType="withEffect">
                                  <p:stCondLst>
                                    <p:cond delay="0"/>
                                  </p:stCondLst>
                                  <p:childTnLst>
                                    <p:set>
                                      <p:cBhvr>
                                        <p:cTn id="59" dur="1" fill="hold">
                                          <p:stCondLst>
                                            <p:cond delay="0"/>
                                          </p:stCondLst>
                                        </p:cTn>
                                        <p:tgtEl>
                                          <p:spTgt spid="46"/>
                                        </p:tgtEl>
                                        <p:attrNameLst>
                                          <p:attrName>style.visibility</p:attrName>
                                        </p:attrNameLst>
                                      </p:cBhvr>
                                      <p:to>
                                        <p:strVal val="visible"/>
                                      </p:to>
                                    </p:set>
                                    <p:anim calcmode="lin" valueType="num">
                                      <p:cBhvr>
                                        <p:cTn id="60" dur="1000" fill="hold"/>
                                        <p:tgtEl>
                                          <p:spTgt spid="46"/>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 grpId="0"/>
      <p:bldP spid="8" grpId="0"/>
      <p:bldP spid="9" grpId="0"/>
      <p:bldP spid="10" grpId="0"/>
      <p:bldP spid="12" grpId="0"/>
      <p:bldP spid="13" grpId="0"/>
      <p:bldP spid="16"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290B16D-6969-5F63-E86C-59DC523EF673}"/>
              </a:ext>
            </a:extLst>
          </p:cNvPr>
          <p:cNvSpPr>
            <a:spLocks noGrp="1"/>
          </p:cNvSpPr>
          <p:nvPr>
            <p:ph type="body" sz="quarter" idx="13"/>
          </p:nvPr>
        </p:nvSpPr>
        <p:spPr>
          <a:xfrm>
            <a:off x="723072" y="5035269"/>
            <a:ext cx="3493328" cy="1213162"/>
          </a:xfrm>
        </p:spPr>
        <p:txBody>
          <a:bodyPr/>
          <a:lstStyle/>
          <a:p>
            <a:pPr algn="ctr"/>
            <a:r>
              <a:rPr lang="en-US" sz="2400" dirty="0"/>
              <a:t>Conveying the human voice of participants</a:t>
            </a:r>
          </a:p>
        </p:txBody>
      </p:sp>
      <p:sp>
        <p:nvSpPr>
          <p:cNvPr id="3" name="Titel 2">
            <a:extLst>
              <a:ext uri="{FF2B5EF4-FFF2-40B4-BE49-F238E27FC236}">
                <a16:creationId xmlns:a16="http://schemas.microsoft.com/office/drawing/2014/main" id="{7129B5C3-9DA4-DACB-E317-47D52D9D4F82}"/>
              </a:ext>
            </a:extLst>
          </p:cNvPr>
          <p:cNvSpPr>
            <a:spLocks noGrp="1"/>
          </p:cNvSpPr>
          <p:nvPr>
            <p:ph type="title"/>
          </p:nvPr>
        </p:nvSpPr>
        <p:spPr/>
        <p:txBody>
          <a:bodyPr/>
          <a:lstStyle/>
          <a:p>
            <a:r>
              <a:rPr lang="en-US" dirty="0"/>
              <a:t>Data preparation</a:t>
            </a:r>
            <a:endParaRPr lang="nl-NL" dirty="0"/>
          </a:p>
        </p:txBody>
      </p:sp>
      <p:sp>
        <p:nvSpPr>
          <p:cNvPr id="4" name="Tijdelijke aanduiding voor tekst 3">
            <a:extLst>
              <a:ext uri="{FF2B5EF4-FFF2-40B4-BE49-F238E27FC236}">
                <a16:creationId xmlns:a16="http://schemas.microsoft.com/office/drawing/2014/main" id="{C9A89C01-9AAF-4EED-DA9A-389E971FCE6A}"/>
              </a:ext>
            </a:extLst>
          </p:cNvPr>
          <p:cNvSpPr>
            <a:spLocks noGrp="1"/>
          </p:cNvSpPr>
          <p:nvPr>
            <p:ph type="body" sz="quarter" idx="1002"/>
          </p:nvPr>
        </p:nvSpPr>
        <p:spPr/>
        <p:txBody>
          <a:bodyPr/>
          <a:lstStyle/>
          <a:p>
            <a:endParaRPr lang="nl-NL"/>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8" name="Inkt 7">
                <a:extLst>
                  <a:ext uri="{FF2B5EF4-FFF2-40B4-BE49-F238E27FC236}">
                    <a16:creationId xmlns:a16="http://schemas.microsoft.com/office/drawing/2014/main" id="{3888155A-447F-C3EA-0E8D-A921996ED15F}"/>
                  </a:ext>
                </a:extLst>
              </p14:cNvPr>
              <p14:cNvContentPartPr/>
              <p14:nvPr/>
            </p14:nvContentPartPr>
            <p14:xfrm>
              <a:off x="5323680" y="3924708"/>
              <a:ext cx="360" cy="360"/>
            </p14:xfrm>
          </p:contentPart>
        </mc:Choice>
        <mc:Fallback xmlns="">
          <p:pic>
            <p:nvPicPr>
              <p:cNvPr id="8" name="Inkt 7">
                <a:extLst>
                  <a:ext uri="{FF2B5EF4-FFF2-40B4-BE49-F238E27FC236}">
                    <a16:creationId xmlns:a16="http://schemas.microsoft.com/office/drawing/2014/main" id="{3888155A-447F-C3EA-0E8D-A921996ED15F}"/>
                  </a:ext>
                </a:extLst>
              </p:cNvPr>
              <p:cNvPicPr/>
              <p:nvPr/>
            </p:nvPicPr>
            <p:blipFill>
              <a:blip r:embed="rId4"/>
              <a:stretch>
                <a:fillRect/>
              </a:stretch>
            </p:blipFill>
            <p:spPr>
              <a:xfrm>
                <a:off x="5287680" y="3708708"/>
                <a:ext cx="72000" cy="432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4" name="Inkt 13">
                <a:extLst>
                  <a:ext uri="{FF2B5EF4-FFF2-40B4-BE49-F238E27FC236}">
                    <a16:creationId xmlns:a16="http://schemas.microsoft.com/office/drawing/2014/main" id="{E9BC4ABD-F277-EE89-CEF3-472AA88DEF2C}"/>
                  </a:ext>
                </a:extLst>
              </p14:cNvPr>
              <p14:cNvContentPartPr/>
              <p14:nvPr/>
            </p14:nvContentPartPr>
            <p14:xfrm>
              <a:off x="3245700" y="2658187"/>
              <a:ext cx="5700600" cy="2307960"/>
            </p14:xfrm>
          </p:contentPart>
        </mc:Choice>
        <mc:Fallback xmlns="">
          <p:pic>
            <p:nvPicPr>
              <p:cNvPr id="14" name="Inkt 13">
                <a:extLst>
                  <a:ext uri="{FF2B5EF4-FFF2-40B4-BE49-F238E27FC236}">
                    <a16:creationId xmlns:a16="http://schemas.microsoft.com/office/drawing/2014/main" id="{E9BC4ABD-F277-EE89-CEF3-472AA88DEF2C}"/>
                  </a:ext>
                </a:extLst>
              </p:cNvPr>
              <p:cNvPicPr/>
              <p:nvPr/>
            </p:nvPicPr>
            <p:blipFill>
              <a:blip r:embed="rId6"/>
              <a:stretch>
                <a:fillRect/>
              </a:stretch>
            </p:blipFill>
            <p:spPr>
              <a:xfrm>
                <a:off x="3183060" y="2280187"/>
                <a:ext cx="5826240" cy="3063600"/>
              </a:xfrm>
              <a:prstGeom prst="rect">
                <a:avLst/>
              </a:prstGeom>
            </p:spPr>
          </p:pic>
        </mc:Fallback>
      </mc:AlternateContent>
      <p:sp>
        <p:nvSpPr>
          <p:cNvPr id="17" name="Tijdelijke aanduiding voor tekst 1">
            <a:extLst>
              <a:ext uri="{FF2B5EF4-FFF2-40B4-BE49-F238E27FC236}">
                <a16:creationId xmlns:a16="http://schemas.microsoft.com/office/drawing/2014/main" id="{56BAEAAF-25D0-F528-E6F3-A8B2ABBDF7AE}"/>
              </a:ext>
            </a:extLst>
          </p:cNvPr>
          <p:cNvSpPr txBox="1">
            <a:spLocks/>
          </p:cNvSpPr>
          <p:nvPr/>
        </p:nvSpPr>
        <p:spPr bwMode="gray">
          <a:xfrm>
            <a:off x="4465156" y="1753257"/>
            <a:ext cx="3493328" cy="121316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400" dirty="0"/>
              <a:t>Redacting identifiable and sensitive data</a:t>
            </a:r>
            <a:endParaRPr lang="nl-NL" sz="2000" dirty="0"/>
          </a:p>
        </p:txBody>
      </p:sp>
      <p:sp>
        <p:nvSpPr>
          <p:cNvPr id="19" name="Tijdelijke aanduiding voor tekst 1">
            <a:extLst>
              <a:ext uri="{FF2B5EF4-FFF2-40B4-BE49-F238E27FC236}">
                <a16:creationId xmlns:a16="http://schemas.microsoft.com/office/drawing/2014/main" id="{C2608A4B-1B02-7154-EC1A-864399CCB0FE}"/>
              </a:ext>
            </a:extLst>
          </p:cNvPr>
          <p:cNvSpPr txBox="1">
            <a:spLocks/>
          </p:cNvSpPr>
          <p:nvPr/>
        </p:nvSpPr>
        <p:spPr bwMode="gray">
          <a:xfrm>
            <a:off x="7975602" y="5035269"/>
            <a:ext cx="3493328" cy="121316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400" dirty="0"/>
              <a:t>Raw data that allows re-coding and reanalysis</a:t>
            </a:r>
            <a:endParaRPr lang="nl-NL" sz="2000" dirty="0"/>
          </a:p>
        </p:txBody>
      </p:sp>
      <p:sp>
        <p:nvSpPr>
          <p:cNvPr id="20" name="Tijdelijke aanduiding voor tekst 1">
            <a:extLst>
              <a:ext uri="{FF2B5EF4-FFF2-40B4-BE49-F238E27FC236}">
                <a16:creationId xmlns:a16="http://schemas.microsoft.com/office/drawing/2014/main" id="{0B94D742-5493-E5A3-8EF0-8344856902F8}"/>
              </a:ext>
            </a:extLst>
          </p:cNvPr>
          <p:cNvSpPr txBox="1">
            <a:spLocks/>
          </p:cNvSpPr>
          <p:nvPr/>
        </p:nvSpPr>
        <p:spPr bwMode="gray">
          <a:xfrm>
            <a:off x="4349337" y="4063312"/>
            <a:ext cx="3493328" cy="1213162"/>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400" dirty="0"/>
              <a:t>Provide contact details</a:t>
            </a:r>
          </a:p>
        </p:txBody>
      </p:sp>
      <mc:AlternateContent xmlns:mc="http://schemas.openxmlformats.org/markup-compatibility/2006" xmlns:p14="http://schemas.microsoft.com/office/powerpoint/2010/main" xmlns:aink="http://schemas.microsoft.com/office/drawing/2016/ink">
        <mc:Choice Requires="p14 aink">
          <p:contentPart p14:bwMode="auto" r:id="rId7">
            <p14:nvContentPartPr>
              <p14:cNvPr id="24" name="Inkt 23">
                <a:extLst>
                  <a:ext uri="{FF2B5EF4-FFF2-40B4-BE49-F238E27FC236}">
                    <a16:creationId xmlns:a16="http://schemas.microsoft.com/office/drawing/2014/main" id="{90BB5942-D165-5CB0-A586-0B4F497A5243}"/>
                  </a:ext>
                </a:extLst>
              </p14:cNvPr>
              <p14:cNvContentPartPr/>
              <p14:nvPr/>
            </p14:nvContentPartPr>
            <p14:xfrm>
              <a:off x="4896920" y="4381188"/>
              <a:ext cx="2337120" cy="21600"/>
            </p14:xfrm>
          </p:contentPart>
        </mc:Choice>
        <mc:Fallback xmlns="">
          <p:pic>
            <p:nvPicPr>
              <p:cNvPr id="24" name="Inkt 23">
                <a:extLst>
                  <a:ext uri="{FF2B5EF4-FFF2-40B4-BE49-F238E27FC236}">
                    <a16:creationId xmlns:a16="http://schemas.microsoft.com/office/drawing/2014/main" id="{90BB5942-D165-5CB0-A586-0B4F497A5243}"/>
                  </a:ext>
                </a:extLst>
              </p:cNvPr>
              <p:cNvPicPr/>
              <p:nvPr/>
            </p:nvPicPr>
            <p:blipFill>
              <a:blip r:embed="rId8"/>
              <a:stretch>
                <a:fillRect/>
              </a:stretch>
            </p:blipFill>
            <p:spPr>
              <a:xfrm>
                <a:off x="4878917" y="4273188"/>
                <a:ext cx="2372765" cy="237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6" name="Inkt 25">
                <a:extLst>
                  <a:ext uri="{FF2B5EF4-FFF2-40B4-BE49-F238E27FC236}">
                    <a16:creationId xmlns:a16="http://schemas.microsoft.com/office/drawing/2014/main" id="{D742132C-5BE3-8390-4C7F-223F0A98F53A}"/>
                  </a:ext>
                </a:extLst>
              </p14:cNvPr>
              <p14:cNvContentPartPr/>
              <p14:nvPr/>
            </p14:nvContentPartPr>
            <p14:xfrm>
              <a:off x="5618360" y="4808508"/>
              <a:ext cx="904320" cy="360"/>
            </p14:xfrm>
          </p:contentPart>
        </mc:Choice>
        <mc:Fallback xmlns="">
          <p:pic>
            <p:nvPicPr>
              <p:cNvPr id="26" name="Inkt 25">
                <a:extLst>
                  <a:ext uri="{FF2B5EF4-FFF2-40B4-BE49-F238E27FC236}">
                    <a16:creationId xmlns:a16="http://schemas.microsoft.com/office/drawing/2014/main" id="{D742132C-5BE3-8390-4C7F-223F0A98F53A}"/>
                  </a:ext>
                </a:extLst>
              </p:cNvPr>
              <p:cNvPicPr/>
              <p:nvPr/>
            </p:nvPicPr>
            <p:blipFill>
              <a:blip r:embed="rId10"/>
              <a:stretch>
                <a:fillRect/>
              </a:stretch>
            </p:blipFill>
            <p:spPr>
              <a:xfrm>
                <a:off x="5600353" y="4700508"/>
                <a:ext cx="939974" cy="216000"/>
              </a:xfrm>
              <a:prstGeom prst="rect">
                <a:avLst/>
              </a:prstGeom>
            </p:spPr>
          </p:pic>
        </mc:Fallback>
      </mc:AlternateContent>
      <p:grpSp>
        <p:nvGrpSpPr>
          <p:cNvPr id="15" name="Groep 14">
            <a:extLst>
              <a:ext uri="{FF2B5EF4-FFF2-40B4-BE49-F238E27FC236}">
                <a16:creationId xmlns:a16="http://schemas.microsoft.com/office/drawing/2014/main" id="{1509FF1D-2918-9C69-64E7-3440271A7EBD}"/>
              </a:ext>
            </a:extLst>
          </p:cNvPr>
          <p:cNvGrpSpPr/>
          <p:nvPr/>
        </p:nvGrpSpPr>
        <p:grpSpPr>
          <a:xfrm>
            <a:off x="1402703" y="2360426"/>
            <a:ext cx="1136520" cy="1626120"/>
            <a:chOff x="1402703" y="2360426"/>
            <a:chExt cx="1136520" cy="1626120"/>
          </a:xfrm>
        </p:grpSpPr>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2" name="Inkt 11">
                  <a:extLst>
                    <a:ext uri="{FF2B5EF4-FFF2-40B4-BE49-F238E27FC236}">
                      <a16:creationId xmlns:a16="http://schemas.microsoft.com/office/drawing/2014/main" id="{2D8F76F9-1FE3-2522-FD99-B5C116BB1DFE}"/>
                    </a:ext>
                  </a:extLst>
                </p14:cNvPr>
                <p14:cNvContentPartPr/>
                <p14:nvPr/>
              </p14:nvContentPartPr>
              <p14:xfrm>
                <a:off x="1402703" y="2360426"/>
                <a:ext cx="1136520" cy="1422360"/>
              </p14:xfrm>
            </p:contentPart>
          </mc:Choice>
          <mc:Fallback xmlns="">
            <p:pic>
              <p:nvPicPr>
                <p:cNvPr id="12" name="Inkt 11">
                  <a:extLst>
                    <a:ext uri="{FF2B5EF4-FFF2-40B4-BE49-F238E27FC236}">
                      <a16:creationId xmlns:a16="http://schemas.microsoft.com/office/drawing/2014/main" id="{2D8F76F9-1FE3-2522-FD99-B5C116BB1DFE}"/>
                    </a:ext>
                  </a:extLst>
                </p:cNvPr>
                <p:cNvPicPr/>
                <p:nvPr/>
              </p:nvPicPr>
              <p:blipFill>
                <a:blip r:embed="rId12"/>
                <a:stretch>
                  <a:fillRect/>
                </a:stretch>
              </p:blipFill>
              <p:spPr>
                <a:xfrm>
                  <a:off x="1299383" y="2257466"/>
                  <a:ext cx="1342440" cy="1628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13" name="Inkt 12">
                  <a:extLst>
                    <a:ext uri="{FF2B5EF4-FFF2-40B4-BE49-F238E27FC236}">
                      <a16:creationId xmlns:a16="http://schemas.microsoft.com/office/drawing/2014/main" id="{AD409364-6B1E-22F9-6640-E5C1054EA1B4}"/>
                    </a:ext>
                  </a:extLst>
                </p14:cNvPr>
                <p14:cNvContentPartPr/>
                <p14:nvPr/>
              </p14:nvContentPartPr>
              <p14:xfrm>
                <a:off x="1917503" y="3986186"/>
                <a:ext cx="360" cy="360"/>
              </p14:xfrm>
            </p:contentPart>
          </mc:Choice>
          <mc:Fallback xmlns="">
            <p:pic>
              <p:nvPicPr>
                <p:cNvPr id="13" name="Inkt 12">
                  <a:extLst>
                    <a:ext uri="{FF2B5EF4-FFF2-40B4-BE49-F238E27FC236}">
                      <a16:creationId xmlns:a16="http://schemas.microsoft.com/office/drawing/2014/main" id="{AD409364-6B1E-22F9-6640-E5C1054EA1B4}"/>
                    </a:ext>
                  </a:extLst>
                </p:cNvPr>
                <p:cNvPicPr/>
                <p:nvPr/>
              </p:nvPicPr>
              <p:blipFill>
                <a:blip r:embed="rId14"/>
                <a:stretch>
                  <a:fillRect/>
                </a:stretch>
              </p:blipFill>
              <p:spPr>
                <a:xfrm>
                  <a:off x="1814543" y="3882866"/>
                  <a:ext cx="206280" cy="206280"/>
                </a:xfrm>
                <a:prstGeom prst="rect">
                  <a:avLst/>
                </a:prstGeom>
              </p:spPr>
            </p:pic>
          </mc:Fallback>
        </mc:AlternateContent>
      </p:grpSp>
      <p:grpSp>
        <p:nvGrpSpPr>
          <p:cNvPr id="21" name="Groep 20">
            <a:extLst>
              <a:ext uri="{FF2B5EF4-FFF2-40B4-BE49-F238E27FC236}">
                <a16:creationId xmlns:a16="http://schemas.microsoft.com/office/drawing/2014/main" id="{9BF2504D-8B82-2847-22BE-B35ECFAF9E5A}"/>
              </a:ext>
            </a:extLst>
          </p:cNvPr>
          <p:cNvGrpSpPr/>
          <p:nvPr/>
        </p:nvGrpSpPr>
        <p:grpSpPr>
          <a:xfrm>
            <a:off x="9507743" y="2332706"/>
            <a:ext cx="764280" cy="1760400"/>
            <a:chOff x="9507743" y="2332706"/>
            <a:chExt cx="764280" cy="1760400"/>
          </a:xfrm>
        </p:grpSpPr>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6" name="Inkt 15">
                  <a:extLst>
                    <a:ext uri="{FF2B5EF4-FFF2-40B4-BE49-F238E27FC236}">
                      <a16:creationId xmlns:a16="http://schemas.microsoft.com/office/drawing/2014/main" id="{9E2CAF9E-D35F-E7A1-E0C6-E3A55B150DAD}"/>
                    </a:ext>
                  </a:extLst>
                </p14:cNvPr>
                <p14:cNvContentPartPr/>
                <p14:nvPr/>
              </p14:nvContentPartPr>
              <p14:xfrm>
                <a:off x="9507743" y="2332706"/>
                <a:ext cx="764280" cy="1405440"/>
              </p14:xfrm>
            </p:contentPart>
          </mc:Choice>
          <mc:Fallback xmlns="">
            <p:pic>
              <p:nvPicPr>
                <p:cNvPr id="16" name="Inkt 15">
                  <a:extLst>
                    <a:ext uri="{FF2B5EF4-FFF2-40B4-BE49-F238E27FC236}">
                      <a16:creationId xmlns:a16="http://schemas.microsoft.com/office/drawing/2014/main" id="{9E2CAF9E-D35F-E7A1-E0C6-E3A55B150DAD}"/>
                    </a:ext>
                  </a:extLst>
                </p:cNvPr>
                <p:cNvPicPr/>
                <p:nvPr/>
              </p:nvPicPr>
              <p:blipFill>
                <a:blip r:embed="rId16"/>
                <a:stretch>
                  <a:fillRect/>
                </a:stretch>
              </p:blipFill>
              <p:spPr>
                <a:xfrm>
                  <a:off x="9404783" y="2229746"/>
                  <a:ext cx="970200" cy="161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8" name="Inkt 17">
                  <a:extLst>
                    <a:ext uri="{FF2B5EF4-FFF2-40B4-BE49-F238E27FC236}">
                      <a16:creationId xmlns:a16="http://schemas.microsoft.com/office/drawing/2014/main" id="{5AEA7D78-2371-16BB-A25C-A0255E0F416A}"/>
                    </a:ext>
                  </a:extLst>
                </p14:cNvPr>
                <p14:cNvContentPartPr/>
                <p14:nvPr/>
              </p14:nvContentPartPr>
              <p14:xfrm>
                <a:off x="9570023" y="4092746"/>
                <a:ext cx="360" cy="360"/>
              </p14:xfrm>
            </p:contentPart>
          </mc:Choice>
          <mc:Fallback xmlns="">
            <p:pic>
              <p:nvPicPr>
                <p:cNvPr id="18" name="Inkt 17">
                  <a:extLst>
                    <a:ext uri="{FF2B5EF4-FFF2-40B4-BE49-F238E27FC236}">
                      <a16:creationId xmlns:a16="http://schemas.microsoft.com/office/drawing/2014/main" id="{5AEA7D78-2371-16BB-A25C-A0255E0F416A}"/>
                    </a:ext>
                  </a:extLst>
                </p:cNvPr>
                <p:cNvPicPr/>
                <p:nvPr/>
              </p:nvPicPr>
              <p:blipFill>
                <a:blip r:embed="rId18"/>
                <a:stretch>
                  <a:fillRect/>
                </a:stretch>
              </p:blipFill>
              <p:spPr>
                <a:xfrm>
                  <a:off x="9467063" y="3989426"/>
                  <a:ext cx="206280" cy="206280"/>
                </a:xfrm>
                <a:prstGeom prst="rect">
                  <a:avLst/>
                </a:prstGeom>
              </p:spPr>
            </p:pic>
          </mc:Fallback>
        </mc:AlternateContent>
      </p:grpSp>
      <p:grpSp>
        <p:nvGrpSpPr>
          <p:cNvPr id="30" name="Groep 29">
            <a:extLst>
              <a:ext uri="{FF2B5EF4-FFF2-40B4-BE49-F238E27FC236}">
                <a16:creationId xmlns:a16="http://schemas.microsoft.com/office/drawing/2014/main" id="{C37E2DA5-8B14-983E-ECCD-1F8D9C51D0BC}"/>
              </a:ext>
            </a:extLst>
          </p:cNvPr>
          <p:cNvGrpSpPr/>
          <p:nvPr/>
        </p:nvGrpSpPr>
        <p:grpSpPr>
          <a:xfrm>
            <a:off x="5672663" y="5271746"/>
            <a:ext cx="570960" cy="775800"/>
            <a:chOff x="5672663" y="5271746"/>
            <a:chExt cx="570960" cy="775800"/>
          </a:xfrm>
        </p:grpSpPr>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28" name="Inkt 27">
                  <a:extLst>
                    <a:ext uri="{FF2B5EF4-FFF2-40B4-BE49-F238E27FC236}">
                      <a16:creationId xmlns:a16="http://schemas.microsoft.com/office/drawing/2014/main" id="{00D7E621-CC6F-C728-FD2C-543F27C6A412}"/>
                    </a:ext>
                  </a:extLst>
                </p14:cNvPr>
                <p14:cNvContentPartPr/>
                <p14:nvPr/>
              </p14:nvContentPartPr>
              <p14:xfrm>
                <a:off x="5672663" y="5271746"/>
                <a:ext cx="570960" cy="573840"/>
              </p14:xfrm>
            </p:contentPart>
          </mc:Choice>
          <mc:Fallback xmlns="">
            <p:pic>
              <p:nvPicPr>
                <p:cNvPr id="28" name="Inkt 27">
                  <a:extLst>
                    <a:ext uri="{FF2B5EF4-FFF2-40B4-BE49-F238E27FC236}">
                      <a16:creationId xmlns:a16="http://schemas.microsoft.com/office/drawing/2014/main" id="{00D7E621-CC6F-C728-FD2C-543F27C6A412}"/>
                    </a:ext>
                  </a:extLst>
                </p:cNvPr>
                <p:cNvPicPr/>
                <p:nvPr/>
              </p:nvPicPr>
              <p:blipFill>
                <a:blip r:embed="rId20"/>
                <a:stretch>
                  <a:fillRect/>
                </a:stretch>
              </p:blipFill>
              <p:spPr>
                <a:xfrm>
                  <a:off x="5569703" y="5168786"/>
                  <a:ext cx="776880" cy="779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29" name="Inkt 28">
                  <a:extLst>
                    <a:ext uri="{FF2B5EF4-FFF2-40B4-BE49-F238E27FC236}">
                      <a16:creationId xmlns:a16="http://schemas.microsoft.com/office/drawing/2014/main" id="{70012F9C-2A25-B21E-169B-1B2C12779450}"/>
                    </a:ext>
                  </a:extLst>
                </p14:cNvPr>
                <p14:cNvContentPartPr/>
                <p14:nvPr/>
              </p14:nvContentPartPr>
              <p14:xfrm>
                <a:off x="5885783" y="6027746"/>
                <a:ext cx="8280" cy="19800"/>
              </p14:xfrm>
            </p:contentPart>
          </mc:Choice>
          <mc:Fallback xmlns="">
            <p:pic>
              <p:nvPicPr>
                <p:cNvPr id="29" name="Inkt 28">
                  <a:extLst>
                    <a:ext uri="{FF2B5EF4-FFF2-40B4-BE49-F238E27FC236}">
                      <a16:creationId xmlns:a16="http://schemas.microsoft.com/office/drawing/2014/main" id="{70012F9C-2A25-B21E-169B-1B2C12779450}"/>
                    </a:ext>
                  </a:extLst>
                </p:cNvPr>
                <p:cNvPicPr/>
                <p:nvPr/>
              </p:nvPicPr>
              <p:blipFill>
                <a:blip r:embed="rId22"/>
                <a:stretch>
                  <a:fillRect/>
                </a:stretch>
              </p:blipFill>
              <p:spPr>
                <a:xfrm>
                  <a:off x="5782823" y="5924786"/>
                  <a:ext cx="214560" cy="225720"/>
                </a:xfrm>
                <a:prstGeom prst="rect">
                  <a:avLst/>
                </a:prstGeom>
              </p:spPr>
            </p:pic>
          </mc:Fallback>
        </mc:AlternateContent>
      </p:grpSp>
      <p:sp>
        <p:nvSpPr>
          <p:cNvPr id="38" name="Tijdelijke aanduiding voor tekst 1">
            <a:extLst>
              <a:ext uri="{FF2B5EF4-FFF2-40B4-BE49-F238E27FC236}">
                <a16:creationId xmlns:a16="http://schemas.microsoft.com/office/drawing/2014/main" id="{185321E7-C6A9-E35C-DFD4-AF0BF66702DE}"/>
              </a:ext>
            </a:extLst>
          </p:cNvPr>
          <p:cNvSpPr txBox="1">
            <a:spLocks/>
          </p:cNvSpPr>
          <p:nvPr/>
        </p:nvSpPr>
        <p:spPr bwMode="gray">
          <a:xfrm>
            <a:off x="4425239" y="3613278"/>
            <a:ext cx="3493328" cy="467966"/>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400" dirty="0"/>
              <a:t>Documentation</a:t>
            </a:r>
          </a:p>
        </p:txBody>
      </p:sp>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39" name="Inkt 38">
                <a:extLst>
                  <a:ext uri="{FF2B5EF4-FFF2-40B4-BE49-F238E27FC236}">
                    <a16:creationId xmlns:a16="http://schemas.microsoft.com/office/drawing/2014/main" id="{AB9B6477-4EA7-239E-5F70-D16A93FE311E}"/>
                  </a:ext>
                </a:extLst>
              </p14:cNvPr>
              <p14:cNvContentPartPr/>
              <p14:nvPr/>
            </p14:nvContentPartPr>
            <p14:xfrm>
              <a:off x="5003343" y="3968549"/>
              <a:ext cx="2337120" cy="21600"/>
            </p14:xfrm>
          </p:contentPart>
        </mc:Choice>
        <mc:Fallback xmlns="">
          <p:pic>
            <p:nvPicPr>
              <p:cNvPr id="39" name="Inkt 38">
                <a:extLst>
                  <a:ext uri="{FF2B5EF4-FFF2-40B4-BE49-F238E27FC236}">
                    <a16:creationId xmlns:a16="http://schemas.microsoft.com/office/drawing/2014/main" id="{AB9B6477-4EA7-239E-5F70-D16A93FE311E}"/>
                  </a:ext>
                </a:extLst>
              </p:cNvPr>
              <p:cNvPicPr/>
              <p:nvPr/>
            </p:nvPicPr>
            <p:blipFill>
              <a:blip r:embed="rId24"/>
              <a:stretch>
                <a:fillRect/>
              </a:stretch>
            </p:blipFill>
            <p:spPr>
              <a:xfrm>
                <a:off x="4985340" y="3860549"/>
                <a:ext cx="2372765" cy="237240"/>
              </a:xfrm>
              <a:prstGeom prst="rect">
                <a:avLst/>
              </a:prstGeom>
            </p:spPr>
          </p:pic>
        </mc:Fallback>
      </mc:AlternateContent>
    </p:spTree>
    <p:extLst>
      <p:ext uri="{BB962C8B-B14F-4D97-AF65-F5344CB8AC3E}">
        <p14:creationId xmlns:p14="http://schemas.microsoft.com/office/powerpoint/2010/main" val="237887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1000" fill="hold"/>
                                        <p:tgtEl>
                                          <p:spTgt spid="15"/>
                                        </p:tgtEl>
                                        <p:attrNameLst>
                                          <p:attrName>drawProgress</p:attrName>
                                        </p:attrNameLst>
                                      </p:cBhvr>
                                      <p:tavLst>
                                        <p:tav tm="0">
                                          <p:val>
                                            <p:fltVal val="0"/>
                                          </p:val>
                                        </p:tav>
                                        <p:tav tm="100000">
                                          <p:val>
                                            <p:fltVal val="1"/>
                                          </p:val>
                                        </p:tav>
                                      </p:tavLst>
                                    </p:anim>
                                  </p:childTnLst>
                                </p:cTn>
                              </p:par>
                              <p:par>
                                <p:cTn id="28" presetID="63"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p:cTn id="30" dur="1000" fill="hold"/>
                                        <p:tgtEl>
                                          <p:spTgt spid="21"/>
                                        </p:tgtEl>
                                        <p:attrNameLst>
                                          <p:attrName>drawProgress</p:attrName>
                                        </p:attrNameLst>
                                      </p:cBhvr>
                                      <p:tavLst>
                                        <p:tav tm="0">
                                          <p:val>
                                            <p:fltVal val="0"/>
                                          </p:val>
                                        </p:tav>
                                        <p:tav tm="100000">
                                          <p:val>
                                            <p:fltVal val="1"/>
                                          </p:val>
                                        </p:tav>
                                      </p:tavLst>
                                    </p:anim>
                                  </p:childTnLst>
                                </p:cTn>
                              </p:par>
                              <p:par>
                                <p:cTn id="31" presetID="63"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p:cTn id="33" dur="1000" fill="hold"/>
                                        <p:tgtEl>
                                          <p:spTgt spid="30"/>
                                        </p:tgtEl>
                                        <p:attrNameLst>
                                          <p:attrName>drawProgress</p:attrName>
                                        </p:attrNameLst>
                                      </p:cBhvr>
                                      <p:tavLst>
                                        <p:tav tm="0">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childTnLst>
                          </p:cTn>
                        </p:par>
                        <p:par>
                          <p:cTn id="39" fill="hold">
                            <p:stCondLst>
                              <p:cond delay="500"/>
                            </p:stCondLst>
                            <p:childTnLst>
                              <p:par>
                                <p:cTn id="40" presetID="63" presetClass="entr" presetSubtype="0" fill="hold" nodeType="afterEffect">
                                  <p:stCondLst>
                                    <p:cond delay="0"/>
                                  </p:stCondLst>
                                  <p:childTnLst>
                                    <p:set>
                                      <p:cBhvr>
                                        <p:cTn id="41" dur="1" fill="hold">
                                          <p:stCondLst>
                                            <p:cond delay="0"/>
                                          </p:stCondLst>
                                        </p:cTn>
                                        <p:tgtEl>
                                          <p:spTgt spid="39"/>
                                        </p:tgtEl>
                                        <p:attrNameLst>
                                          <p:attrName>style.visibility</p:attrName>
                                        </p:attrNameLst>
                                      </p:cBhvr>
                                      <p:to>
                                        <p:strVal val="visible"/>
                                      </p:to>
                                    </p:set>
                                    <p:anim calcmode="lin" valueType="num">
                                      <p:cBhvr>
                                        <p:cTn id="42" dur="1000" fill="hold"/>
                                        <p:tgtEl>
                                          <p:spTgt spid="39"/>
                                        </p:tgtEl>
                                        <p:attrNameLst>
                                          <p:attrName>drawProgress</p:attrName>
                                        </p:attrNameLst>
                                      </p:cBhvr>
                                      <p:tavLst>
                                        <p:tav tm="0">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par>
                          <p:cTn id="48" fill="hold">
                            <p:stCondLst>
                              <p:cond delay="500"/>
                            </p:stCondLst>
                            <p:childTnLst>
                              <p:par>
                                <p:cTn id="49" presetID="63" presetClass="entr" presetSubtype="0" fill="hold" nodeType="after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p:cTn id="51" dur="1000" fill="hold"/>
                                        <p:tgtEl>
                                          <p:spTgt spid="24"/>
                                        </p:tgtEl>
                                        <p:attrNameLst>
                                          <p:attrName>drawProgress</p:attrName>
                                        </p:attrNameLst>
                                      </p:cBhvr>
                                      <p:tavLst>
                                        <p:tav tm="0">
                                          <p:val>
                                            <p:fltVal val="0"/>
                                          </p:val>
                                        </p:tav>
                                        <p:tav tm="100000">
                                          <p:val>
                                            <p:fltVal val="1"/>
                                          </p:val>
                                        </p:tav>
                                      </p:tavLst>
                                    </p:anim>
                                  </p:childTnLst>
                                </p:cTn>
                              </p:par>
                            </p:childTnLst>
                          </p:cTn>
                        </p:par>
                        <p:par>
                          <p:cTn id="52" fill="hold">
                            <p:stCondLst>
                              <p:cond delay="1500"/>
                            </p:stCondLst>
                            <p:childTnLst>
                              <p:par>
                                <p:cTn id="53" presetID="63" presetClass="entr" presetSubtype="0" fill="hold" nodeType="after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1000" fill="hold"/>
                                        <p:tgtEl>
                                          <p:spTgt spid="26"/>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7" grpId="0"/>
      <p:bldP spid="19" grpId="0"/>
      <p:bldP spid="20" grpId="0"/>
      <p:bldP spid="3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8ACB999-273E-F91C-2EB2-BE826E252E3B}"/>
              </a:ext>
            </a:extLst>
          </p:cNvPr>
          <p:cNvSpPr>
            <a:spLocks noGrp="1"/>
          </p:cNvSpPr>
          <p:nvPr>
            <p:ph type="title"/>
          </p:nvPr>
        </p:nvSpPr>
        <p:spPr/>
        <p:txBody>
          <a:bodyPr/>
          <a:lstStyle/>
          <a:p>
            <a:r>
              <a:rPr lang="en-US" dirty="0"/>
              <a:t>Data anonymisation</a:t>
            </a:r>
            <a:endParaRPr lang="nl-NL" dirty="0"/>
          </a:p>
        </p:txBody>
      </p:sp>
      <p:sp>
        <p:nvSpPr>
          <p:cNvPr id="4" name="Tijdelijke aanduiding voor tekst 3">
            <a:extLst>
              <a:ext uri="{FF2B5EF4-FFF2-40B4-BE49-F238E27FC236}">
                <a16:creationId xmlns:a16="http://schemas.microsoft.com/office/drawing/2014/main" id="{76D7581F-AAC9-98B1-88F8-9ECC8B74D42A}"/>
              </a:ext>
            </a:extLst>
          </p:cNvPr>
          <p:cNvSpPr>
            <a:spLocks noGrp="1"/>
          </p:cNvSpPr>
          <p:nvPr>
            <p:ph type="body" sz="quarter" idx="1002"/>
          </p:nvPr>
        </p:nvSpPr>
        <p:spPr/>
        <p:txBody>
          <a:bodyPr/>
          <a:lstStyle/>
          <a:p>
            <a:endParaRPr lang="nl-NL"/>
          </a:p>
        </p:txBody>
      </p:sp>
      <p:sp>
        <p:nvSpPr>
          <p:cNvPr id="5" name="Tijdelijke aanduiding voor tekst 1">
            <a:extLst>
              <a:ext uri="{FF2B5EF4-FFF2-40B4-BE49-F238E27FC236}">
                <a16:creationId xmlns:a16="http://schemas.microsoft.com/office/drawing/2014/main" id="{D56B21E2-61A8-FA38-C653-65F1DBB7FC08}"/>
              </a:ext>
            </a:extLst>
          </p:cNvPr>
          <p:cNvSpPr txBox="1">
            <a:spLocks/>
          </p:cNvSpPr>
          <p:nvPr/>
        </p:nvSpPr>
        <p:spPr bwMode="gray">
          <a:xfrm>
            <a:off x="599134" y="3562688"/>
            <a:ext cx="1831646"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Ethical obligations and informed consent</a:t>
            </a:r>
            <a:endParaRPr lang="nl-NL" sz="2000" dirty="0"/>
          </a:p>
        </p:txBody>
      </p:sp>
      <p:sp>
        <p:nvSpPr>
          <p:cNvPr id="6" name="Tijdelijke aanduiding voor tekst 1">
            <a:extLst>
              <a:ext uri="{FF2B5EF4-FFF2-40B4-BE49-F238E27FC236}">
                <a16:creationId xmlns:a16="http://schemas.microsoft.com/office/drawing/2014/main" id="{0B3B8127-02CA-5C9C-7CDF-34E2F20C6FFF}"/>
              </a:ext>
            </a:extLst>
          </p:cNvPr>
          <p:cNvSpPr txBox="1">
            <a:spLocks/>
          </p:cNvSpPr>
          <p:nvPr/>
        </p:nvSpPr>
        <p:spPr bwMode="gray">
          <a:xfrm>
            <a:off x="2803726" y="2258702"/>
            <a:ext cx="2075486"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Anonymisation</a:t>
            </a:r>
            <a:endParaRPr lang="nl-NL" sz="2000" dirty="0"/>
          </a:p>
        </p:txBody>
      </p:sp>
      <p:sp>
        <p:nvSpPr>
          <p:cNvPr id="7" name="Tijdelijke aanduiding voor tekst 1">
            <a:extLst>
              <a:ext uri="{FF2B5EF4-FFF2-40B4-BE49-F238E27FC236}">
                <a16:creationId xmlns:a16="http://schemas.microsoft.com/office/drawing/2014/main" id="{A04F3001-04EE-A1D3-C477-A5FBC8E6C220}"/>
              </a:ext>
            </a:extLst>
          </p:cNvPr>
          <p:cNvSpPr txBox="1">
            <a:spLocks/>
          </p:cNvSpPr>
          <p:nvPr/>
        </p:nvSpPr>
        <p:spPr bwMode="gray">
          <a:xfrm>
            <a:off x="2803726" y="5494538"/>
            <a:ext cx="2075486"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Restricted publishing</a:t>
            </a:r>
            <a:endParaRPr lang="nl-NL" sz="2000" dirty="0"/>
          </a:p>
        </p:txBody>
      </p:sp>
      <p:sp>
        <p:nvSpPr>
          <p:cNvPr id="8" name="Tijdelijke aanduiding voor tekst 1">
            <a:extLst>
              <a:ext uri="{FF2B5EF4-FFF2-40B4-BE49-F238E27FC236}">
                <a16:creationId xmlns:a16="http://schemas.microsoft.com/office/drawing/2014/main" id="{FB08E590-9B60-7ACE-EB09-677515497E7F}"/>
              </a:ext>
            </a:extLst>
          </p:cNvPr>
          <p:cNvSpPr txBox="1">
            <a:spLocks/>
          </p:cNvSpPr>
          <p:nvPr/>
        </p:nvSpPr>
        <p:spPr bwMode="gray">
          <a:xfrm>
            <a:off x="7024627" y="2175001"/>
            <a:ext cx="3595145"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Pre-designed anonymisation scheme</a:t>
            </a:r>
            <a:endParaRPr lang="nl-NL" sz="2000" dirty="0"/>
          </a:p>
        </p:txBody>
      </p:sp>
      <p:sp>
        <p:nvSpPr>
          <p:cNvPr id="9" name="Tijdelijke aanduiding voor tekst 1">
            <a:extLst>
              <a:ext uri="{FF2B5EF4-FFF2-40B4-BE49-F238E27FC236}">
                <a16:creationId xmlns:a16="http://schemas.microsoft.com/office/drawing/2014/main" id="{5701E315-43EE-1E94-39CF-B761E86F34D6}"/>
              </a:ext>
            </a:extLst>
          </p:cNvPr>
          <p:cNvSpPr txBox="1">
            <a:spLocks/>
          </p:cNvSpPr>
          <p:nvPr/>
        </p:nvSpPr>
        <p:spPr bwMode="gray">
          <a:xfrm>
            <a:off x="7134587" y="3722310"/>
            <a:ext cx="3375226"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Record of modifications</a:t>
            </a:r>
            <a:endParaRPr lang="nl-NL" sz="2000" dirty="0"/>
          </a:p>
        </p:txBody>
      </p:sp>
      <p:sp>
        <p:nvSpPr>
          <p:cNvPr id="10" name="Tijdelijke aanduiding voor tekst 1">
            <a:extLst>
              <a:ext uri="{FF2B5EF4-FFF2-40B4-BE49-F238E27FC236}">
                <a16:creationId xmlns:a16="http://schemas.microsoft.com/office/drawing/2014/main" id="{042BDAB9-052A-FAD6-9DD1-5FBDE6EBE1EE}"/>
              </a:ext>
            </a:extLst>
          </p:cNvPr>
          <p:cNvSpPr txBox="1">
            <a:spLocks/>
          </p:cNvSpPr>
          <p:nvPr/>
        </p:nvSpPr>
        <p:spPr bwMode="gray">
          <a:xfrm>
            <a:off x="5504245" y="4862034"/>
            <a:ext cx="2530274"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Archive raw data?</a:t>
            </a:r>
            <a:endParaRPr lang="nl-NL" sz="2000" dirty="0"/>
          </a:p>
        </p:txBody>
      </p:sp>
      <p:grpSp>
        <p:nvGrpSpPr>
          <p:cNvPr id="13" name="Groep 12">
            <a:extLst>
              <a:ext uri="{FF2B5EF4-FFF2-40B4-BE49-F238E27FC236}">
                <a16:creationId xmlns:a16="http://schemas.microsoft.com/office/drawing/2014/main" id="{44E72727-38C4-088B-C5EF-B3214844C10C}"/>
              </a:ext>
            </a:extLst>
          </p:cNvPr>
          <p:cNvGrpSpPr/>
          <p:nvPr/>
        </p:nvGrpSpPr>
        <p:grpSpPr>
          <a:xfrm>
            <a:off x="1535543" y="2556266"/>
            <a:ext cx="1087920" cy="923760"/>
            <a:chOff x="1535543" y="2556266"/>
            <a:chExt cx="1087920" cy="92376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1" name="Inkt 10">
                  <a:extLst>
                    <a:ext uri="{FF2B5EF4-FFF2-40B4-BE49-F238E27FC236}">
                      <a16:creationId xmlns:a16="http://schemas.microsoft.com/office/drawing/2014/main" id="{7F25A2F2-2358-2B3E-2D10-4F69D6F8B9EE}"/>
                    </a:ext>
                  </a:extLst>
                </p14:cNvPr>
                <p14:cNvContentPartPr/>
                <p14:nvPr/>
              </p14:nvContentPartPr>
              <p14:xfrm>
                <a:off x="1535543" y="2622146"/>
                <a:ext cx="1087920" cy="857880"/>
              </p14:xfrm>
            </p:contentPart>
          </mc:Choice>
          <mc:Fallback xmlns="">
            <p:pic>
              <p:nvPicPr>
                <p:cNvPr id="11" name="Inkt 10">
                  <a:extLst>
                    <a:ext uri="{FF2B5EF4-FFF2-40B4-BE49-F238E27FC236}">
                      <a16:creationId xmlns:a16="http://schemas.microsoft.com/office/drawing/2014/main" id="{7F25A2F2-2358-2B3E-2D10-4F69D6F8B9EE}"/>
                    </a:ext>
                  </a:extLst>
                </p:cNvPr>
                <p:cNvPicPr/>
                <p:nvPr/>
              </p:nvPicPr>
              <p:blipFill>
                <a:blip r:embed="rId4"/>
                <a:stretch>
                  <a:fillRect/>
                </a:stretch>
              </p:blipFill>
              <p:spPr>
                <a:xfrm>
                  <a:off x="1499543" y="2406146"/>
                  <a:ext cx="1159560" cy="128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2" name="Inkt 11">
                  <a:extLst>
                    <a:ext uri="{FF2B5EF4-FFF2-40B4-BE49-F238E27FC236}">
                      <a16:creationId xmlns:a16="http://schemas.microsoft.com/office/drawing/2014/main" id="{D379C6AE-00CE-9742-F7D7-44BA3D76FA25}"/>
                    </a:ext>
                  </a:extLst>
                </p14:cNvPr>
                <p14:cNvContentPartPr/>
                <p14:nvPr/>
              </p14:nvContentPartPr>
              <p14:xfrm>
                <a:off x="2316743" y="2556266"/>
                <a:ext cx="304560" cy="264240"/>
              </p14:xfrm>
            </p:contentPart>
          </mc:Choice>
          <mc:Fallback xmlns="">
            <p:pic>
              <p:nvPicPr>
                <p:cNvPr id="12" name="Inkt 11">
                  <a:extLst>
                    <a:ext uri="{FF2B5EF4-FFF2-40B4-BE49-F238E27FC236}">
                      <a16:creationId xmlns:a16="http://schemas.microsoft.com/office/drawing/2014/main" id="{D379C6AE-00CE-9742-F7D7-44BA3D76FA25}"/>
                    </a:ext>
                  </a:extLst>
                </p:cNvPr>
                <p:cNvPicPr/>
                <p:nvPr/>
              </p:nvPicPr>
              <p:blipFill>
                <a:blip r:embed="rId6"/>
                <a:stretch>
                  <a:fillRect/>
                </a:stretch>
              </p:blipFill>
              <p:spPr>
                <a:xfrm>
                  <a:off x="2281103" y="2340266"/>
                  <a:ext cx="376200" cy="69588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4" name="Inkt 13">
                <a:extLst>
                  <a:ext uri="{FF2B5EF4-FFF2-40B4-BE49-F238E27FC236}">
                    <a16:creationId xmlns:a16="http://schemas.microsoft.com/office/drawing/2014/main" id="{34ADDE46-D0DF-762D-65DB-EEF57FB60D8C}"/>
                  </a:ext>
                </a:extLst>
              </p14:cNvPr>
              <p14:cNvContentPartPr/>
              <p14:nvPr/>
            </p14:nvContentPartPr>
            <p14:xfrm>
              <a:off x="1526543" y="4838306"/>
              <a:ext cx="1430640" cy="955080"/>
            </p14:xfrm>
          </p:contentPart>
        </mc:Choice>
        <mc:Fallback xmlns="">
          <p:pic>
            <p:nvPicPr>
              <p:cNvPr id="14" name="Inkt 13">
                <a:extLst>
                  <a:ext uri="{FF2B5EF4-FFF2-40B4-BE49-F238E27FC236}">
                    <a16:creationId xmlns:a16="http://schemas.microsoft.com/office/drawing/2014/main" id="{34ADDE46-D0DF-762D-65DB-EEF57FB60D8C}"/>
                  </a:ext>
                </a:extLst>
              </p:cNvPr>
              <p:cNvPicPr/>
              <p:nvPr/>
            </p:nvPicPr>
            <p:blipFill>
              <a:blip r:embed="rId8"/>
              <a:stretch>
                <a:fillRect/>
              </a:stretch>
            </p:blipFill>
            <p:spPr>
              <a:xfrm>
                <a:off x="1490903" y="4622306"/>
                <a:ext cx="1502280" cy="1386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8" name="Inkt 17">
                <a:extLst>
                  <a:ext uri="{FF2B5EF4-FFF2-40B4-BE49-F238E27FC236}">
                    <a16:creationId xmlns:a16="http://schemas.microsoft.com/office/drawing/2014/main" id="{2174853F-7901-58CB-DF6E-1E2767F9AC9B}"/>
                  </a:ext>
                </a:extLst>
              </p14:cNvPr>
              <p14:cNvContentPartPr/>
              <p14:nvPr/>
            </p14:nvContentPartPr>
            <p14:xfrm>
              <a:off x="2572703" y="5548226"/>
              <a:ext cx="398160" cy="365760"/>
            </p14:xfrm>
          </p:contentPart>
        </mc:Choice>
        <mc:Fallback xmlns="">
          <p:pic>
            <p:nvPicPr>
              <p:cNvPr id="18" name="Inkt 17">
                <a:extLst>
                  <a:ext uri="{FF2B5EF4-FFF2-40B4-BE49-F238E27FC236}">
                    <a16:creationId xmlns:a16="http://schemas.microsoft.com/office/drawing/2014/main" id="{2174853F-7901-58CB-DF6E-1E2767F9AC9B}"/>
                  </a:ext>
                </a:extLst>
              </p:cNvPr>
              <p:cNvPicPr/>
              <p:nvPr/>
            </p:nvPicPr>
            <p:blipFill>
              <a:blip r:embed="rId10"/>
              <a:stretch>
                <a:fillRect/>
              </a:stretch>
            </p:blipFill>
            <p:spPr>
              <a:xfrm>
                <a:off x="2536703" y="5332586"/>
                <a:ext cx="469800" cy="797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9" name="Inkt 18">
                <a:extLst>
                  <a:ext uri="{FF2B5EF4-FFF2-40B4-BE49-F238E27FC236}">
                    <a16:creationId xmlns:a16="http://schemas.microsoft.com/office/drawing/2014/main" id="{98A8672A-67D7-BC7D-8372-77C68CBA4D69}"/>
                  </a:ext>
                </a:extLst>
              </p14:cNvPr>
              <p14:cNvContentPartPr/>
              <p14:nvPr/>
            </p14:nvContentPartPr>
            <p14:xfrm>
              <a:off x="4962743" y="2432426"/>
              <a:ext cx="2041560" cy="88200"/>
            </p14:xfrm>
          </p:contentPart>
        </mc:Choice>
        <mc:Fallback xmlns="">
          <p:pic>
            <p:nvPicPr>
              <p:cNvPr id="19" name="Inkt 18">
                <a:extLst>
                  <a:ext uri="{FF2B5EF4-FFF2-40B4-BE49-F238E27FC236}">
                    <a16:creationId xmlns:a16="http://schemas.microsoft.com/office/drawing/2014/main" id="{98A8672A-67D7-BC7D-8372-77C68CBA4D69}"/>
                  </a:ext>
                </a:extLst>
              </p:cNvPr>
              <p:cNvPicPr/>
              <p:nvPr/>
            </p:nvPicPr>
            <p:blipFill>
              <a:blip r:embed="rId12"/>
              <a:stretch>
                <a:fillRect/>
              </a:stretch>
            </p:blipFill>
            <p:spPr>
              <a:xfrm>
                <a:off x="4926743" y="2216786"/>
                <a:ext cx="2113200" cy="519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0" name="Inkt 19">
                <a:extLst>
                  <a:ext uri="{FF2B5EF4-FFF2-40B4-BE49-F238E27FC236}">
                    <a16:creationId xmlns:a16="http://schemas.microsoft.com/office/drawing/2014/main" id="{02ABCD4F-98D3-372E-61B9-D781A5FE9986}"/>
                  </a:ext>
                </a:extLst>
              </p14:cNvPr>
              <p14:cNvContentPartPr/>
              <p14:nvPr/>
            </p14:nvContentPartPr>
            <p14:xfrm>
              <a:off x="6667703" y="2281586"/>
              <a:ext cx="372960" cy="470880"/>
            </p14:xfrm>
          </p:contentPart>
        </mc:Choice>
        <mc:Fallback xmlns="">
          <p:pic>
            <p:nvPicPr>
              <p:cNvPr id="20" name="Inkt 19">
                <a:extLst>
                  <a:ext uri="{FF2B5EF4-FFF2-40B4-BE49-F238E27FC236}">
                    <a16:creationId xmlns:a16="http://schemas.microsoft.com/office/drawing/2014/main" id="{02ABCD4F-98D3-372E-61B9-D781A5FE9986}"/>
                  </a:ext>
                </a:extLst>
              </p:cNvPr>
              <p:cNvPicPr/>
              <p:nvPr/>
            </p:nvPicPr>
            <p:blipFill>
              <a:blip r:embed="rId14"/>
              <a:stretch>
                <a:fillRect/>
              </a:stretch>
            </p:blipFill>
            <p:spPr>
              <a:xfrm>
                <a:off x="6631703" y="2065586"/>
                <a:ext cx="444600" cy="902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24" name="Inkt 23">
                <a:extLst>
                  <a:ext uri="{FF2B5EF4-FFF2-40B4-BE49-F238E27FC236}">
                    <a16:creationId xmlns:a16="http://schemas.microsoft.com/office/drawing/2014/main" id="{B275BA13-997A-C6D0-8924-F57D2BC787A8}"/>
                  </a:ext>
                </a:extLst>
              </p14:cNvPr>
              <p14:cNvContentPartPr/>
              <p14:nvPr/>
            </p14:nvContentPartPr>
            <p14:xfrm>
              <a:off x="4616063" y="2680826"/>
              <a:ext cx="2361600" cy="1162080"/>
            </p14:xfrm>
          </p:contentPart>
        </mc:Choice>
        <mc:Fallback xmlns="">
          <p:pic>
            <p:nvPicPr>
              <p:cNvPr id="24" name="Inkt 23">
                <a:extLst>
                  <a:ext uri="{FF2B5EF4-FFF2-40B4-BE49-F238E27FC236}">
                    <a16:creationId xmlns:a16="http://schemas.microsoft.com/office/drawing/2014/main" id="{B275BA13-997A-C6D0-8924-F57D2BC787A8}"/>
                  </a:ext>
                </a:extLst>
              </p:cNvPr>
              <p:cNvPicPr/>
              <p:nvPr/>
            </p:nvPicPr>
            <p:blipFill>
              <a:blip r:embed="rId16"/>
              <a:stretch>
                <a:fillRect/>
              </a:stretch>
            </p:blipFill>
            <p:spPr>
              <a:xfrm>
                <a:off x="4580423" y="2464826"/>
                <a:ext cx="2433240" cy="1593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25" name="Inkt 24">
                <a:extLst>
                  <a:ext uri="{FF2B5EF4-FFF2-40B4-BE49-F238E27FC236}">
                    <a16:creationId xmlns:a16="http://schemas.microsoft.com/office/drawing/2014/main" id="{5EF6C7C5-CB0A-8DF1-8ACA-03934359BF6D}"/>
                  </a:ext>
                </a:extLst>
              </p14:cNvPr>
              <p14:cNvContentPartPr/>
              <p14:nvPr/>
            </p14:nvContentPartPr>
            <p14:xfrm>
              <a:off x="6567263" y="3586226"/>
              <a:ext cx="462960" cy="380520"/>
            </p14:xfrm>
          </p:contentPart>
        </mc:Choice>
        <mc:Fallback xmlns="">
          <p:pic>
            <p:nvPicPr>
              <p:cNvPr id="25" name="Inkt 24">
                <a:extLst>
                  <a:ext uri="{FF2B5EF4-FFF2-40B4-BE49-F238E27FC236}">
                    <a16:creationId xmlns:a16="http://schemas.microsoft.com/office/drawing/2014/main" id="{5EF6C7C5-CB0A-8DF1-8ACA-03934359BF6D}"/>
                  </a:ext>
                </a:extLst>
              </p:cNvPr>
              <p:cNvPicPr/>
              <p:nvPr/>
            </p:nvPicPr>
            <p:blipFill>
              <a:blip r:embed="rId18"/>
              <a:stretch>
                <a:fillRect/>
              </a:stretch>
            </p:blipFill>
            <p:spPr>
              <a:xfrm>
                <a:off x="6531623" y="3370586"/>
                <a:ext cx="534600" cy="812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27" name="Inkt 26">
                <a:extLst>
                  <a:ext uri="{FF2B5EF4-FFF2-40B4-BE49-F238E27FC236}">
                    <a16:creationId xmlns:a16="http://schemas.microsoft.com/office/drawing/2014/main" id="{0DB8519E-71CC-18AB-E6A4-FE455AB5C16B}"/>
                  </a:ext>
                </a:extLst>
              </p14:cNvPr>
              <p14:cNvContentPartPr/>
              <p14:nvPr/>
            </p14:nvContentPartPr>
            <p14:xfrm>
              <a:off x="3923783" y="2654546"/>
              <a:ext cx="1570680" cy="2179800"/>
            </p14:xfrm>
          </p:contentPart>
        </mc:Choice>
        <mc:Fallback xmlns="">
          <p:pic>
            <p:nvPicPr>
              <p:cNvPr id="27" name="Inkt 26">
                <a:extLst>
                  <a:ext uri="{FF2B5EF4-FFF2-40B4-BE49-F238E27FC236}">
                    <a16:creationId xmlns:a16="http://schemas.microsoft.com/office/drawing/2014/main" id="{0DB8519E-71CC-18AB-E6A4-FE455AB5C16B}"/>
                  </a:ext>
                </a:extLst>
              </p:cNvPr>
              <p:cNvPicPr/>
              <p:nvPr/>
            </p:nvPicPr>
            <p:blipFill>
              <a:blip r:embed="rId20"/>
              <a:stretch>
                <a:fillRect/>
              </a:stretch>
            </p:blipFill>
            <p:spPr>
              <a:xfrm>
                <a:off x="3887783" y="2438546"/>
                <a:ext cx="1642320" cy="2611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42" name="Inkt 41">
                <a:extLst>
                  <a:ext uri="{FF2B5EF4-FFF2-40B4-BE49-F238E27FC236}">
                    <a16:creationId xmlns:a16="http://schemas.microsoft.com/office/drawing/2014/main" id="{F5A375AD-831C-9CB3-CA9B-167C6261D1B9}"/>
                  </a:ext>
                </a:extLst>
              </p14:cNvPr>
              <p14:cNvContentPartPr/>
              <p14:nvPr/>
            </p14:nvContentPartPr>
            <p14:xfrm>
              <a:off x="5010983" y="4482986"/>
              <a:ext cx="484560" cy="413280"/>
            </p14:xfrm>
          </p:contentPart>
        </mc:Choice>
        <mc:Fallback xmlns="">
          <p:pic>
            <p:nvPicPr>
              <p:cNvPr id="42" name="Inkt 41">
                <a:extLst>
                  <a:ext uri="{FF2B5EF4-FFF2-40B4-BE49-F238E27FC236}">
                    <a16:creationId xmlns:a16="http://schemas.microsoft.com/office/drawing/2014/main" id="{F5A375AD-831C-9CB3-CA9B-167C6261D1B9}"/>
                  </a:ext>
                </a:extLst>
              </p:cNvPr>
              <p:cNvPicPr/>
              <p:nvPr/>
            </p:nvPicPr>
            <p:blipFill>
              <a:blip r:embed="rId22"/>
              <a:stretch>
                <a:fillRect/>
              </a:stretch>
            </p:blipFill>
            <p:spPr>
              <a:xfrm>
                <a:off x="4974983" y="4267346"/>
                <a:ext cx="556200" cy="844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43" name="Inkt 42">
                <a:extLst>
                  <a:ext uri="{FF2B5EF4-FFF2-40B4-BE49-F238E27FC236}">
                    <a16:creationId xmlns:a16="http://schemas.microsoft.com/office/drawing/2014/main" id="{A5A255B2-6A8E-0EBF-A4B6-52D4ED308331}"/>
                  </a:ext>
                </a:extLst>
              </p14:cNvPr>
              <p14:cNvContentPartPr/>
              <p14:nvPr/>
            </p14:nvContentPartPr>
            <p14:xfrm>
              <a:off x="2983103" y="4678466"/>
              <a:ext cx="360" cy="360"/>
            </p14:xfrm>
          </p:contentPart>
        </mc:Choice>
        <mc:Fallback xmlns="">
          <p:pic>
            <p:nvPicPr>
              <p:cNvPr id="43" name="Inkt 42">
                <a:extLst>
                  <a:ext uri="{FF2B5EF4-FFF2-40B4-BE49-F238E27FC236}">
                    <a16:creationId xmlns:a16="http://schemas.microsoft.com/office/drawing/2014/main" id="{A5A255B2-6A8E-0EBF-A4B6-52D4ED308331}"/>
                  </a:ext>
                </a:extLst>
              </p:cNvPr>
              <p:cNvPicPr/>
              <p:nvPr/>
            </p:nvPicPr>
            <p:blipFill>
              <a:blip r:embed="rId24"/>
              <a:stretch>
                <a:fillRect/>
              </a:stretch>
            </p:blipFill>
            <p:spPr>
              <a:xfrm>
                <a:off x="2947103" y="4462826"/>
                <a:ext cx="72000" cy="432000"/>
              </a:xfrm>
              <a:prstGeom prst="rect">
                <a:avLst/>
              </a:prstGeom>
            </p:spPr>
          </p:pic>
        </mc:Fallback>
      </mc:AlternateContent>
    </p:spTree>
    <p:extLst>
      <p:ext uri="{BB962C8B-B14F-4D97-AF65-F5344CB8AC3E}">
        <p14:creationId xmlns:p14="http://schemas.microsoft.com/office/powerpoint/2010/main" val="1455988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1000" fill="hold"/>
                                        <p:tgtEl>
                                          <p:spTgt spid="13"/>
                                        </p:tgtEl>
                                        <p:attrNameLst>
                                          <p:attrName>drawProgress</p:attrName>
                                        </p:attrNameLst>
                                      </p:cBhvr>
                                      <p:tavLst>
                                        <p:tav tm="0">
                                          <p:val>
                                            <p:fltVal val="0"/>
                                          </p:val>
                                        </p:tav>
                                        <p:tav tm="100000">
                                          <p:val>
                                            <p:fltVal val="1"/>
                                          </p:val>
                                        </p:tav>
                                      </p:tavLst>
                                    </p:anim>
                                  </p:childTnLst>
                                </p:cTn>
                              </p:par>
                              <p:par>
                                <p:cTn id="13" presetID="63"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1000" fill="hold"/>
                                        <p:tgtEl>
                                          <p:spTgt spid="14"/>
                                        </p:tgtEl>
                                        <p:attrNameLst>
                                          <p:attrName>drawProgress</p:attrName>
                                        </p:attrNameLst>
                                      </p:cBhvr>
                                      <p:tavLst>
                                        <p:tav tm="0">
                                          <p:val>
                                            <p:fltVal val="0"/>
                                          </p:val>
                                        </p:tav>
                                        <p:tav tm="100000">
                                          <p:val>
                                            <p:fltVal val="1"/>
                                          </p:val>
                                        </p:tav>
                                      </p:tavLst>
                                    </p:anim>
                                  </p:childTnLst>
                                </p:cTn>
                              </p:par>
                            </p:childTnLst>
                          </p:cTn>
                        </p:par>
                        <p:par>
                          <p:cTn id="16" fill="hold">
                            <p:stCondLst>
                              <p:cond delay="1000"/>
                            </p:stCondLst>
                            <p:childTnLst>
                              <p:par>
                                <p:cTn id="17" presetID="63" presetClass="entr" presetSubtype="0"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p:cTn id="19" dur="1000" fill="hold"/>
                                        <p:tgtEl>
                                          <p:spTgt spid="18"/>
                                        </p:tgtEl>
                                        <p:attrNameLst>
                                          <p:attrName>drawProgress</p:attrName>
                                        </p:attrNameLst>
                                      </p:cBhvr>
                                      <p:tavLst>
                                        <p:tav tm="0">
                                          <p:val>
                                            <p:fltVal val="0"/>
                                          </p:val>
                                        </p:tav>
                                        <p:tav tm="100000">
                                          <p:val>
                                            <p:fltVal val="1"/>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p:cTn id="32" dur="1000" fill="hold"/>
                                        <p:tgtEl>
                                          <p:spTgt spid="19"/>
                                        </p:tgtEl>
                                        <p:attrNameLst>
                                          <p:attrName>drawProgress</p:attrName>
                                        </p:attrNameLst>
                                      </p:cBhvr>
                                      <p:tavLst>
                                        <p:tav tm="0">
                                          <p:val>
                                            <p:fltVal val="0"/>
                                          </p:val>
                                        </p:tav>
                                        <p:tav tm="100000">
                                          <p:val>
                                            <p:fltVal val="1"/>
                                          </p:val>
                                        </p:tav>
                                      </p:tavLst>
                                    </p:anim>
                                  </p:childTnLst>
                                </p:cTn>
                              </p:par>
                            </p:childTnLst>
                          </p:cTn>
                        </p:par>
                        <p:par>
                          <p:cTn id="33" fill="hold">
                            <p:stCondLst>
                              <p:cond delay="1000"/>
                            </p:stCondLst>
                            <p:childTnLst>
                              <p:par>
                                <p:cTn id="34" presetID="63" presetClass="entr" presetSubtype="0"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p:cTn id="36" dur="500" fill="hold"/>
                                        <p:tgtEl>
                                          <p:spTgt spid="20"/>
                                        </p:tgtEl>
                                        <p:attrNameLst>
                                          <p:attrName>drawProgress</p:attrName>
                                        </p:attrNameLst>
                                      </p:cBhvr>
                                      <p:tavLst>
                                        <p:tav tm="0">
                                          <p:val>
                                            <p:fltVal val="0"/>
                                          </p:val>
                                        </p:tav>
                                        <p:tav tm="100000">
                                          <p:val>
                                            <p:fltVal val="1"/>
                                          </p:val>
                                        </p:tav>
                                      </p:tavLst>
                                    </p:anim>
                                  </p:childTnLst>
                                </p:cTn>
                              </p:par>
                            </p:childTnLst>
                          </p:cTn>
                        </p:par>
                        <p:par>
                          <p:cTn id="37" fill="hold">
                            <p:stCondLst>
                              <p:cond delay="1500"/>
                            </p:stCondLst>
                            <p:childTnLst>
                              <p:par>
                                <p:cTn id="38" presetID="10" presetClass="entr" presetSubtype="0"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63" presetClass="entr" presetSubtype="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p:cTn id="45" dur="1000" fill="hold"/>
                                        <p:tgtEl>
                                          <p:spTgt spid="24"/>
                                        </p:tgtEl>
                                        <p:attrNameLst>
                                          <p:attrName>drawProgress</p:attrName>
                                        </p:attrNameLst>
                                      </p:cBhvr>
                                      <p:tavLst>
                                        <p:tav tm="0">
                                          <p:val>
                                            <p:fltVal val="0"/>
                                          </p:val>
                                        </p:tav>
                                        <p:tav tm="100000">
                                          <p:val>
                                            <p:fltVal val="1"/>
                                          </p:val>
                                        </p:tav>
                                      </p:tavLst>
                                    </p:anim>
                                  </p:childTnLst>
                                </p:cTn>
                              </p:par>
                            </p:childTnLst>
                          </p:cTn>
                        </p:par>
                        <p:par>
                          <p:cTn id="46" fill="hold">
                            <p:stCondLst>
                              <p:cond delay="1000"/>
                            </p:stCondLst>
                            <p:childTnLst>
                              <p:par>
                                <p:cTn id="47" presetID="63" presetClass="entr" presetSubtype="0" fill="hold" nodeType="after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p:cTn id="49" dur="500" fill="hold"/>
                                        <p:tgtEl>
                                          <p:spTgt spid="25"/>
                                        </p:tgtEl>
                                        <p:attrNameLst>
                                          <p:attrName>drawProgress</p:attrName>
                                        </p:attrNameLst>
                                      </p:cBhvr>
                                      <p:tavLst>
                                        <p:tav tm="0">
                                          <p:val>
                                            <p:fltVal val="0"/>
                                          </p:val>
                                        </p:tav>
                                        <p:tav tm="100000">
                                          <p:val>
                                            <p:fltVal val="1"/>
                                          </p:val>
                                        </p:tav>
                                      </p:tavLst>
                                    </p:anim>
                                  </p:childTnLst>
                                </p:cTn>
                              </p:par>
                              <p:par>
                                <p:cTn id="50" presetID="10" presetClass="entr" presetSubtype="0" fill="hold" grpId="0"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63" presetClass="entr" presetSubtype="0"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p:cTn id="57" dur="1000" fill="hold"/>
                                        <p:tgtEl>
                                          <p:spTgt spid="27"/>
                                        </p:tgtEl>
                                        <p:attrNameLst>
                                          <p:attrName>drawProgress</p:attrName>
                                        </p:attrNameLst>
                                      </p:cBhvr>
                                      <p:tavLst>
                                        <p:tav tm="0">
                                          <p:val>
                                            <p:fltVal val="0"/>
                                          </p:val>
                                        </p:tav>
                                        <p:tav tm="100000">
                                          <p:val>
                                            <p:fltVal val="1"/>
                                          </p:val>
                                        </p:tav>
                                      </p:tavLst>
                                    </p:anim>
                                  </p:childTnLst>
                                </p:cTn>
                              </p:par>
                            </p:childTnLst>
                          </p:cTn>
                        </p:par>
                        <p:par>
                          <p:cTn id="58" fill="hold">
                            <p:stCondLst>
                              <p:cond delay="1000"/>
                            </p:stCondLst>
                            <p:childTnLst>
                              <p:par>
                                <p:cTn id="59" presetID="63" presetClass="entr" presetSubtype="0"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 calcmode="lin" valueType="num">
                                      <p:cBhvr>
                                        <p:cTn id="61" dur="500" fill="hold"/>
                                        <p:tgtEl>
                                          <p:spTgt spid="42"/>
                                        </p:tgtEl>
                                        <p:attrNameLst>
                                          <p:attrName>drawProgress</p:attrName>
                                        </p:attrNameLst>
                                      </p:cBhvr>
                                      <p:tavLst>
                                        <p:tav tm="0">
                                          <p:val>
                                            <p:fltVal val="0"/>
                                          </p:val>
                                        </p:tav>
                                        <p:tav tm="100000">
                                          <p:val>
                                            <p:fltVal val="1"/>
                                          </p:val>
                                        </p:tav>
                                      </p:tavLst>
                                    </p:anim>
                                  </p:childTnLst>
                                </p:cTn>
                              </p:par>
                            </p:childTnLst>
                          </p:cTn>
                        </p:par>
                        <p:par>
                          <p:cTn id="62" fill="hold">
                            <p:stCondLst>
                              <p:cond delay="15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B391245-1482-FD77-A0EE-F37A9EC2834C}"/>
              </a:ext>
            </a:extLst>
          </p:cNvPr>
          <p:cNvSpPr>
            <a:spLocks noGrp="1"/>
          </p:cNvSpPr>
          <p:nvPr>
            <p:ph type="title"/>
          </p:nvPr>
        </p:nvSpPr>
        <p:spPr/>
        <p:txBody>
          <a:bodyPr/>
          <a:lstStyle/>
          <a:p>
            <a:r>
              <a:rPr lang="en-US"/>
              <a:t>Data </a:t>
            </a:r>
            <a:r>
              <a:rPr lang="en-US" err="1"/>
              <a:t>organisation</a:t>
            </a:r>
            <a:endParaRPr lang="nl-NL"/>
          </a:p>
        </p:txBody>
      </p:sp>
      <p:sp>
        <p:nvSpPr>
          <p:cNvPr id="4" name="Tijdelijke aanduiding voor tekst 3">
            <a:extLst>
              <a:ext uri="{FF2B5EF4-FFF2-40B4-BE49-F238E27FC236}">
                <a16:creationId xmlns:a16="http://schemas.microsoft.com/office/drawing/2014/main" id="{EB350205-4BF9-D48A-BDC2-861A5F0AA2A7}"/>
              </a:ext>
            </a:extLst>
          </p:cNvPr>
          <p:cNvSpPr>
            <a:spLocks noGrp="1"/>
          </p:cNvSpPr>
          <p:nvPr>
            <p:ph type="body" sz="quarter" idx="1002"/>
          </p:nvPr>
        </p:nvSpPr>
        <p:spPr/>
        <p:txBody>
          <a:bodyPr/>
          <a:lstStyle/>
          <a:p>
            <a:endParaRPr lang="nl-NL"/>
          </a:p>
        </p:txBody>
      </p:sp>
      <p:sp>
        <p:nvSpPr>
          <p:cNvPr id="5" name="Ovaal 4">
            <a:extLst>
              <a:ext uri="{FF2B5EF4-FFF2-40B4-BE49-F238E27FC236}">
                <a16:creationId xmlns:a16="http://schemas.microsoft.com/office/drawing/2014/main" id="{DB8221DE-FC04-F321-309F-96E12511701F}"/>
              </a:ext>
            </a:extLst>
          </p:cNvPr>
          <p:cNvSpPr/>
          <p:nvPr/>
        </p:nvSpPr>
        <p:spPr>
          <a:xfrm>
            <a:off x="4871864" y="2636912"/>
            <a:ext cx="2448272" cy="2448272"/>
          </a:xfrm>
          <a:prstGeom prst="ellipse">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Project</a:t>
            </a:r>
            <a:endParaRPr lang="nl-NL" sz="3200" b="1"/>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0" name="Inkt 19">
                <a:extLst>
                  <a:ext uri="{FF2B5EF4-FFF2-40B4-BE49-F238E27FC236}">
                    <a16:creationId xmlns:a16="http://schemas.microsoft.com/office/drawing/2014/main" id="{30C16335-988E-1F4D-0A38-EB72CC09BA7E}"/>
                  </a:ext>
                </a:extLst>
              </p14:cNvPr>
              <p14:cNvContentPartPr/>
              <p14:nvPr/>
            </p14:nvContentPartPr>
            <p14:xfrm>
              <a:off x="4583660" y="4411842"/>
              <a:ext cx="360" cy="360"/>
            </p14:xfrm>
          </p:contentPart>
        </mc:Choice>
        <mc:Fallback xmlns="">
          <p:pic>
            <p:nvPicPr>
              <p:cNvPr id="20" name="Inkt 19">
                <a:extLst>
                  <a:ext uri="{FF2B5EF4-FFF2-40B4-BE49-F238E27FC236}">
                    <a16:creationId xmlns:a16="http://schemas.microsoft.com/office/drawing/2014/main" id="{30C16335-988E-1F4D-0A38-EB72CC09BA7E}"/>
                  </a:ext>
                </a:extLst>
              </p:cNvPr>
              <p:cNvPicPr/>
              <p:nvPr/>
            </p:nvPicPr>
            <p:blipFill>
              <a:blip r:embed="rId4"/>
              <a:stretch>
                <a:fillRect/>
              </a:stretch>
            </p:blipFill>
            <p:spPr>
              <a:xfrm>
                <a:off x="4520660" y="4033842"/>
                <a:ext cx="126000" cy="75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1" name="Inkt 20">
                <a:extLst>
                  <a:ext uri="{FF2B5EF4-FFF2-40B4-BE49-F238E27FC236}">
                    <a16:creationId xmlns:a16="http://schemas.microsoft.com/office/drawing/2014/main" id="{B4BB1E47-8FF5-83FB-51D0-33BD35CE33CD}"/>
                  </a:ext>
                </a:extLst>
              </p14:cNvPr>
              <p14:cNvContentPartPr/>
              <p14:nvPr/>
            </p14:nvContentPartPr>
            <p14:xfrm>
              <a:off x="2906780" y="3213402"/>
              <a:ext cx="1789920" cy="503640"/>
            </p14:xfrm>
          </p:contentPart>
        </mc:Choice>
        <mc:Fallback xmlns="">
          <p:pic>
            <p:nvPicPr>
              <p:cNvPr id="21" name="Inkt 20">
                <a:extLst>
                  <a:ext uri="{FF2B5EF4-FFF2-40B4-BE49-F238E27FC236}">
                    <a16:creationId xmlns:a16="http://schemas.microsoft.com/office/drawing/2014/main" id="{B4BB1E47-8FF5-83FB-51D0-33BD35CE33CD}"/>
                  </a:ext>
                </a:extLst>
              </p:cNvPr>
              <p:cNvPicPr/>
              <p:nvPr/>
            </p:nvPicPr>
            <p:blipFill>
              <a:blip r:embed="rId6"/>
              <a:stretch>
                <a:fillRect/>
              </a:stretch>
            </p:blipFill>
            <p:spPr>
              <a:xfrm>
                <a:off x="2843780" y="2835402"/>
                <a:ext cx="1915560" cy="1259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22" name="Inkt 21">
                <a:extLst>
                  <a:ext uri="{FF2B5EF4-FFF2-40B4-BE49-F238E27FC236}">
                    <a16:creationId xmlns:a16="http://schemas.microsoft.com/office/drawing/2014/main" id="{A08C7C6D-09A6-91E2-0CBE-B3D37BCE1DF8}"/>
                  </a:ext>
                </a:extLst>
              </p14:cNvPr>
              <p14:cNvContentPartPr/>
              <p14:nvPr/>
            </p14:nvContentPartPr>
            <p14:xfrm>
              <a:off x="3871940" y="2300082"/>
              <a:ext cx="1240560" cy="561960"/>
            </p14:xfrm>
          </p:contentPart>
        </mc:Choice>
        <mc:Fallback xmlns="">
          <p:pic>
            <p:nvPicPr>
              <p:cNvPr id="22" name="Inkt 21">
                <a:extLst>
                  <a:ext uri="{FF2B5EF4-FFF2-40B4-BE49-F238E27FC236}">
                    <a16:creationId xmlns:a16="http://schemas.microsoft.com/office/drawing/2014/main" id="{A08C7C6D-09A6-91E2-0CBE-B3D37BCE1DF8}"/>
                  </a:ext>
                </a:extLst>
              </p:cNvPr>
              <p:cNvPicPr/>
              <p:nvPr/>
            </p:nvPicPr>
            <p:blipFill>
              <a:blip r:embed="rId8"/>
              <a:stretch>
                <a:fillRect/>
              </a:stretch>
            </p:blipFill>
            <p:spPr>
              <a:xfrm>
                <a:off x="3808922" y="1922082"/>
                <a:ext cx="1366236" cy="1317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4" name="Inkt 23">
                <a:extLst>
                  <a:ext uri="{FF2B5EF4-FFF2-40B4-BE49-F238E27FC236}">
                    <a16:creationId xmlns:a16="http://schemas.microsoft.com/office/drawing/2014/main" id="{0A452E44-99FB-1FB0-8332-1E9CBF100564}"/>
                  </a:ext>
                </a:extLst>
              </p14:cNvPr>
              <p14:cNvContentPartPr/>
              <p14:nvPr/>
            </p14:nvContentPartPr>
            <p14:xfrm>
              <a:off x="6317420" y="1745322"/>
              <a:ext cx="258120" cy="683280"/>
            </p14:xfrm>
          </p:contentPart>
        </mc:Choice>
        <mc:Fallback xmlns="">
          <p:pic>
            <p:nvPicPr>
              <p:cNvPr id="24" name="Inkt 23">
                <a:extLst>
                  <a:ext uri="{FF2B5EF4-FFF2-40B4-BE49-F238E27FC236}">
                    <a16:creationId xmlns:a16="http://schemas.microsoft.com/office/drawing/2014/main" id="{0A452E44-99FB-1FB0-8332-1E9CBF100564}"/>
                  </a:ext>
                </a:extLst>
              </p:cNvPr>
              <p:cNvPicPr/>
              <p:nvPr/>
            </p:nvPicPr>
            <p:blipFill>
              <a:blip r:embed="rId10"/>
              <a:stretch>
                <a:fillRect/>
              </a:stretch>
            </p:blipFill>
            <p:spPr>
              <a:xfrm>
                <a:off x="6254332" y="1367322"/>
                <a:ext cx="383935" cy="1438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5" name="Inkt 24">
                <a:extLst>
                  <a:ext uri="{FF2B5EF4-FFF2-40B4-BE49-F238E27FC236}">
                    <a16:creationId xmlns:a16="http://schemas.microsoft.com/office/drawing/2014/main" id="{3CA69461-3EC5-7DB8-D50D-2411C379A1DB}"/>
                  </a:ext>
                </a:extLst>
              </p14:cNvPr>
              <p14:cNvContentPartPr/>
              <p14:nvPr/>
            </p14:nvContentPartPr>
            <p14:xfrm>
              <a:off x="7065500" y="1840722"/>
              <a:ext cx="1811880" cy="843480"/>
            </p14:xfrm>
          </p:contentPart>
        </mc:Choice>
        <mc:Fallback xmlns="">
          <p:pic>
            <p:nvPicPr>
              <p:cNvPr id="25" name="Inkt 24">
                <a:extLst>
                  <a:ext uri="{FF2B5EF4-FFF2-40B4-BE49-F238E27FC236}">
                    <a16:creationId xmlns:a16="http://schemas.microsoft.com/office/drawing/2014/main" id="{3CA69461-3EC5-7DB8-D50D-2411C379A1DB}"/>
                  </a:ext>
                </a:extLst>
              </p:cNvPr>
              <p:cNvPicPr/>
              <p:nvPr/>
            </p:nvPicPr>
            <p:blipFill>
              <a:blip r:embed="rId12"/>
              <a:stretch>
                <a:fillRect/>
              </a:stretch>
            </p:blipFill>
            <p:spPr>
              <a:xfrm>
                <a:off x="7002500" y="1462722"/>
                <a:ext cx="1937520" cy="1599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7" name="Inkt 26">
                <a:extLst>
                  <a:ext uri="{FF2B5EF4-FFF2-40B4-BE49-F238E27FC236}">
                    <a16:creationId xmlns:a16="http://schemas.microsoft.com/office/drawing/2014/main" id="{F16F3118-E9C1-BFC3-5314-103D2B712051}"/>
                  </a:ext>
                </a:extLst>
              </p14:cNvPr>
              <p14:cNvContentPartPr/>
              <p14:nvPr/>
            </p14:nvContentPartPr>
            <p14:xfrm>
              <a:off x="7571685" y="3327480"/>
              <a:ext cx="2156760" cy="203040"/>
            </p14:xfrm>
          </p:contentPart>
        </mc:Choice>
        <mc:Fallback xmlns="">
          <p:pic>
            <p:nvPicPr>
              <p:cNvPr id="27" name="Inkt 26">
                <a:extLst>
                  <a:ext uri="{FF2B5EF4-FFF2-40B4-BE49-F238E27FC236}">
                    <a16:creationId xmlns:a16="http://schemas.microsoft.com/office/drawing/2014/main" id="{F16F3118-E9C1-BFC3-5314-103D2B712051}"/>
                  </a:ext>
                </a:extLst>
              </p:cNvPr>
              <p:cNvPicPr/>
              <p:nvPr/>
            </p:nvPicPr>
            <p:blipFill>
              <a:blip r:embed="rId14"/>
              <a:stretch>
                <a:fillRect/>
              </a:stretch>
            </p:blipFill>
            <p:spPr>
              <a:xfrm>
                <a:off x="7508685" y="2949480"/>
                <a:ext cx="2282400" cy="958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28" name="Inkt 27">
                <a:extLst>
                  <a:ext uri="{FF2B5EF4-FFF2-40B4-BE49-F238E27FC236}">
                    <a16:creationId xmlns:a16="http://schemas.microsoft.com/office/drawing/2014/main" id="{6090CEF6-28A2-9A49-6557-EF0B0AEEEC0E}"/>
                  </a:ext>
                </a:extLst>
              </p14:cNvPr>
              <p14:cNvContentPartPr/>
              <p14:nvPr/>
            </p14:nvContentPartPr>
            <p14:xfrm>
              <a:off x="7481300" y="4405722"/>
              <a:ext cx="2102760" cy="293040"/>
            </p14:xfrm>
          </p:contentPart>
        </mc:Choice>
        <mc:Fallback xmlns="">
          <p:pic>
            <p:nvPicPr>
              <p:cNvPr id="28" name="Inkt 27">
                <a:extLst>
                  <a:ext uri="{FF2B5EF4-FFF2-40B4-BE49-F238E27FC236}">
                    <a16:creationId xmlns:a16="http://schemas.microsoft.com/office/drawing/2014/main" id="{6090CEF6-28A2-9A49-6557-EF0B0AEEEC0E}"/>
                  </a:ext>
                </a:extLst>
              </p:cNvPr>
              <p:cNvPicPr/>
              <p:nvPr/>
            </p:nvPicPr>
            <p:blipFill>
              <a:blip r:embed="rId16"/>
              <a:stretch>
                <a:fillRect/>
              </a:stretch>
            </p:blipFill>
            <p:spPr>
              <a:xfrm>
                <a:off x="7418300" y="4028186"/>
                <a:ext cx="2228400" cy="104775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29" name="Inkt 28">
                <a:extLst>
                  <a:ext uri="{FF2B5EF4-FFF2-40B4-BE49-F238E27FC236}">
                    <a16:creationId xmlns:a16="http://schemas.microsoft.com/office/drawing/2014/main" id="{B11C1921-462C-57C5-5589-E8A34E4D5BD6}"/>
                  </a:ext>
                </a:extLst>
              </p14:cNvPr>
              <p14:cNvContentPartPr/>
              <p14:nvPr/>
            </p14:nvContentPartPr>
            <p14:xfrm>
              <a:off x="7130660" y="5153442"/>
              <a:ext cx="1504440" cy="742680"/>
            </p14:xfrm>
          </p:contentPart>
        </mc:Choice>
        <mc:Fallback xmlns="">
          <p:pic>
            <p:nvPicPr>
              <p:cNvPr id="29" name="Inkt 28">
                <a:extLst>
                  <a:ext uri="{FF2B5EF4-FFF2-40B4-BE49-F238E27FC236}">
                    <a16:creationId xmlns:a16="http://schemas.microsoft.com/office/drawing/2014/main" id="{B11C1921-462C-57C5-5589-E8A34E4D5BD6}"/>
                  </a:ext>
                </a:extLst>
              </p:cNvPr>
              <p:cNvPicPr/>
              <p:nvPr/>
            </p:nvPicPr>
            <p:blipFill>
              <a:blip r:embed="rId18"/>
              <a:stretch>
                <a:fillRect/>
              </a:stretch>
            </p:blipFill>
            <p:spPr>
              <a:xfrm>
                <a:off x="7067660" y="4775442"/>
                <a:ext cx="1630080" cy="1498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31" name="Inkt 30">
                <a:extLst>
                  <a:ext uri="{FF2B5EF4-FFF2-40B4-BE49-F238E27FC236}">
                    <a16:creationId xmlns:a16="http://schemas.microsoft.com/office/drawing/2014/main" id="{35DB33AF-31F9-4402-9607-480290421697}"/>
                  </a:ext>
                </a:extLst>
              </p14:cNvPr>
              <p14:cNvContentPartPr/>
              <p14:nvPr/>
            </p14:nvContentPartPr>
            <p14:xfrm>
              <a:off x="2567608" y="4559376"/>
              <a:ext cx="2226240" cy="185400"/>
            </p14:xfrm>
          </p:contentPart>
        </mc:Choice>
        <mc:Fallback xmlns="">
          <p:pic>
            <p:nvPicPr>
              <p:cNvPr id="31" name="Inkt 30">
                <a:extLst>
                  <a:ext uri="{FF2B5EF4-FFF2-40B4-BE49-F238E27FC236}">
                    <a16:creationId xmlns:a16="http://schemas.microsoft.com/office/drawing/2014/main" id="{35DB33AF-31F9-4402-9607-480290421697}"/>
                  </a:ext>
                </a:extLst>
              </p:cNvPr>
              <p:cNvPicPr/>
              <p:nvPr/>
            </p:nvPicPr>
            <p:blipFill>
              <a:blip r:embed="rId20"/>
              <a:stretch>
                <a:fillRect/>
              </a:stretch>
            </p:blipFill>
            <p:spPr>
              <a:xfrm>
                <a:off x="2504618" y="4180641"/>
                <a:ext cx="2351860" cy="94251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32" name="Inkt 31">
                <a:extLst>
                  <a:ext uri="{FF2B5EF4-FFF2-40B4-BE49-F238E27FC236}">
                    <a16:creationId xmlns:a16="http://schemas.microsoft.com/office/drawing/2014/main" id="{B6541092-D6CF-9075-385E-1D7B19DA2030}"/>
                  </a:ext>
                </a:extLst>
              </p14:cNvPr>
              <p14:cNvContentPartPr/>
              <p14:nvPr/>
            </p14:nvContentPartPr>
            <p14:xfrm>
              <a:off x="3656248" y="5099736"/>
              <a:ext cx="1529280" cy="762840"/>
            </p14:xfrm>
          </p:contentPart>
        </mc:Choice>
        <mc:Fallback xmlns="">
          <p:pic>
            <p:nvPicPr>
              <p:cNvPr id="32" name="Inkt 31">
                <a:extLst>
                  <a:ext uri="{FF2B5EF4-FFF2-40B4-BE49-F238E27FC236}">
                    <a16:creationId xmlns:a16="http://schemas.microsoft.com/office/drawing/2014/main" id="{B6541092-D6CF-9075-385E-1D7B19DA2030}"/>
                  </a:ext>
                </a:extLst>
              </p:cNvPr>
              <p:cNvPicPr/>
              <p:nvPr/>
            </p:nvPicPr>
            <p:blipFill>
              <a:blip r:embed="rId22"/>
              <a:stretch>
                <a:fillRect/>
              </a:stretch>
            </p:blipFill>
            <p:spPr>
              <a:xfrm>
                <a:off x="3593248" y="4721736"/>
                <a:ext cx="1654920" cy="1518480"/>
              </a:xfrm>
              <a:prstGeom prst="rect">
                <a:avLst/>
              </a:prstGeom>
            </p:spPr>
          </p:pic>
        </mc:Fallback>
      </mc:AlternateContent>
      <p:sp>
        <p:nvSpPr>
          <p:cNvPr id="34" name="Tijdelijke aanduiding voor tekst 1">
            <a:extLst>
              <a:ext uri="{FF2B5EF4-FFF2-40B4-BE49-F238E27FC236}">
                <a16:creationId xmlns:a16="http://schemas.microsoft.com/office/drawing/2014/main" id="{8C0DD864-DDDB-9252-EF34-5880BB44175B}"/>
              </a:ext>
            </a:extLst>
          </p:cNvPr>
          <p:cNvSpPr txBox="1">
            <a:spLocks/>
          </p:cNvSpPr>
          <p:nvPr/>
        </p:nvSpPr>
        <p:spPr bwMode="gray">
          <a:xfrm>
            <a:off x="5951984" y="1174294"/>
            <a:ext cx="1585789"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Metadata</a:t>
            </a:r>
            <a:endParaRPr lang="nl-NL" sz="1600"/>
          </a:p>
        </p:txBody>
      </p:sp>
      <p:sp>
        <p:nvSpPr>
          <p:cNvPr id="35" name="Tijdelijke aanduiding voor tekst 1">
            <a:extLst>
              <a:ext uri="{FF2B5EF4-FFF2-40B4-BE49-F238E27FC236}">
                <a16:creationId xmlns:a16="http://schemas.microsoft.com/office/drawing/2014/main" id="{FA6EDEEB-74B6-0268-AB70-33A5902BB02B}"/>
              </a:ext>
            </a:extLst>
          </p:cNvPr>
          <p:cNvSpPr txBox="1">
            <a:spLocks/>
          </p:cNvSpPr>
          <p:nvPr/>
        </p:nvSpPr>
        <p:spPr bwMode="gray">
          <a:xfrm>
            <a:off x="551384" y="2057033"/>
            <a:ext cx="3501016"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dirty="0"/>
              <a:t>Persistent identifier</a:t>
            </a:r>
            <a:endParaRPr lang="nl-NL" sz="1600" dirty="0"/>
          </a:p>
        </p:txBody>
      </p:sp>
      <p:sp>
        <p:nvSpPr>
          <p:cNvPr id="36" name="Tijdelijke aanduiding voor tekst 1">
            <a:extLst>
              <a:ext uri="{FF2B5EF4-FFF2-40B4-BE49-F238E27FC236}">
                <a16:creationId xmlns:a16="http://schemas.microsoft.com/office/drawing/2014/main" id="{B6DA4FDB-E27A-FCB7-D4CC-0CDD48C6C3F2}"/>
              </a:ext>
            </a:extLst>
          </p:cNvPr>
          <p:cNvSpPr txBox="1">
            <a:spLocks/>
          </p:cNvSpPr>
          <p:nvPr/>
        </p:nvSpPr>
        <p:spPr bwMode="gray">
          <a:xfrm>
            <a:off x="119947" y="5792995"/>
            <a:ext cx="3451087"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Naming conventions</a:t>
            </a:r>
            <a:endParaRPr lang="nl-NL" sz="1600"/>
          </a:p>
        </p:txBody>
      </p:sp>
      <p:sp>
        <p:nvSpPr>
          <p:cNvPr id="37" name="Tijdelijke aanduiding voor tekst 1">
            <a:extLst>
              <a:ext uri="{FF2B5EF4-FFF2-40B4-BE49-F238E27FC236}">
                <a16:creationId xmlns:a16="http://schemas.microsoft.com/office/drawing/2014/main" id="{08908319-CF06-956D-2925-40CF3E062AD2}"/>
              </a:ext>
            </a:extLst>
          </p:cNvPr>
          <p:cNvSpPr txBox="1">
            <a:spLocks/>
          </p:cNvSpPr>
          <p:nvPr/>
        </p:nvSpPr>
        <p:spPr bwMode="gray">
          <a:xfrm>
            <a:off x="1163014" y="2976008"/>
            <a:ext cx="1656184"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dirty="0"/>
              <a:t>Keywords</a:t>
            </a:r>
            <a:endParaRPr lang="nl-NL" sz="1600" dirty="0"/>
          </a:p>
        </p:txBody>
      </p:sp>
      <p:sp>
        <p:nvSpPr>
          <p:cNvPr id="38" name="Tijdelijke aanduiding voor tekst 1">
            <a:extLst>
              <a:ext uri="{FF2B5EF4-FFF2-40B4-BE49-F238E27FC236}">
                <a16:creationId xmlns:a16="http://schemas.microsoft.com/office/drawing/2014/main" id="{DBD6A326-2E9E-1C8C-B52F-5DCD00EC2E70}"/>
              </a:ext>
            </a:extLst>
          </p:cNvPr>
          <p:cNvSpPr txBox="1">
            <a:spLocks/>
          </p:cNvSpPr>
          <p:nvPr/>
        </p:nvSpPr>
        <p:spPr bwMode="gray">
          <a:xfrm>
            <a:off x="9048328" y="1553999"/>
            <a:ext cx="2851252"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Version numbers</a:t>
            </a:r>
            <a:endParaRPr lang="nl-NL" sz="1600"/>
          </a:p>
        </p:txBody>
      </p:sp>
      <p:sp>
        <p:nvSpPr>
          <p:cNvPr id="39" name="Tijdelijke aanduiding voor tekst 1">
            <a:extLst>
              <a:ext uri="{FF2B5EF4-FFF2-40B4-BE49-F238E27FC236}">
                <a16:creationId xmlns:a16="http://schemas.microsoft.com/office/drawing/2014/main" id="{08DE9B96-70BC-99B2-E5CD-61A5F89681B2}"/>
              </a:ext>
            </a:extLst>
          </p:cNvPr>
          <p:cNvSpPr txBox="1">
            <a:spLocks/>
          </p:cNvSpPr>
          <p:nvPr/>
        </p:nvSpPr>
        <p:spPr bwMode="gray">
          <a:xfrm>
            <a:off x="8791165" y="5710562"/>
            <a:ext cx="3280888"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Metadata standards</a:t>
            </a:r>
            <a:endParaRPr lang="nl-NL" sz="1600"/>
          </a:p>
        </p:txBody>
      </p:sp>
      <p:sp>
        <p:nvSpPr>
          <p:cNvPr id="40" name="Tijdelijke aanduiding voor tekst 1">
            <a:extLst>
              <a:ext uri="{FF2B5EF4-FFF2-40B4-BE49-F238E27FC236}">
                <a16:creationId xmlns:a16="http://schemas.microsoft.com/office/drawing/2014/main" id="{3611CBAD-D03D-4E1A-0451-9DF52DAD47ED}"/>
              </a:ext>
            </a:extLst>
          </p:cNvPr>
          <p:cNvSpPr txBox="1">
            <a:spLocks/>
          </p:cNvSpPr>
          <p:nvPr/>
        </p:nvSpPr>
        <p:spPr bwMode="gray">
          <a:xfrm>
            <a:off x="9624392" y="4482737"/>
            <a:ext cx="2597756"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Interoperability</a:t>
            </a:r>
            <a:endParaRPr lang="nl-NL" sz="1600"/>
          </a:p>
        </p:txBody>
      </p:sp>
      <p:sp>
        <p:nvSpPr>
          <p:cNvPr id="41" name="Tijdelijke aanduiding voor tekst 1">
            <a:extLst>
              <a:ext uri="{FF2B5EF4-FFF2-40B4-BE49-F238E27FC236}">
                <a16:creationId xmlns:a16="http://schemas.microsoft.com/office/drawing/2014/main" id="{BBC9FD14-789B-70D3-E36C-AE1CA46E0A27}"/>
              </a:ext>
            </a:extLst>
          </p:cNvPr>
          <p:cNvSpPr txBox="1">
            <a:spLocks/>
          </p:cNvSpPr>
          <p:nvPr/>
        </p:nvSpPr>
        <p:spPr bwMode="gray">
          <a:xfrm>
            <a:off x="119947" y="4528751"/>
            <a:ext cx="2448272"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Open software</a:t>
            </a:r>
            <a:endParaRPr lang="nl-NL" sz="1600"/>
          </a:p>
        </p:txBody>
      </p:sp>
      <p:sp>
        <p:nvSpPr>
          <p:cNvPr id="42" name="Tijdelijke aanduiding voor tekst 1">
            <a:extLst>
              <a:ext uri="{FF2B5EF4-FFF2-40B4-BE49-F238E27FC236}">
                <a16:creationId xmlns:a16="http://schemas.microsoft.com/office/drawing/2014/main" id="{390F2145-BEFF-93C1-FA70-737734B0308A}"/>
              </a:ext>
            </a:extLst>
          </p:cNvPr>
          <p:cNvSpPr txBox="1">
            <a:spLocks/>
          </p:cNvSpPr>
          <p:nvPr/>
        </p:nvSpPr>
        <p:spPr bwMode="gray">
          <a:xfrm>
            <a:off x="9840416" y="3038726"/>
            <a:ext cx="2597756" cy="4320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t>Ontologies</a:t>
            </a:r>
            <a:endParaRPr lang="nl-NL" sz="1600"/>
          </a:p>
        </p:txBody>
      </p:sp>
    </p:spTree>
    <p:extLst>
      <p:ext uri="{BB962C8B-B14F-4D97-AF65-F5344CB8AC3E}">
        <p14:creationId xmlns:p14="http://schemas.microsoft.com/office/powerpoint/2010/main" val="382416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63"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500" fill="hold"/>
                                        <p:tgtEl>
                                          <p:spTgt spid="32"/>
                                        </p:tgtEl>
                                        <p:attrNameLst>
                                          <p:attrName>drawProgress</p:attrName>
                                        </p:attrNameLst>
                                      </p:cBhvr>
                                      <p:tavLst>
                                        <p:tav tm="0">
                                          <p:val>
                                            <p:fltVal val="0"/>
                                          </p:val>
                                        </p:tav>
                                        <p:tav tm="100000">
                                          <p:val>
                                            <p:fltVal val="1"/>
                                          </p:val>
                                        </p:tav>
                                      </p:tavLst>
                                    </p:anim>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63"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drawProgress</p:attrName>
                                        </p:attrNameLst>
                                      </p:cBhvr>
                                      <p:tavLst>
                                        <p:tav tm="0">
                                          <p:val>
                                            <p:fltVal val="0"/>
                                          </p:val>
                                        </p:tav>
                                        <p:tav tm="100000">
                                          <p:val>
                                            <p:fltVal val="1"/>
                                          </p:val>
                                        </p:tav>
                                      </p:tavLst>
                                    </p:anim>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par>
                                <p:cTn id="27" presetID="63"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500" fill="hold"/>
                                        <p:tgtEl>
                                          <p:spTgt spid="21"/>
                                        </p:tgtEl>
                                        <p:attrNameLst>
                                          <p:attrName>drawProgress</p:attrName>
                                        </p:attrNameLst>
                                      </p:cBhvr>
                                      <p:tavLst>
                                        <p:tav tm="0">
                                          <p:val>
                                            <p:fltVal val="0"/>
                                          </p:val>
                                        </p:tav>
                                        <p:tav tm="100000">
                                          <p:val>
                                            <p:fltVal val="1"/>
                                          </p:val>
                                        </p:tav>
                                      </p:tavLst>
                                    </p:anim>
                                  </p:childTnLst>
                                </p:cTn>
                              </p:par>
                            </p:childTnLst>
                          </p:cTn>
                        </p:par>
                        <p:par>
                          <p:cTn id="30" fill="hold">
                            <p:stCondLst>
                              <p:cond delay="1500"/>
                            </p:stCondLst>
                            <p:childTnLst>
                              <p:par>
                                <p:cTn id="31" presetID="10" presetClass="entr" presetSubtype="0" fill="hold" grpId="0" nodeType="after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63"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p:cTn id="36" dur="500" fill="hold"/>
                                        <p:tgtEl>
                                          <p:spTgt spid="22"/>
                                        </p:tgtEl>
                                        <p:attrNameLst>
                                          <p:attrName>drawProgress</p:attrName>
                                        </p:attrNameLst>
                                      </p:cBhvr>
                                      <p:tavLst>
                                        <p:tav tm="0">
                                          <p:val>
                                            <p:fltVal val="0"/>
                                          </p:val>
                                        </p:tav>
                                        <p:tav tm="100000">
                                          <p:val>
                                            <p:fltVal val="1"/>
                                          </p:val>
                                        </p:tav>
                                      </p:tavLst>
                                    </p:anim>
                                  </p:childTnLst>
                                </p:cTn>
                              </p:par>
                            </p:childTnLst>
                          </p:cTn>
                        </p:par>
                        <p:par>
                          <p:cTn id="37" fill="hold">
                            <p:stCondLst>
                              <p:cond delay="2000"/>
                            </p:stCondLst>
                            <p:childTnLst>
                              <p:par>
                                <p:cTn id="38" presetID="10" presetClass="entr" presetSubtype="0" fill="hold" grpId="0" nodeType="after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00"/>
                                        <p:tgtEl>
                                          <p:spTgt spid="34"/>
                                        </p:tgtEl>
                                      </p:cBhvr>
                                    </p:animEffect>
                                  </p:childTnLst>
                                </p:cTn>
                              </p:par>
                              <p:par>
                                <p:cTn id="41" presetID="63"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drawProgress</p:attrName>
                                        </p:attrNameLst>
                                      </p:cBhvr>
                                      <p:tavLst>
                                        <p:tav tm="0">
                                          <p:val>
                                            <p:fltVal val="0"/>
                                          </p:val>
                                        </p:tav>
                                        <p:tav tm="100000">
                                          <p:val>
                                            <p:fltVal val="1"/>
                                          </p:val>
                                        </p:tav>
                                      </p:tavLst>
                                    </p:anim>
                                  </p:childTnLst>
                                </p:cTn>
                              </p:par>
                            </p:childTnLst>
                          </p:cTn>
                        </p:par>
                        <p:par>
                          <p:cTn id="44" fill="hold">
                            <p:stCondLst>
                              <p:cond delay="2500"/>
                            </p:stCondLst>
                            <p:childTnLst>
                              <p:par>
                                <p:cTn id="45" presetID="10" presetClass="entr" presetSubtype="0" fill="hold" grpId="0"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par>
                                <p:cTn id="48" presetID="63"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p:cTn id="50" dur="500" fill="hold"/>
                                        <p:tgtEl>
                                          <p:spTgt spid="25"/>
                                        </p:tgtEl>
                                        <p:attrNameLst>
                                          <p:attrName>drawProgress</p:attrName>
                                        </p:attrNameLst>
                                      </p:cBhvr>
                                      <p:tavLst>
                                        <p:tav tm="0">
                                          <p:val>
                                            <p:fltVal val="0"/>
                                          </p:val>
                                        </p:tav>
                                        <p:tav tm="100000">
                                          <p:val>
                                            <p:fltVal val="1"/>
                                          </p:val>
                                        </p:tav>
                                      </p:tavLst>
                                    </p:anim>
                                  </p:childTnLst>
                                </p:cTn>
                              </p:par>
                            </p:childTnLst>
                          </p:cTn>
                        </p:par>
                        <p:par>
                          <p:cTn id="51" fill="hold">
                            <p:stCondLst>
                              <p:cond delay="3000"/>
                            </p:stCondLst>
                            <p:childTnLst>
                              <p:par>
                                <p:cTn id="52" presetID="10" presetClass="entr" presetSubtype="0" fill="hold" grpId="0" nodeType="after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63"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p:cTn id="57" dur="500" fill="hold"/>
                                        <p:tgtEl>
                                          <p:spTgt spid="27"/>
                                        </p:tgtEl>
                                        <p:attrNameLst>
                                          <p:attrName>drawProgress</p:attrName>
                                        </p:attrNameLst>
                                      </p:cBhvr>
                                      <p:tavLst>
                                        <p:tav tm="0">
                                          <p:val>
                                            <p:fltVal val="0"/>
                                          </p:val>
                                        </p:tav>
                                        <p:tav tm="100000">
                                          <p:val>
                                            <p:fltVal val="1"/>
                                          </p:val>
                                        </p:tav>
                                      </p:tavLst>
                                    </p:anim>
                                  </p:childTnLst>
                                </p:cTn>
                              </p:par>
                            </p:childTnLst>
                          </p:cTn>
                        </p:par>
                        <p:par>
                          <p:cTn id="58" fill="hold">
                            <p:stCondLst>
                              <p:cond delay="3500"/>
                            </p:stCondLst>
                            <p:childTnLst>
                              <p:par>
                                <p:cTn id="59" presetID="10" presetClass="entr" presetSubtype="0" fill="hold" grpId="0" nodeType="after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500"/>
                                        <p:tgtEl>
                                          <p:spTgt spid="40"/>
                                        </p:tgtEl>
                                      </p:cBhvr>
                                    </p:animEffect>
                                  </p:childTnLst>
                                </p:cTn>
                              </p:par>
                              <p:par>
                                <p:cTn id="62" presetID="63" presetClass="entr" presetSubtype="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p:cTn id="64" dur="500" fill="hold"/>
                                        <p:tgtEl>
                                          <p:spTgt spid="28"/>
                                        </p:tgtEl>
                                        <p:attrNameLst>
                                          <p:attrName>drawProgress</p:attrName>
                                        </p:attrNameLst>
                                      </p:cBhvr>
                                      <p:tavLst>
                                        <p:tav tm="0">
                                          <p:val>
                                            <p:fltVal val="0"/>
                                          </p:val>
                                        </p:tav>
                                        <p:tav tm="100000">
                                          <p:val>
                                            <p:fltVal val="1"/>
                                          </p:val>
                                        </p:tav>
                                      </p:tavLst>
                                    </p:anim>
                                  </p:childTnLst>
                                </p:cTn>
                              </p:par>
                            </p:childTnLst>
                          </p:cTn>
                        </p:par>
                        <p:par>
                          <p:cTn id="65" fill="hold">
                            <p:stCondLst>
                              <p:cond delay="4000"/>
                            </p:stCondLst>
                            <p:childTnLst>
                              <p:par>
                                <p:cTn id="66" presetID="10" presetClass="entr" presetSubtype="0" fill="hold" grpId="0" nodeType="after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fade">
                                      <p:cBhvr>
                                        <p:cTn id="68" dur="500"/>
                                        <p:tgtEl>
                                          <p:spTgt spid="39"/>
                                        </p:tgtEl>
                                      </p:cBhvr>
                                    </p:animEffect>
                                  </p:childTnLst>
                                </p:cTn>
                              </p:par>
                              <p:par>
                                <p:cTn id="69" presetID="63" presetClass="entr" presetSubtype="0" fill="hold" nodeType="with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p:cTn id="71" dur="500" fill="hold"/>
                                        <p:tgtEl>
                                          <p:spTgt spid="29"/>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4" grpId="0"/>
      <p:bldP spid="35" grpId="0"/>
      <p:bldP spid="36" grpId="0"/>
      <p:bldP spid="37" grpId="0"/>
      <p:bldP spid="38" grpId="0"/>
      <p:bldP spid="39" grpId="0"/>
      <p:bldP spid="40" grpId="0"/>
      <p:bldP spid="41" grpId="0"/>
      <p:bldP spid="4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31C1A-B055-A431-0E7C-73062B928336}"/>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73B56BF8-79AB-6D1F-0DA7-9A9297E68C02}"/>
              </a:ext>
            </a:extLst>
          </p:cNvPr>
          <p:cNvSpPr>
            <a:spLocks noGrp="1"/>
          </p:cNvSpPr>
          <p:nvPr>
            <p:ph type="title"/>
          </p:nvPr>
        </p:nvSpPr>
        <p:spPr/>
        <p:txBody>
          <a:bodyPr/>
          <a:lstStyle/>
          <a:p>
            <a:r>
              <a:rPr lang="en-US" dirty="0"/>
              <a:t>Data documentation</a:t>
            </a:r>
            <a:endParaRPr lang="nl-NL" dirty="0"/>
          </a:p>
        </p:txBody>
      </p:sp>
      <p:sp>
        <p:nvSpPr>
          <p:cNvPr id="4" name="Tijdelijke aanduiding voor tekst 3">
            <a:extLst>
              <a:ext uri="{FF2B5EF4-FFF2-40B4-BE49-F238E27FC236}">
                <a16:creationId xmlns:a16="http://schemas.microsoft.com/office/drawing/2014/main" id="{857081A9-549C-352A-2955-DEAA45070776}"/>
              </a:ext>
            </a:extLst>
          </p:cNvPr>
          <p:cNvSpPr>
            <a:spLocks noGrp="1"/>
          </p:cNvSpPr>
          <p:nvPr>
            <p:ph type="body" sz="quarter" idx="1002"/>
          </p:nvPr>
        </p:nvSpPr>
        <p:spPr/>
        <p:txBody>
          <a:bodyPr/>
          <a:lstStyle/>
          <a:p>
            <a:endParaRPr lang="nl-NL"/>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t 4">
                <a:extLst>
                  <a:ext uri="{FF2B5EF4-FFF2-40B4-BE49-F238E27FC236}">
                    <a16:creationId xmlns:a16="http://schemas.microsoft.com/office/drawing/2014/main" id="{BA16B5BD-F691-745D-6A04-5E676EF064F7}"/>
                  </a:ext>
                </a:extLst>
              </p14:cNvPr>
              <p14:cNvContentPartPr/>
              <p14:nvPr/>
            </p14:nvContentPartPr>
            <p14:xfrm>
              <a:off x="3240760" y="4841000"/>
              <a:ext cx="360" cy="360"/>
            </p14:xfrm>
          </p:contentPart>
        </mc:Choice>
        <mc:Fallback xmlns="">
          <p:pic>
            <p:nvPicPr>
              <p:cNvPr id="5" name="Inkt 4">
                <a:extLst>
                  <a:ext uri="{FF2B5EF4-FFF2-40B4-BE49-F238E27FC236}">
                    <a16:creationId xmlns:a16="http://schemas.microsoft.com/office/drawing/2014/main" id="{BA16B5BD-F691-745D-6A04-5E676EF064F7}"/>
                  </a:ext>
                </a:extLst>
              </p:cNvPr>
              <p:cNvPicPr/>
              <p:nvPr/>
            </p:nvPicPr>
            <p:blipFill>
              <a:blip r:embed="rId4"/>
              <a:stretch>
                <a:fillRect/>
              </a:stretch>
            </p:blipFill>
            <p:spPr>
              <a:xfrm>
                <a:off x="3204760" y="4625000"/>
                <a:ext cx="72000" cy="432000"/>
              </a:xfrm>
              <a:prstGeom prst="rect">
                <a:avLst/>
              </a:prstGeom>
            </p:spPr>
          </p:pic>
        </mc:Fallback>
      </mc:AlternateContent>
      <p:sp>
        <p:nvSpPr>
          <p:cNvPr id="7" name="Tijdelijke aanduiding voor tekst 6">
            <a:extLst>
              <a:ext uri="{FF2B5EF4-FFF2-40B4-BE49-F238E27FC236}">
                <a16:creationId xmlns:a16="http://schemas.microsoft.com/office/drawing/2014/main" id="{9110A9D1-CDCF-7F60-246B-FDCF08AD2452}"/>
              </a:ext>
            </a:extLst>
          </p:cNvPr>
          <p:cNvSpPr>
            <a:spLocks noGrp="1"/>
          </p:cNvSpPr>
          <p:nvPr>
            <p:ph type="body" sz="quarter" idx="13"/>
          </p:nvPr>
        </p:nvSpPr>
        <p:spPr>
          <a:xfrm>
            <a:off x="1087051" y="3238581"/>
            <a:ext cx="2423206" cy="1173076"/>
          </a:xfrm>
        </p:spPr>
        <p:txBody>
          <a:bodyPr/>
          <a:lstStyle/>
          <a:p>
            <a:r>
              <a:rPr lang="en-US" sz="4000" dirty="0"/>
              <a:t>Explain HOW:</a:t>
            </a:r>
            <a:endParaRPr lang="nl-NL" sz="4000" dirty="0"/>
          </a:p>
        </p:txBody>
      </p:sp>
      <p:pic>
        <p:nvPicPr>
          <p:cNvPr id="9" name="Afbeelding 8" descr="Afbeelding met tekst, Lettertype, schermopname, ontwerp&#10;&#10;Automatisch gegenereerde beschrijving">
            <a:extLst>
              <a:ext uri="{FF2B5EF4-FFF2-40B4-BE49-F238E27FC236}">
                <a16:creationId xmlns:a16="http://schemas.microsoft.com/office/drawing/2014/main" id="{E1B9BD77-04A0-3443-D765-7F2E354F81F3}"/>
              </a:ext>
            </a:extLst>
          </p:cNvPr>
          <p:cNvPicPr>
            <a:picLocks noChangeAspect="1"/>
          </p:cNvPicPr>
          <p:nvPr/>
        </p:nvPicPr>
        <p:blipFill rotWithShape="1">
          <a:blip r:embed="rId5"/>
          <a:srcRect l="14973" t="21596" r="13387" b="22294"/>
          <a:stretch/>
        </p:blipFill>
        <p:spPr>
          <a:xfrm>
            <a:off x="3059948" y="2078487"/>
            <a:ext cx="8734425" cy="3848100"/>
          </a:xfrm>
          <a:prstGeom prst="rect">
            <a:avLst/>
          </a:prstGeom>
        </p:spPr>
      </p:pic>
    </p:spTree>
    <p:extLst>
      <p:ext uri="{BB962C8B-B14F-4D97-AF65-F5344CB8AC3E}">
        <p14:creationId xmlns:p14="http://schemas.microsoft.com/office/powerpoint/2010/main" val="264014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2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D31075E-18B7-6370-CC61-E367F8320851}"/>
              </a:ext>
            </a:extLst>
          </p:cNvPr>
          <p:cNvSpPr>
            <a:spLocks noGrp="1"/>
          </p:cNvSpPr>
          <p:nvPr>
            <p:ph type="title"/>
          </p:nvPr>
        </p:nvSpPr>
        <p:spPr/>
        <p:txBody>
          <a:bodyPr/>
          <a:lstStyle/>
          <a:p>
            <a:r>
              <a:rPr lang="en-US" dirty="0"/>
              <a:t>Documentation in publications</a:t>
            </a:r>
            <a:endParaRPr lang="nl-NL" dirty="0"/>
          </a:p>
        </p:txBody>
      </p:sp>
      <p:sp>
        <p:nvSpPr>
          <p:cNvPr id="4" name="Tijdelijke aanduiding voor tekst 3">
            <a:extLst>
              <a:ext uri="{FF2B5EF4-FFF2-40B4-BE49-F238E27FC236}">
                <a16:creationId xmlns:a16="http://schemas.microsoft.com/office/drawing/2014/main" id="{62ACD84B-60E3-3059-8E71-D0979BD9D66C}"/>
              </a:ext>
            </a:extLst>
          </p:cNvPr>
          <p:cNvSpPr>
            <a:spLocks noGrp="1"/>
          </p:cNvSpPr>
          <p:nvPr>
            <p:ph type="body" sz="quarter" idx="1002"/>
          </p:nvPr>
        </p:nvSpPr>
        <p:spPr/>
        <p:txBody>
          <a:bodyPr/>
          <a:lstStyle/>
          <a:p>
            <a:endParaRPr lang="nl-NL"/>
          </a:p>
        </p:txBody>
      </p:sp>
      <p:sp>
        <p:nvSpPr>
          <p:cNvPr id="6" name="Tijdelijke aanduiding voor tekst 5">
            <a:extLst>
              <a:ext uri="{FF2B5EF4-FFF2-40B4-BE49-F238E27FC236}">
                <a16:creationId xmlns:a16="http://schemas.microsoft.com/office/drawing/2014/main" id="{465CBFEF-9674-30F3-15BA-5AAEE682BB18}"/>
              </a:ext>
            </a:extLst>
          </p:cNvPr>
          <p:cNvSpPr>
            <a:spLocks noGrp="1"/>
          </p:cNvSpPr>
          <p:nvPr>
            <p:ph type="body" sz="quarter" idx="13"/>
          </p:nvPr>
        </p:nvSpPr>
        <p:spPr/>
        <p:txBody>
          <a:bodyPr/>
          <a:lstStyle/>
          <a:p>
            <a:pPr marL="285750" indent="-285750">
              <a:buFont typeface="Wingdings" panose="05000000000000000000" pitchFamily="2" charset="2"/>
              <a:buChar char="v"/>
            </a:pPr>
            <a:r>
              <a:rPr lang="en-US" dirty="0"/>
              <a:t>In publications: 	discuss empirical data and the analytical process in detail. </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In footnotes:	provide additional information to support analytical claims.</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In appendices:	describe methodology, fieldwork logistics, interview protocols, etc.</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Discussions:	explicitly discuss the researcher position in relation to participants. </a:t>
            </a:r>
          </a:p>
          <a:p>
            <a:endParaRPr lang="nl-NL"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t 6">
                <a:extLst>
                  <a:ext uri="{FF2B5EF4-FFF2-40B4-BE49-F238E27FC236}">
                    <a16:creationId xmlns:a16="http://schemas.microsoft.com/office/drawing/2014/main" id="{DC63549F-DEBA-11D2-89D3-4FE58C82C765}"/>
                  </a:ext>
                </a:extLst>
              </p14:cNvPr>
              <p14:cNvContentPartPr/>
              <p14:nvPr/>
            </p14:nvContentPartPr>
            <p14:xfrm>
              <a:off x="1294520" y="2584850"/>
              <a:ext cx="1594080" cy="47880"/>
            </p14:xfrm>
          </p:contentPart>
        </mc:Choice>
        <mc:Fallback xmlns="">
          <p:pic>
            <p:nvPicPr>
              <p:cNvPr id="7" name="Inkt 6">
                <a:extLst>
                  <a:ext uri="{FF2B5EF4-FFF2-40B4-BE49-F238E27FC236}">
                    <a16:creationId xmlns:a16="http://schemas.microsoft.com/office/drawing/2014/main" id="{DC63549F-DEBA-11D2-89D3-4FE58C82C765}"/>
                  </a:ext>
                </a:extLst>
              </p:cNvPr>
              <p:cNvPicPr/>
              <p:nvPr/>
            </p:nvPicPr>
            <p:blipFill>
              <a:blip r:embed="rId4"/>
              <a:stretch>
                <a:fillRect/>
              </a:stretch>
            </p:blipFill>
            <p:spPr>
              <a:xfrm>
                <a:off x="1258520" y="2369210"/>
                <a:ext cx="1665720" cy="47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0" name="Inkt 9">
                <a:extLst>
                  <a:ext uri="{FF2B5EF4-FFF2-40B4-BE49-F238E27FC236}">
                    <a16:creationId xmlns:a16="http://schemas.microsoft.com/office/drawing/2014/main" id="{53D66273-161E-EF78-CF56-72F08C0CC654}"/>
                  </a:ext>
                </a:extLst>
              </p14:cNvPr>
              <p14:cNvContentPartPr/>
              <p14:nvPr/>
            </p14:nvContentPartPr>
            <p14:xfrm>
              <a:off x="1324400" y="3507890"/>
              <a:ext cx="1288440" cy="21600"/>
            </p14:xfrm>
          </p:contentPart>
        </mc:Choice>
        <mc:Fallback xmlns="">
          <p:pic>
            <p:nvPicPr>
              <p:cNvPr id="10" name="Inkt 9">
                <a:extLst>
                  <a:ext uri="{FF2B5EF4-FFF2-40B4-BE49-F238E27FC236}">
                    <a16:creationId xmlns:a16="http://schemas.microsoft.com/office/drawing/2014/main" id="{53D66273-161E-EF78-CF56-72F08C0CC654}"/>
                  </a:ext>
                </a:extLst>
              </p:cNvPr>
              <p:cNvPicPr/>
              <p:nvPr/>
            </p:nvPicPr>
            <p:blipFill>
              <a:blip r:embed="rId6"/>
              <a:stretch>
                <a:fillRect/>
              </a:stretch>
            </p:blipFill>
            <p:spPr>
              <a:xfrm>
                <a:off x="1288760" y="3291890"/>
                <a:ext cx="1360080" cy="453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1" name="Inkt 10">
                <a:extLst>
                  <a:ext uri="{FF2B5EF4-FFF2-40B4-BE49-F238E27FC236}">
                    <a16:creationId xmlns:a16="http://schemas.microsoft.com/office/drawing/2014/main" id="{C44B4885-D561-988B-25C9-DE26DEA3CDCA}"/>
                  </a:ext>
                </a:extLst>
              </p14:cNvPr>
              <p14:cNvContentPartPr/>
              <p14:nvPr/>
            </p14:nvContentPartPr>
            <p14:xfrm>
              <a:off x="1401440" y="4276130"/>
              <a:ext cx="1549080" cy="78120"/>
            </p14:xfrm>
          </p:contentPart>
        </mc:Choice>
        <mc:Fallback xmlns="">
          <p:pic>
            <p:nvPicPr>
              <p:cNvPr id="11" name="Inkt 10">
                <a:extLst>
                  <a:ext uri="{FF2B5EF4-FFF2-40B4-BE49-F238E27FC236}">
                    <a16:creationId xmlns:a16="http://schemas.microsoft.com/office/drawing/2014/main" id="{C44B4885-D561-988B-25C9-DE26DEA3CDCA}"/>
                  </a:ext>
                </a:extLst>
              </p:cNvPr>
              <p:cNvPicPr/>
              <p:nvPr/>
            </p:nvPicPr>
            <p:blipFill>
              <a:blip r:embed="rId8"/>
              <a:stretch>
                <a:fillRect/>
              </a:stretch>
            </p:blipFill>
            <p:spPr>
              <a:xfrm>
                <a:off x="1365440" y="4060490"/>
                <a:ext cx="1620720" cy="509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2" name="Inkt 11">
                <a:extLst>
                  <a:ext uri="{FF2B5EF4-FFF2-40B4-BE49-F238E27FC236}">
                    <a16:creationId xmlns:a16="http://schemas.microsoft.com/office/drawing/2014/main" id="{DB441632-DDCA-4C43-64C7-AC304C88AA83}"/>
                  </a:ext>
                </a:extLst>
              </p14:cNvPr>
              <p14:cNvContentPartPr/>
              <p14:nvPr/>
            </p14:nvContentPartPr>
            <p14:xfrm>
              <a:off x="1337360" y="5225090"/>
              <a:ext cx="1271520" cy="22320"/>
            </p14:xfrm>
          </p:contentPart>
        </mc:Choice>
        <mc:Fallback xmlns="">
          <p:pic>
            <p:nvPicPr>
              <p:cNvPr id="12" name="Inkt 11">
                <a:extLst>
                  <a:ext uri="{FF2B5EF4-FFF2-40B4-BE49-F238E27FC236}">
                    <a16:creationId xmlns:a16="http://schemas.microsoft.com/office/drawing/2014/main" id="{DB441632-DDCA-4C43-64C7-AC304C88AA83}"/>
                  </a:ext>
                </a:extLst>
              </p:cNvPr>
              <p:cNvPicPr/>
              <p:nvPr/>
            </p:nvPicPr>
            <p:blipFill>
              <a:blip r:embed="rId10"/>
              <a:stretch>
                <a:fillRect/>
              </a:stretch>
            </p:blipFill>
            <p:spPr>
              <a:xfrm>
                <a:off x="1301360" y="5009090"/>
                <a:ext cx="1343160" cy="453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3" name="Inkt 12">
                <a:extLst>
                  <a:ext uri="{FF2B5EF4-FFF2-40B4-BE49-F238E27FC236}">
                    <a16:creationId xmlns:a16="http://schemas.microsoft.com/office/drawing/2014/main" id="{D48640D1-2DE1-F836-5CD3-C57E10DC028E}"/>
                  </a:ext>
                </a:extLst>
              </p14:cNvPr>
              <p14:cNvContentPartPr/>
              <p14:nvPr/>
            </p14:nvContentPartPr>
            <p14:xfrm>
              <a:off x="5409320" y="3990650"/>
              <a:ext cx="360" cy="360"/>
            </p14:xfrm>
          </p:contentPart>
        </mc:Choice>
        <mc:Fallback xmlns="">
          <p:pic>
            <p:nvPicPr>
              <p:cNvPr id="13" name="Inkt 12">
                <a:extLst>
                  <a:ext uri="{FF2B5EF4-FFF2-40B4-BE49-F238E27FC236}">
                    <a16:creationId xmlns:a16="http://schemas.microsoft.com/office/drawing/2014/main" id="{D48640D1-2DE1-F836-5CD3-C57E10DC028E}"/>
                  </a:ext>
                </a:extLst>
              </p:cNvPr>
              <p:cNvPicPr/>
              <p:nvPr/>
            </p:nvPicPr>
            <p:blipFill>
              <a:blip r:embed="rId12"/>
              <a:stretch>
                <a:fillRect/>
              </a:stretch>
            </p:blipFill>
            <p:spPr>
              <a:xfrm>
                <a:off x="5373320" y="3775010"/>
                <a:ext cx="72000" cy="432000"/>
              </a:xfrm>
              <a:prstGeom prst="rect">
                <a:avLst/>
              </a:prstGeom>
            </p:spPr>
          </p:pic>
        </mc:Fallback>
      </mc:AlternateContent>
    </p:spTree>
    <p:extLst>
      <p:ext uri="{BB962C8B-B14F-4D97-AF65-F5344CB8AC3E}">
        <p14:creationId xmlns:p14="http://schemas.microsoft.com/office/powerpoint/2010/main" val="1518649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63"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drawProgress</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par>
                                <p:cTn id="16" presetID="63"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drawProgress</p:attrName>
                                        </p:attrNameLst>
                                      </p:cBhvr>
                                      <p:tavLst>
                                        <p:tav tm="0">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Effect transition="in" filter="fade">
                                      <p:cBhvr>
                                        <p:cTn id="23" dur="500"/>
                                        <p:tgtEl>
                                          <p:spTgt spid="6">
                                            <p:txEl>
                                              <p:pRg st="6" end="6"/>
                                            </p:txEl>
                                          </p:spTgt>
                                        </p:tgtEl>
                                      </p:cBhvr>
                                    </p:animEffect>
                                  </p:childTnLst>
                                </p:cTn>
                              </p:par>
                              <p:par>
                                <p:cTn id="24" presetID="63"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500" fill="hold"/>
                                        <p:tgtEl>
                                          <p:spTgt spid="11"/>
                                        </p:tgtEl>
                                        <p:attrNameLst>
                                          <p:attrName>drawProgress</p:attrName>
                                        </p:attrNameLst>
                                      </p:cBhvr>
                                      <p:tavLst>
                                        <p:tav tm="0">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animEffect transition="in" filter="fade">
                                      <p:cBhvr>
                                        <p:cTn id="31" dur="500"/>
                                        <p:tgtEl>
                                          <p:spTgt spid="6">
                                            <p:txEl>
                                              <p:pRg st="9" end="9"/>
                                            </p:txEl>
                                          </p:spTgt>
                                        </p:tgtEl>
                                      </p:cBhvr>
                                    </p:animEffect>
                                  </p:childTnLst>
                                </p:cTn>
                              </p:par>
                              <p:par>
                                <p:cTn id="32" presetID="63"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491C8E9-ECC8-64C7-1D29-7FF58B66DA30}"/>
              </a:ext>
            </a:extLst>
          </p:cNvPr>
          <p:cNvSpPr>
            <a:spLocks noGrp="1"/>
          </p:cNvSpPr>
          <p:nvPr>
            <p:ph type="title"/>
          </p:nvPr>
        </p:nvSpPr>
        <p:spPr/>
        <p:txBody>
          <a:bodyPr/>
          <a:lstStyle/>
          <a:p>
            <a:r>
              <a:rPr lang="en-US" dirty="0"/>
              <a:t>Interview documentation</a:t>
            </a:r>
            <a:endParaRPr lang="nl-NL" dirty="0"/>
          </a:p>
        </p:txBody>
      </p:sp>
      <p:sp>
        <p:nvSpPr>
          <p:cNvPr id="4" name="Tijdelijke aanduiding voor tekst 3">
            <a:extLst>
              <a:ext uri="{FF2B5EF4-FFF2-40B4-BE49-F238E27FC236}">
                <a16:creationId xmlns:a16="http://schemas.microsoft.com/office/drawing/2014/main" id="{4FF96B24-F3BF-5974-4712-D7F5AC5B9100}"/>
              </a:ext>
            </a:extLst>
          </p:cNvPr>
          <p:cNvSpPr>
            <a:spLocks noGrp="1"/>
          </p:cNvSpPr>
          <p:nvPr>
            <p:ph type="body" sz="quarter" idx="1002"/>
          </p:nvPr>
        </p:nvSpPr>
        <p:spPr/>
        <p:txBody>
          <a:bodyPr/>
          <a:lstStyle/>
          <a:p>
            <a:endParaRPr lang="nl-NL"/>
          </a:p>
        </p:txBody>
      </p:sp>
      <p:sp>
        <p:nvSpPr>
          <p:cNvPr id="6" name="Tijdelijke aanduiding voor tekst 5">
            <a:extLst>
              <a:ext uri="{FF2B5EF4-FFF2-40B4-BE49-F238E27FC236}">
                <a16:creationId xmlns:a16="http://schemas.microsoft.com/office/drawing/2014/main" id="{6B120390-8081-B3B3-BD07-CD80B1A608DA}"/>
              </a:ext>
            </a:extLst>
          </p:cNvPr>
          <p:cNvSpPr>
            <a:spLocks noGrp="1"/>
          </p:cNvSpPr>
          <p:nvPr>
            <p:ph type="body" sz="quarter" idx="13"/>
          </p:nvPr>
        </p:nvSpPr>
        <p:spPr/>
        <p:txBody>
          <a:bodyPr/>
          <a:lstStyle/>
          <a:p>
            <a:endParaRPr lang="nl-NL" dirty="0"/>
          </a:p>
        </p:txBody>
      </p:sp>
      <p:pic>
        <p:nvPicPr>
          <p:cNvPr id="8" name="Afbeelding 7">
            <a:extLst>
              <a:ext uri="{FF2B5EF4-FFF2-40B4-BE49-F238E27FC236}">
                <a16:creationId xmlns:a16="http://schemas.microsoft.com/office/drawing/2014/main" id="{3E0A3D40-4605-8628-4B94-1A1F3E5D9ACE}"/>
              </a:ext>
            </a:extLst>
          </p:cNvPr>
          <p:cNvPicPr>
            <a:picLocks noChangeAspect="1"/>
          </p:cNvPicPr>
          <p:nvPr/>
        </p:nvPicPr>
        <p:blipFill rotWithShape="1">
          <a:blip r:embed="rId3"/>
          <a:srcRect l="30546" t="32310" r="31094" b="28889"/>
          <a:stretch/>
        </p:blipFill>
        <p:spPr>
          <a:xfrm>
            <a:off x="2514599" y="2053913"/>
            <a:ext cx="6886543" cy="3918262"/>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Inkt 11">
                <a:extLst>
                  <a:ext uri="{FF2B5EF4-FFF2-40B4-BE49-F238E27FC236}">
                    <a16:creationId xmlns:a16="http://schemas.microsoft.com/office/drawing/2014/main" id="{7B781E78-0C6A-5E78-69CD-5AF7FFE7B4F7}"/>
                  </a:ext>
                </a:extLst>
              </p14:cNvPr>
              <p14:cNvContentPartPr/>
              <p14:nvPr/>
            </p14:nvContentPartPr>
            <p14:xfrm>
              <a:off x="3175080" y="2831509"/>
              <a:ext cx="5783760" cy="144720"/>
            </p14:xfrm>
          </p:contentPart>
        </mc:Choice>
        <mc:Fallback xmlns="">
          <p:pic>
            <p:nvPicPr>
              <p:cNvPr id="12" name="Inkt 11">
                <a:extLst>
                  <a:ext uri="{FF2B5EF4-FFF2-40B4-BE49-F238E27FC236}">
                    <a16:creationId xmlns:a16="http://schemas.microsoft.com/office/drawing/2014/main" id="{7B781E78-0C6A-5E78-69CD-5AF7FFE7B4F7}"/>
                  </a:ext>
                </a:extLst>
              </p:cNvPr>
              <p:cNvPicPr/>
              <p:nvPr/>
            </p:nvPicPr>
            <p:blipFill>
              <a:blip r:embed="rId5"/>
              <a:stretch>
                <a:fillRect/>
              </a:stretch>
            </p:blipFill>
            <p:spPr>
              <a:xfrm>
                <a:off x="3085440" y="2651509"/>
                <a:ext cx="596340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t 16">
                <a:extLst>
                  <a:ext uri="{FF2B5EF4-FFF2-40B4-BE49-F238E27FC236}">
                    <a16:creationId xmlns:a16="http://schemas.microsoft.com/office/drawing/2014/main" id="{720EB038-40B1-C077-1B92-072881454100}"/>
                  </a:ext>
                </a:extLst>
              </p14:cNvPr>
              <p14:cNvContentPartPr/>
              <p14:nvPr/>
            </p14:nvContentPartPr>
            <p14:xfrm>
              <a:off x="2937120" y="3341269"/>
              <a:ext cx="5707800" cy="78840"/>
            </p14:xfrm>
          </p:contentPart>
        </mc:Choice>
        <mc:Fallback xmlns="">
          <p:pic>
            <p:nvPicPr>
              <p:cNvPr id="17" name="Inkt 16">
                <a:extLst>
                  <a:ext uri="{FF2B5EF4-FFF2-40B4-BE49-F238E27FC236}">
                    <a16:creationId xmlns:a16="http://schemas.microsoft.com/office/drawing/2014/main" id="{720EB038-40B1-C077-1B92-072881454100}"/>
                  </a:ext>
                </a:extLst>
              </p:cNvPr>
              <p:cNvPicPr/>
              <p:nvPr/>
            </p:nvPicPr>
            <p:blipFill>
              <a:blip r:embed="rId7"/>
              <a:stretch>
                <a:fillRect/>
              </a:stretch>
            </p:blipFill>
            <p:spPr>
              <a:xfrm>
                <a:off x="2847120" y="3161269"/>
                <a:ext cx="588744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t 18">
                <a:extLst>
                  <a:ext uri="{FF2B5EF4-FFF2-40B4-BE49-F238E27FC236}">
                    <a16:creationId xmlns:a16="http://schemas.microsoft.com/office/drawing/2014/main" id="{3E75C8AE-70F6-FE7C-F285-21DC94B0E63A}"/>
                  </a:ext>
                </a:extLst>
              </p14:cNvPr>
              <p14:cNvContentPartPr/>
              <p14:nvPr/>
            </p14:nvContentPartPr>
            <p14:xfrm>
              <a:off x="2837040" y="3768229"/>
              <a:ext cx="6390360" cy="100080"/>
            </p14:xfrm>
          </p:contentPart>
        </mc:Choice>
        <mc:Fallback xmlns="">
          <p:pic>
            <p:nvPicPr>
              <p:cNvPr id="19" name="Inkt 18">
                <a:extLst>
                  <a:ext uri="{FF2B5EF4-FFF2-40B4-BE49-F238E27FC236}">
                    <a16:creationId xmlns:a16="http://schemas.microsoft.com/office/drawing/2014/main" id="{3E75C8AE-70F6-FE7C-F285-21DC94B0E63A}"/>
                  </a:ext>
                </a:extLst>
              </p:cNvPr>
              <p:cNvPicPr/>
              <p:nvPr/>
            </p:nvPicPr>
            <p:blipFill>
              <a:blip r:embed="rId9"/>
              <a:stretch>
                <a:fillRect/>
              </a:stretch>
            </p:blipFill>
            <p:spPr>
              <a:xfrm>
                <a:off x="2747400" y="3588229"/>
                <a:ext cx="657000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t 19">
                <a:extLst>
                  <a:ext uri="{FF2B5EF4-FFF2-40B4-BE49-F238E27FC236}">
                    <a16:creationId xmlns:a16="http://schemas.microsoft.com/office/drawing/2014/main" id="{DB8F333E-6F7A-F898-C5C9-235374C19F66}"/>
                  </a:ext>
                </a:extLst>
              </p14:cNvPr>
              <p14:cNvContentPartPr/>
              <p14:nvPr/>
            </p14:nvContentPartPr>
            <p14:xfrm>
              <a:off x="3114240" y="4244149"/>
              <a:ext cx="5906520" cy="69480"/>
            </p14:xfrm>
          </p:contentPart>
        </mc:Choice>
        <mc:Fallback xmlns="">
          <p:pic>
            <p:nvPicPr>
              <p:cNvPr id="20" name="Inkt 19">
                <a:extLst>
                  <a:ext uri="{FF2B5EF4-FFF2-40B4-BE49-F238E27FC236}">
                    <a16:creationId xmlns:a16="http://schemas.microsoft.com/office/drawing/2014/main" id="{DB8F333E-6F7A-F898-C5C9-235374C19F66}"/>
                  </a:ext>
                </a:extLst>
              </p:cNvPr>
              <p:cNvPicPr/>
              <p:nvPr/>
            </p:nvPicPr>
            <p:blipFill>
              <a:blip r:embed="rId11"/>
              <a:stretch>
                <a:fillRect/>
              </a:stretch>
            </p:blipFill>
            <p:spPr>
              <a:xfrm>
                <a:off x="3024600" y="4064509"/>
                <a:ext cx="608616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t 21">
                <a:extLst>
                  <a:ext uri="{FF2B5EF4-FFF2-40B4-BE49-F238E27FC236}">
                    <a16:creationId xmlns:a16="http://schemas.microsoft.com/office/drawing/2014/main" id="{2326A785-42F1-E5A3-1E13-CDD3552674A9}"/>
                  </a:ext>
                </a:extLst>
              </p14:cNvPr>
              <p14:cNvContentPartPr/>
              <p14:nvPr/>
            </p14:nvContentPartPr>
            <p14:xfrm>
              <a:off x="3579720" y="4676869"/>
              <a:ext cx="5486040" cy="94680"/>
            </p14:xfrm>
          </p:contentPart>
        </mc:Choice>
        <mc:Fallback xmlns="">
          <p:pic>
            <p:nvPicPr>
              <p:cNvPr id="22" name="Inkt 21">
                <a:extLst>
                  <a:ext uri="{FF2B5EF4-FFF2-40B4-BE49-F238E27FC236}">
                    <a16:creationId xmlns:a16="http://schemas.microsoft.com/office/drawing/2014/main" id="{2326A785-42F1-E5A3-1E13-CDD3552674A9}"/>
                  </a:ext>
                </a:extLst>
              </p:cNvPr>
              <p:cNvPicPr/>
              <p:nvPr/>
            </p:nvPicPr>
            <p:blipFill>
              <a:blip r:embed="rId13"/>
              <a:stretch>
                <a:fillRect/>
              </a:stretch>
            </p:blipFill>
            <p:spPr>
              <a:xfrm>
                <a:off x="3490080" y="4497229"/>
                <a:ext cx="5665680"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t 22">
                <a:extLst>
                  <a:ext uri="{FF2B5EF4-FFF2-40B4-BE49-F238E27FC236}">
                    <a16:creationId xmlns:a16="http://schemas.microsoft.com/office/drawing/2014/main" id="{80C9B2DF-DCA2-22B2-4D60-08F2AC595277}"/>
                  </a:ext>
                </a:extLst>
              </p14:cNvPr>
              <p14:cNvContentPartPr/>
              <p14:nvPr/>
            </p14:nvContentPartPr>
            <p14:xfrm>
              <a:off x="3313680" y="5081509"/>
              <a:ext cx="5448600" cy="140040"/>
            </p14:xfrm>
          </p:contentPart>
        </mc:Choice>
        <mc:Fallback xmlns="">
          <p:pic>
            <p:nvPicPr>
              <p:cNvPr id="23" name="Inkt 22">
                <a:extLst>
                  <a:ext uri="{FF2B5EF4-FFF2-40B4-BE49-F238E27FC236}">
                    <a16:creationId xmlns:a16="http://schemas.microsoft.com/office/drawing/2014/main" id="{80C9B2DF-DCA2-22B2-4D60-08F2AC595277}"/>
                  </a:ext>
                </a:extLst>
              </p:cNvPr>
              <p:cNvPicPr/>
              <p:nvPr/>
            </p:nvPicPr>
            <p:blipFill>
              <a:blip r:embed="rId15"/>
              <a:stretch>
                <a:fillRect/>
              </a:stretch>
            </p:blipFill>
            <p:spPr>
              <a:xfrm>
                <a:off x="3224040" y="4901509"/>
                <a:ext cx="5628240" cy="499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4" name="Inkt 23">
                <a:extLst>
                  <a:ext uri="{FF2B5EF4-FFF2-40B4-BE49-F238E27FC236}">
                    <a16:creationId xmlns:a16="http://schemas.microsoft.com/office/drawing/2014/main" id="{4612E362-169D-B935-4C9E-2B9F4F30F52A}"/>
                  </a:ext>
                </a:extLst>
              </p14:cNvPr>
              <p14:cNvContentPartPr/>
              <p14:nvPr/>
            </p14:nvContentPartPr>
            <p14:xfrm>
              <a:off x="5364240" y="5580469"/>
              <a:ext cx="2278440" cy="55800"/>
            </p14:xfrm>
          </p:contentPart>
        </mc:Choice>
        <mc:Fallback xmlns="">
          <p:pic>
            <p:nvPicPr>
              <p:cNvPr id="24" name="Inkt 23">
                <a:extLst>
                  <a:ext uri="{FF2B5EF4-FFF2-40B4-BE49-F238E27FC236}">
                    <a16:creationId xmlns:a16="http://schemas.microsoft.com/office/drawing/2014/main" id="{4612E362-169D-B935-4C9E-2B9F4F30F52A}"/>
                  </a:ext>
                </a:extLst>
              </p:cNvPr>
              <p:cNvPicPr/>
              <p:nvPr/>
            </p:nvPicPr>
            <p:blipFill>
              <a:blip r:embed="rId17"/>
              <a:stretch>
                <a:fillRect/>
              </a:stretch>
            </p:blipFill>
            <p:spPr>
              <a:xfrm>
                <a:off x="5274240" y="5400829"/>
                <a:ext cx="245808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5" name="Inkt 24">
                <a:extLst>
                  <a:ext uri="{FF2B5EF4-FFF2-40B4-BE49-F238E27FC236}">
                    <a16:creationId xmlns:a16="http://schemas.microsoft.com/office/drawing/2014/main" id="{5F4A55C4-3229-B30C-482D-DD07582222D5}"/>
                  </a:ext>
                </a:extLst>
              </p14:cNvPr>
              <p14:cNvContentPartPr/>
              <p14:nvPr/>
            </p14:nvContentPartPr>
            <p14:xfrm>
              <a:off x="4937640" y="2488069"/>
              <a:ext cx="2461680" cy="56160"/>
            </p14:xfrm>
          </p:contentPart>
        </mc:Choice>
        <mc:Fallback xmlns="">
          <p:pic>
            <p:nvPicPr>
              <p:cNvPr id="25" name="Inkt 24">
                <a:extLst>
                  <a:ext uri="{FF2B5EF4-FFF2-40B4-BE49-F238E27FC236}">
                    <a16:creationId xmlns:a16="http://schemas.microsoft.com/office/drawing/2014/main" id="{5F4A55C4-3229-B30C-482D-DD07582222D5}"/>
                  </a:ext>
                </a:extLst>
              </p:cNvPr>
              <p:cNvPicPr/>
              <p:nvPr/>
            </p:nvPicPr>
            <p:blipFill>
              <a:blip r:embed="rId19"/>
              <a:stretch>
                <a:fillRect/>
              </a:stretch>
            </p:blipFill>
            <p:spPr>
              <a:xfrm>
                <a:off x="4847640" y="2308069"/>
                <a:ext cx="2641320" cy="415800"/>
              </a:xfrm>
              <a:prstGeom prst="rect">
                <a:avLst/>
              </a:prstGeom>
            </p:spPr>
          </p:pic>
        </mc:Fallback>
      </mc:AlternateContent>
    </p:spTree>
    <p:extLst>
      <p:ext uri="{BB962C8B-B14F-4D97-AF65-F5344CB8AC3E}">
        <p14:creationId xmlns:p14="http://schemas.microsoft.com/office/powerpoint/2010/main" val="6299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2000" fill="hold"/>
                                        <p:tgtEl>
                                          <p:spTgt spid="25"/>
                                        </p:tgtEl>
                                        <p:attrNameLst>
                                          <p:attrName>drawProgress</p:attrName>
                                        </p:attrNameLst>
                                      </p:cBhvr>
                                      <p:tavLst>
                                        <p:tav tm="0">
                                          <p:val>
                                            <p:fltVal val="0"/>
                                          </p:val>
                                        </p:tav>
                                        <p:tav tm="100000">
                                          <p:val>
                                            <p:fltVal val="1"/>
                                          </p:val>
                                        </p:tav>
                                      </p:tavLst>
                                    </p:anim>
                                  </p:childTnLst>
                                </p:cTn>
                              </p:par>
                            </p:childTnLst>
                          </p:cTn>
                        </p:par>
                        <p:par>
                          <p:cTn id="8" fill="hold">
                            <p:stCondLst>
                              <p:cond delay="2000"/>
                            </p:stCondLst>
                            <p:childTnLst>
                              <p:par>
                                <p:cTn id="9" presetID="63"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2000" fill="hold"/>
                                        <p:tgtEl>
                                          <p:spTgt spid="12"/>
                                        </p:tgtEl>
                                        <p:attrNameLst>
                                          <p:attrName>drawProgress</p:attrName>
                                        </p:attrNameLst>
                                      </p:cBhvr>
                                      <p:tavLst>
                                        <p:tav tm="0">
                                          <p:val>
                                            <p:fltVal val="0"/>
                                          </p:val>
                                        </p:tav>
                                        <p:tav tm="100000">
                                          <p:val>
                                            <p:fltVal val="1"/>
                                          </p:val>
                                        </p:tav>
                                      </p:tavLst>
                                    </p:anim>
                                  </p:childTnLst>
                                </p:cTn>
                              </p:par>
                            </p:childTnLst>
                          </p:cTn>
                        </p:par>
                        <p:par>
                          <p:cTn id="12" fill="hold">
                            <p:stCondLst>
                              <p:cond delay="4000"/>
                            </p:stCondLst>
                            <p:childTnLst>
                              <p:par>
                                <p:cTn id="13" presetID="63"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p:cTn id="15" dur="2000" fill="hold"/>
                                        <p:tgtEl>
                                          <p:spTgt spid="17"/>
                                        </p:tgtEl>
                                        <p:attrNameLst>
                                          <p:attrName>drawProgress</p:attrName>
                                        </p:attrNameLst>
                                      </p:cBhvr>
                                      <p:tavLst>
                                        <p:tav tm="0">
                                          <p:val>
                                            <p:fltVal val="0"/>
                                          </p:val>
                                        </p:tav>
                                        <p:tav tm="100000">
                                          <p:val>
                                            <p:fltVal val="1"/>
                                          </p:val>
                                        </p:tav>
                                      </p:tavLst>
                                    </p:anim>
                                  </p:childTnLst>
                                </p:cTn>
                              </p:par>
                            </p:childTnLst>
                          </p:cTn>
                        </p:par>
                        <p:par>
                          <p:cTn id="16" fill="hold">
                            <p:stCondLst>
                              <p:cond delay="6000"/>
                            </p:stCondLst>
                            <p:childTnLst>
                              <p:par>
                                <p:cTn id="17" presetID="63"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2000" fill="hold"/>
                                        <p:tgtEl>
                                          <p:spTgt spid="19"/>
                                        </p:tgtEl>
                                        <p:attrNameLst>
                                          <p:attrName>drawProgress</p:attrName>
                                        </p:attrNameLst>
                                      </p:cBhvr>
                                      <p:tavLst>
                                        <p:tav tm="0">
                                          <p:val>
                                            <p:fltVal val="0"/>
                                          </p:val>
                                        </p:tav>
                                        <p:tav tm="100000">
                                          <p:val>
                                            <p:fltVal val="1"/>
                                          </p:val>
                                        </p:tav>
                                      </p:tavLst>
                                    </p:anim>
                                  </p:childTnLst>
                                </p:cTn>
                              </p:par>
                            </p:childTnLst>
                          </p:cTn>
                        </p:par>
                        <p:par>
                          <p:cTn id="20" fill="hold">
                            <p:stCondLst>
                              <p:cond delay="8000"/>
                            </p:stCondLst>
                            <p:childTnLst>
                              <p:par>
                                <p:cTn id="21" presetID="63" presetClass="entr" presetSubtype="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2000" fill="hold"/>
                                        <p:tgtEl>
                                          <p:spTgt spid="20"/>
                                        </p:tgtEl>
                                        <p:attrNameLst>
                                          <p:attrName>drawProgress</p:attrName>
                                        </p:attrNameLst>
                                      </p:cBhvr>
                                      <p:tavLst>
                                        <p:tav tm="0">
                                          <p:val>
                                            <p:fltVal val="0"/>
                                          </p:val>
                                        </p:tav>
                                        <p:tav tm="100000">
                                          <p:val>
                                            <p:fltVal val="1"/>
                                          </p:val>
                                        </p:tav>
                                      </p:tavLst>
                                    </p:anim>
                                  </p:childTnLst>
                                </p:cTn>
                              </p:par>
                            </p:childTnLst>
                          </p:cTn>
                        </p:par>
                        <p:par>
                          <p:cTn id="24" fill="hold">
                            <p:stCondLst>
                              <p:cond delay="10000"/>
                            </p:stCondLst>
                            <p:childTnLst>
                              <p:par>
                                <p:cTn id="25" presetID="63" presetClass="entr" presetSubtype="0"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0" fill="hold"/>
                                        <p:tgtEl>
                                          <p:spTgt spid="22"/>
                                        </p:tgtEl>
                                        <p:attrNameLst>
                                          <p:attrName>drawProgress</p:attrName>
                                        </p:attrNameLst>
                                      </p:cBhvr>
                                      <p:tavLst>
                                        <p:tav tm="0">
                                          <p:val>
                                            <p:fltVal val="0"/>
                                          </p:val>
                                        </p:tav>
                                        <p:tav tm="100000">
                                          <p:val>
                                            <p:fltVal val="1"/>
                                          </p:val>
                                        </p:tav>
                                      </p:tavLst>
                                    </p:anim>
                                  </p:childTnLst>
                                </p:cTn>
                              </p:par>
                            </p:childTnLst>
                          </p:cTn>
                        </p:par>
                        <p:par>
                          <p:cTn id="28" fill="hold">
                            <p:stCondLst>
                              <p:cond delay="12000"/>
                            </p:stCondLst>
                            <p:childTnLst>
                              <p:par>
                                <p:cTn id="29" presetID="63" presetClass="entr" presetSubtype="0"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2000" fill="hold"/>
                                        <p:tgtEl>
                                          <p:spTgt spid="23"/>
                                        </p:tgtEl>
                                        <p:attrNameLst>
                                          <p:attrName>drawProgress</p:attrName>
                                        </p:attrNameLst>
                                      </p:cBhvr>
                                      <p:tavLst>
                                        <p:tav tm="0">
                                          <p:val>
                                            <p:fltVal val="0"/>
                                          </p:val>
                                        </p:tav>
                                        <p:tav tm="100000">
                                          <p:val>
                                            <p:fltVal val="1"/>
                                          </p:val>
                                        </p:tav>
                                      </p:tavLst>
                                    </p:anim>
                                  </p:childTnLst>
                                </p:cTn>
                              </p:par>
                            </p:childTnLst>
                          </p:cTn>
                        </p:par>
                        <p:par>
                          <p:cTn id="32" fill="hold">
                            <p:stCondLst>
                              <p:cond delay="14000"/>
                            </p:stCondLst>
                            <p:childTnLst>
                              <p:par>
                                <p:cTn id="33" presetID="63" presetClass="entr" presetSubtype="0" fill="hold" nodeType="after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p:cTn id="35" dur="2000" fill="hold"/>
                                        <p:tgtEl>
                                          <p:spTgt spid="2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263C527-CD00-90CF-C503-8EAA4440A728}"/>
              </a:ext>
            </a:extLst>
          </p:cNvPr>
          <p:cNvSpPr>
            <a:spLocks noGrp="1"/>
          </p:cNvSpPr>
          <p:nvPr>
            <p:ph type="title"/>
          </p:nvPr>
        </p:nvSpPr>
        <p:spPr/>
        <p:txBody>
          <a:bodyPr/>
          <a:lstStyle/>
          <a:p>
            <a:r>
              <a:rPr lang="en-US"/>
              <a:t>Code documentation</a:t>
            </a:r>
            <a:endParaRPr lang="nl-NL"/>
          </a:p>
        </p:txBody>
      </p:sp>
      <p:sp>
        <p:nvSpPr>
          <p:cNvPr id="4" name="Tijdelijke aanduiding voor tekst 3">
            <a:extLst>
              <a:ext uri="{FF2B5EF4-FFF2-40B4-BE49-F238E27FC236}">
                <a16:creationId xmlns:a16="http://schemas.microsoft.com/office/drawing/2014/main" id="{2F2C90EF-DDD3-924B-27A1-F1DC591DB129}"/>
              </a:ext>
            </a:extLst>
          </p:cNvPr>
          <p:cNvSpPr>
            <a:spLocks noGrp="1"/>
          </p:cNvSpPr>
          <p:nvPr>
            <p:ph type="body" sz="quarter" idx="1002"/>
          </p:nvPr>
        </p:nvSpPr>
        <p:spPr/>
        <p:txBody>
          <a:bodyPr/>
          <a:lstStyle/>
          <a:p>
            <a:endParaRPr lang="nl-NL"/>
          </a:p>
        </p:txBody>
      </p:sp>
      <p:sp>
        <p:nvSpPr>
          <p:cNvPr id="6" name="Tijdelijke aanduiding voor tekst 5">
            <a:extLst>
              <a:ext uri="{FF2B5EF4-FFF2-40B4-BE49-F238E27FC236}">
                <a16:creationId xmlns:a16="http://schemas.microsoft.com/office/drawing/2014/main" id="{82C3DEFD-BE47-E513-3102-75476BD0BCB6}"/>
              </a:ext>
            </a:extLst>
          </p:cNvPr>
          <p:cNvSpPr>
            <a:spLocks noGrp="1"/>
          </p:cNvSpPr>
          <p:nvPr>
            <p:ph type="body" sz="quarter" idx="13"/>
          </p:nvPr>
        </p:nvSpPr>
        <p:spPr>
          <a:xfrm>
            <a:off x="876692" y="3090458"/>
            <a:ext cx="4152508" cy="1710703"/>
          </a:xfrm>
        </p:spPr>
        <p:txBody>
          <a:bodyPr/>
          <a:lstStyle/>
          <a:p>
            <a:pPr marL="457200" indent="-457200">
              <a:buFont typeface="Wingdings" panose="05000000000000000000" pitchFamily="2" charset="2"/>
              <a:buChar char="Ø"/>
            </a:pPr>
            <a:r>
              <a:rPr lang="en-US" sz="2800" dirty="0">
                <a:solidFill>
                  <a:srgbClr val="F15A5C"/>
                </a:solidFill>
                <a:latin typeface="Pacifico" panose="00000500000000000000" pitchFamily="2" charset="0"/>
              </a:rPr>
              <a:t>definitions</a:t>
            </a:r>
          </a:p>
          <a:p>
            <a:pPr marL="457200" indent="-457200">
              <a:buFont typeface="Wingdings" panose="05000000000000000000" pitchFamily="2" charset="2"/>
              <a:buChar char="Ø"/>
            </a:pPr>
            <a:r>
              <a:rPr lang="en-US" sz="2800" dirty="0">
                <a:solidFill>
                  <a:schemeClr val="accent1">
                    <a:lumMod val="75000"/>
                  </a:schemeClr>
                </a:solidFill>
                <a:latin typeface="Pacifico" panose="00000500000000000000" pitchFamily="2" charset="0"/>
              </a:rPr>
              <a:t>descriptive meanings</a:t>
            </a:r>
          </a:p>
          <a:p>
            <a:pPr marL="457200" indent="-457200">
              <a:buFont typeface="Wingdings" panose="05000000000000000000" pitchFamily="2" charset="2"/>
              <a:buChar char="Ø"/>
            </a:pPr>
            <a:r>
              <a:rPr lang="en-US" sz="2800" dirty="0">
                <a:solidFill>
                  <a:schemeClr val="accent4">
                    <a:lumMod val="75000"/>
                  </a:schemeClr>
                </a:solidFill>
                <a:latin typeface="Pacifico" panose="00000500000000000000" pitchFamily="2" charset="0"/>
              </a:rPr>
              <a:t>decision process</a:t>
            </a:r>
          </a:p>
          <a:p>
            <a:pPr marL="457200" indent="-457200">
              <a:buFont typeface="Wingdings" panose="05000000000000000000" pitchFamily="2" charset="2"/>
              <a:buChar char="Ø"/>
            </a:pPr>
            <a:r>
              <a:rPr lang="en-US" sz="2800" dirty="0">
                <a:solidFill>
                  <a:schemeClr val="accent1">
                    <a:lumMod val="40000"/>
                    <a:lumOff val="60000"/>
                  </a:schemeClr>
                </a:solidFill>
                <a:latin typeface="Pacifico" panose="00000500000000000000" pitchFamily="2" charset="0"/>
              </a:rPr>
              <a:t>relations between codes</a:t>
            </a:r>
          </a:p>
          <a:p>
            <a:pPr marL="457200" indent="-457200">
              <a:buFont typeface="Wingdings" panose="05000000000000000000" pitchFamily="2" charset="2"/>
              <a:buChar char="Ø"/>
            </a:pPr>
            <a:r>
              <a:rPr lang="nl-NL" sz="2800" dirty="0" err="1">
                <a:solidFill>
                  <a:schemeClr val="accent4">
                    <a:lumMod val="50000"/>
                  </a:schemeClr>
                </a:solidFill>
                <a:latin typeface="Pacifico" panose="00000500000000000000" pitchFamily="2" charset="0"/>
              </a:rPr>
              <a:t>visual</a:t>
            </a:r>
            <a:r>
              <a:rPr lang="nl-NL" sz="2800" dirty="0">
                <a:solidFill>
                  <a:schemeClr val="accent4">
                    <a:lumMod val="50000"/>
                  </a:schemeClr>
                </a:solidFill>
                <a:latin typeface="Pacifico" panose="00000500000000000000" pitchFamily="2" charset="0"/>
              </a:rPr>
              <a:t> </a:t>
            </a:r>
            <a:r>
              <a:rPr lang="nl-NL" sz="2800" dirty="0" err="1">
                <a:solidFill>
                  <a:schemeClr val="accent4">
                    <a:lumMod val="50000"/>
                  </a:schemeClr>
                </a:solidFill>
                <a:latin typeface="Pacifico" panose="00000500000000000000" pitchFamily="2" charset="0"/>
              </a:rPr>
              <a:t>network</a:t>
            </a:r>
            <a:r>
              <a:rPr lang="nl-NL" sz="2800" dirty="0">
                <a:solidFill>
                  <a:schemeClr val="accent4">
                    <a:lumMod val="50000"/>
                  </a:schemeClr>
                </a:solidFill>
                <a:latin typeface="Pacifico" panose="00000500000000000000" pitchFamily="2" charset="0"/>
              </a:rPr>
              <a:t> of codes</a:t>
            </a:r>
            <a:endParaRPr lang="nl-NL" sz="2800" dirty="0">
              <a:solidFill>
                <a:srgbClr val="F15A5C"/>
              </a:solidFill>
              <a:latin typeface="Pacifico" panose="00000500000000000000" pitchFamily="2" charset="0"/>
            </a:endParaRPr>
          </a:p>
        </p:txBody>
      </p:sp>
      <p:sp>
        <p:nvSpPr>
          <p:cNvPr id="2" name="Tijdelijke aanduiding voor tekst 5">
            <a:extLst>
              <a:ext uri="{FF2B5EF4-FFF2-40B4-BE49-F238E27FC236}">
                <a16:creationId xmlns:a16="http://schemas.microsoft.com/office/drawing/2014/main" id="{4550160B-D988-53F1-33F5-9C95C1EF6072}"/>
              </a:ext>
            </a:extLst>
          </p:cNvPr>
          <p:cNvSpPr txBox="1">
            <a:spLocks/>
          </p:cNvSpPr>
          <p:nvPr/>
        </p:nvSpPr>
        <p:spPr bwMode="gray">
          <a:xfrm>
            <a:off x="6921530" y="3090458"/>
            <a:ext cx="3599112" cy="1710703"/>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457200" lvl="0" indent="-457200">
              <a:buFont typeface="Wingdings" panose="05000000000000000000" pitchFamily="2" charset="2"/>
              <a:buChar char="Ø"/>
            </a:pPr>
            <a:r>
              <a:rPr lang="en-US" sz="2800" dirty="0">
                <a:solidFill>
                  <a:schemeClr val="accent4">
                    <a:lumMod val="75000"/>
                  </a:schemeClr>
                </a:solidFill>
                <a:latin typeface="Pacifico" panose="00000500000000000000" pitchFamily="2" charset="0"/>
              </a:rPr>
              <a:t>who codes what</a:t>
            </a:r>
          </a:p>
          <a:p>
            <a:pPr marL="457200" lvl="0" indent="-457200">
              <a:buFont typeface="Wingdings" panose="05000000000000000000" pitchFamily="2" charset="2"/>
              <a:buChar char="Ø"/>
            </a:pPr>
            <a:r>
              <a:rPr lang="en-US" sz="2800" dirty="0">
                <a:solidFill>
                  <a:schemeClr val="accent4">
                    <a:lumMod val="50000"/>
                  </a:schemeClr>
                </a:solidFill>
                <a:latin typeface="Pacifico" panose="00000500000000000000" pitchFamily="2" charset="0"/>
              </a:rPr>
              <a:t>when was it coded</a:t>
            </a:r>
            <a:endParaRPr lang="nl-NL" sz="2800" dirty="0">
              <a:solidFill>
                <a:schemeClr val="accent4">
                  <a:lumMod val="50000"/>
                </a:schemeClr>
              </a:solidFill>
              <a:latin typeface="Pacifico" panose="00000500000000000000" pitchFamily="2" charset="0"/>
            </a:endParaRPr>
          </a:p>
          <a:p>
            <a:pPr marL="457200" lvl="0" indent="-457200">
              <a:buFont typeface="Wingdings" panose="05000000000000000000" pitchFamily="2" charset="2"/>
              <a:buChar char="Ø"/>
            </a:pPr>
            <a:r>
              <a:rPr lang="nl-NL" sz="2800" dirty="0" err="1">
                <a:solidFill>
                  <a:srgbClr val="F15A5C"/>
                </a:solidFill>
                <a:latin typeface="Pacifico" panose="00000500000000000000" pitchFamily="2" charset="0"/>
              </a:rPr>
              <a:t>coder</a:t>
            </a:r>
            <a:r>
              <a:rPr lang="nl-NL" sz="2800" dirty="0">
                <a:solidFill>
                  <a:srgbClr val="F15A5C"/>
                </a:solidFill>
                <a:latin typeface="Pacifico" panose="00000500000000000000" pitchFamily="2" charset="0"/>
              </a:rPr>
              <a:t> </a:t>
            </a:r>
            <a:r>
              <a:rPr lang="nl-NL" sz="2800" dirty="0" err="1">
                <a:solidFill>
                  <a:srgbClr val="F15A5C"/>
                </a:solidFill>
                <a:latin typeface="Pacifico" panose="00000500000000000000" pitchFamily="2" charset="0"/>
              </a:rPr>
              <a:t>reliability</a:t>
            </a:r>
            <a:endParaRPr lang="nl-NL" sz="2800" dirty="0">
              <a:solidFill>
                <a:srgbClr val="F15A5C"/>
              </a:solidFill>
              <a:latin typeface="Pacifico" panose="00000500000000000000" pitchFamily="2" charset="0"/>
            </a:endParaRPr>
          </a:p>
          <a:p>
            <a:pPr marL="457200" lvl="0" indent="-457200">
              <a:buFont typeface="Wingdings" panose="05000000000000000000" pitchFamily="2" charset="2"/>
              <a:buChar char="Ø"/>
            </a:pPr>
            <a:r>
              <a:rPr lang="nl-NL" sz="2800" dirty="0" err="1">
                <a:solidFill>
                  <a:schemeClr val="accent5">
                    <a:lumMod val="75000"/>
                  </a:schemeClr>
                </a:solidFill>
                <a:latin typeface="Pacifico" panose="00000500000000000000" pitchFamily="2" charset="0"/>
              </a:rPr>
              <a:t>coding</a:t>
            </a:r>
            <a:r>
              <a:rPr lang="nl-NL" sz="2800" dirty="0">
                <a:solidFill>
                  <a:schemeClr val="accent5">
                    <a:lumMod val="75000"/>
                  </a:schemeClr>
                </a:solidFill>
                <a:latin typeface="Pacifico" panose="00000500000000000000" pitchFamily="2" charset="0"/>
              </a:rPr>
              <a:t> </a:t>
            </a:r>
            <a:r>
              <a:rPr lang="nl-NL" sz="2800" dirty="0" err="1">
                <a:solidFill>
                  <a:schemeClr val="accent5">
                    <a:lumMod val="75000"/>
                  </a:schemeClr>
                </a:solidFill>
                <a:latin typeface="Pacifico" panose="00000500000000000000" pitchFamily="2" charset="0"/>
              </a:rPr>
              <a:t>guidelines</a:t>
            </a:r>
            <a:endParaRPr lang="nl-NL" sz="2800" dirty="0">
              <a:solidFill>
                <a:schemeClr val="accent5">
                  <a:lumMod val="75000"/>
                </a:schemeClr>
              </a:solidFill>
              <a:latin typeface="Pacifico" panose="00000500000000000000" pitchFamily="2" charset="0"/>
            </a:endParaRPr>
          </a:p>
          <a:p>
            <a:pPr marL="457200" lvl="0" indent="-457200">
              <a:buFont typeface="Wingdings" panose="05000000000000000000" pitchFamily="2" charset="2"/>
              <a:buChar char="Ø"/>
            </a:pPr>
            <a:r>
              <a:rPr lang="nl-NL" sz="2800" dirty="0" err="1">
                <a:solidFill>
                  <a:schemeClr val="accent4">
                    <a:lumMod val="60000"/>
                    <a:lumOff val="40000"/>
                  </a:schemeClr>
                </a:solidFill>
                <a:latin typeface="Pacifico" panose="00000500000000000000" pitchFamily="2" charset="0"/>
              </a:rPr>
              <a:t>coding</a:t>
            </a:r>
            <a:r>
              <a:rPr lang="nl-NL" sz="2800" dirty="0">
                <a:solidFill>
                  <a:schemeClr val="accent4">
                    <a:lumMod val="60000"/>
                    <a:lumOff val="40000"/>
                  </a:schemeClr>
                </a:solidFill>
                <a:latin typeface="Pacifico" panose="00000500000000000000" pitchFamily="2" charset="0"/>
              </a:rPr>
              <a:t> training</a:t>
            </a:r>
            <a:endParaRPr lang="en-US" sz="2800" dirty="0">
              <a:solidFill>
                <a:schemeClr val="accent4">
                  <a:lumMod val="60000"/>
                  <a:lumOff val="40000"/>
                </a:schemeClr>
              </a:solidFill>
              <a:latin typeface="Pacifico" panose="00000500000000000000" pitchFamily="2" charset="0"/>
            </a:endParaRPr>
          </a:p>
        </p:txBody>
      </p:sp>
      <p:sp>
        <p:nvSpPr>
          <p:cNvPr id="5" name="Tijdelijke aanduiding voor tekst 5">
            <a:extLst>
              <a:ext uri="{FF2B5EF4-FFF2-40B4-BE49-F238E27FC236}">
                <a16:creationId xmlns:a16="http://schemas.microsoft.com/office/drawing/2014/main" id="{DB2ABD70-ED94-499D-75A1-CC7FAAC8BC46}"/>
              </a:ext>
            </a:extLst>
          </p:cNvPr>
          <p:cNvSpPr txBox="1">
            <a:spLocks/>
          </p:cNvSpPr>
          <p:nvPr/>
        </p:nvSpPr>
        <p:spPr bwMode="gray">
          <a:xfrm>
            <a:off x="876692" y="2336614"/>
            <a:ext cx="3013990" cy="5194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800" dirty="0">
                <a:latin typeface="Pacifico" panose="00000500000000000000" pitchFamily="2" charset="0"/>
              </a:rPr>
              <a:t>Code information:</a:t>
            </a:r>
            <a:endParaRPr lang="nl-NL" sz="2800" dirty="0">
              <a:latin typeface="Pacifico" panose="00000500000000000000" pitchFamily="2" charset="0"/>
            </a:endParaRPr>
          </a:p>
        </p:txBody>
      </p:sp>
      <p:sp>
        <p:nvSpPr>
          <p:cNvPr id="7" name="Tijdelijke aanduiding voor tekst 5">
            <a:extLst>
              <a:ext uri="{FF2B5EF4-FFF2-40B4-BE49-F238E27FC236}">
                <a16:creationId xmlns:a16="http://schemas.microsoft.com/office/drawing/2014/main" id="{C9E2F7C6-95AE-E5FB-7D3F-820078E4A1F3}"/>
              </a:ext>
            </a:extLst>
          </p:cNvPr>
          <p:cNvSpPr txBox="1">
            <a:spLocks/>
          </p:cNvSpPr>
          <p:nvPr/>
        </p:nvSpPr>
        <p:spPr bwMode="gray">
          <a:xfrm>
            <a:off x="6921530" y="2336614"/>
            <a:ext cx="3013990" cy="5194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800" dirty="0">
                <a:latin typeface="Pacifico" panose="00000500000000000000" pitchFamily="2" charset="0"/>
              </a:rPr>
              <a:t>Coding process:</a:t>
            </a:r>
            <a:endParaRPr lang="nl-NL" sz="2800" dirty="0">
              <a:latin typeface="Pacifico" panose="00000500000000000000" pitchFamily="2" charset="0"/>
            </a:endParaRPr>
          </a:p>
        </p:txBody>
      </p:sp>
    </p:spTree>
    <p:extLst>
      <p:ext uri="{BB962C8B-B14F-4D97-AF65-F5344CB8AC3E}">
        <p14:creationId xmlns:p14="http://schemas.microsoft.com/office/powerpoint/2010/main" val="367207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fade">
                                      <p:cBhvr>
                                        <p:cTn id="16" dur="500"/>
                                        <p:tgtEl>
                                          <p:spTgt spid="6">
                                            <p:txEl>
                                              <p:pRg st="1" end="1"/>
                                            </p:txEl>
                                          </p:spTgt>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Effect transition="in" filter="fade">
                                      <p:cBhvr>
                                        <p:cTn id="24" dur="500"/>
                                        <p:tgtEl>
                                          <p:spTgt spid="6">
                                            <p:txEl>
                                              <p:pRg st="3" end="3"/>
                                            </p:txEl>
                                          </p:spTgt>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6">
                                            <p:txEl>
                                              <p:pRg st="4" end="4"/>
                                            </p:txEl>
                                          </p:spTgt>
                                        </p:tgtEl>
                                        <p:attrNameLst>
                                          <p:attrName>style.visibility</p:attrName>
                                        </p:attrNameLst>
                                      </p:cBhvr>
                                      <p:to>
                                        <p:strVal val="visible"/>
                                      </p:to>
                                    </p:set>
                                    <p:animEffect transition="in" filter="fade">
                                      <p:cBhvr>
                                        <p:cTn id="28" dur="500"/>
                                        <p:tgtEl>
                                          <p:spTgt spid="6">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
                                            <p:txEl>
                                              <p:pRg st="0" end="0"/>
                                            </p:txEl>
                                          </p:spTgt>
                                        </p:tgtEl>
                                        <p:attrNameLst>
                                          <p:attrName>style.visibility</p:attrName>
                                        </p:attrNameLst>
                                      </p:cBhvr>
                                      <p:to>
                                        <p:strVal val="visible"/>
                                      </p:to>
                                    </p:set>
                                    <p:animEffect transition="in" filter="fade">
                                      <p:cBhvr>
                                        <p:cTn id="38" dur="500"/>
                                        <p:tgtEl>
                                          <p:spTgt spid="2">
                                            <p:txEl>
                                              <p:pRg st="0" end="0"/>
                                            </p:txEl>
                                          </p:spTgt>
                                        </p:tgtEl>
                                      </p:cBhvr>
                                    </p:animEffect>
                                  </p:childTnLst>
                                </p:cTn>
                              </p:par>
                            </p:childTnLst>
                          </p:cTn>
                        </p:par>
                        <p:par>
                          <p:cTn id="39" fill="hold">
                            <p:stCondLst>
                              <p:cond delay="500"/>
                            </p:stCondLst>
                            <p:childTnLst>
                              <p:par>
                                <p:cTn id="40" presetID="10" presetClass="entr" presetSubtype="0" fill="hold" nodeType="afterEffect">
                                  <p:stCondLst>
                                    <p:cond delay="0"/>
                                  </p:stCondLst>
                                  <p:childTnLst>
                                    <p:set>
                                      <p:cBhvr>
                                        <p:cTn id="41" dur="1" fill="hold">
                                          <p:stCondLst>
                                            <p:cond delay="0"/>
                                          </p:stCondLst>
                                        </p:cTn>
                                        <p:tgtEl>
                                          <p:spTgt spid="2">
                                            <p:txEl>
                                              <p:pRg st="1" end="1"/>
                                            </p:txEl>
                                          </p:spTgt>
                                        </p:tgtEl>
                                        <p:attrNameLst>
                                          <p:attrName>style.visibility</p:attrName>
                                        </p:attrNameLst>
                                      </p:cBhvr>
                                      <p:to>
                                        <p:strVal val="visible"/>
                                      </p:to>
                                    </p:set>
                                    <p:animEffect transition="in" filter="fade">
                                      <p:cBhvr>
                                        <p:cTn id="42" dur="500"/>
                                        <p:tgtEl>
                                          <p:spTgt spid="2">
                                            <p:txEl>
                                              <p:pRg st="1" end="1"/>
                                            </p:txEl>
                                          </p:spTgt>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2">
                                            <p:txEl>
                                              <p:pRg st="2" end="2"/>
                                            </p:txEl>
                                          </p:spTgt>
                                        </p:tgtEl>
                                        <p:attrNameLst>
                                          <p:attrName>style.visibility</p:attrName>
                                        </p:attrNameLst>
                                      </p:cBhvr>
                                      <p:to>
                                        <p:strVal val="visible"/>
                                      </p:to>
                                    </p:set>
                                    <p:animEffect transition="in" filter="fade">
                                      <p:cBhvr>
                                        <p:cTn id="46" dur="500"/>
                                        <p:tgtEl>
                                          <p:spTgt spid="2">
                                            <p:txEl>
                                              <p:pRg st="2" end="2"/>
                                            </p:txEl>
                                          </p:spTgt>
                                        </p:tgtEl>
                                      </p:cBhvr>
                                    </p:animEffect>
                                  </p:childTnLst>
                                </p:cTn>
                              </p:par>
                            </p:childTnLst>
                          </p:cTn>
                        </p:par>
                        <p:par>
                          <p:cTn id="47" fill="hold">
                            <p:stCondLst>
                              <p:cond delay="1500"/>
                            </p:stCondLst>
                            <p:childTnLst>
                              <p:par>
                                <p:cTn id="48" presetID="10" presetClass="entr" presetSubtype="0" fill="hold" nodeType="afterEffect">
                                  <p:stCondLst>
                                    <p:cond delay="0"/>
                                  </p:stCondLst>
                                  <p:childTnLst>
                                    <p:set>
                                      <p:cBhvr>
                                        <p:cTn id="49" dur="1" fill="hold">
                                          <p:stCondLst>
                                            <p:cond delay="0"/>
                                          </p:stCondLst>
                                        </p:cTn>
                                        <p:tgtEl>
                                          <p:spTgt spid="2">
                                            <p:txEl>
                                              <p:pRg st="3" end="3"/>
                                            </p:txEl>
                                          </p:spTgt>
                                        </p:tgtEl>
                                        <p:attrNameLst>
                                          <p:attrName>style.visibility</p:attrName>
                                        </p:attrNameLst>
                                      </p:cBhvr>
                                      <p:to>
                                        <p:strVal val="visible"/>
                                      </p:to>
                                    </p:set>
                                    <p:animEffect transition="in" filter="fade">
                                      <p:cBhvr>
                                        <p:cTn id="50" dur="500"/>
                                        <p:tgtEl>
                                          <p:spTgt spid="2">
                                            <p:txEl>
                                              <p:pRg st="3" end="3"/>
                                            </p:txEl>
                                          </p:spTgt>
                                        </p:tgtEl>
                                      </p:cBhvr>
                                    </p:animEffect>
                                  </p:childTnLst>
                                </p:cTn>
                              </p:par>
                            </p:childTnLst>
                          </p:cTn>
                        </p:par>
                        <p:par>
                          <p:cTn id="51" fill="hold">
                            <p:stCondLst>
                              <p:cond delay="2000"/>
                            </p:stCondLst>
                            <p:childTnLst>
                              <p:par>
                                <p:cTn id="52" presetID="10" presetClass="entr" presetSubtype="0" fill="hold" nodeType="afterEffect">
                                  <p:stCondLst>
                                    <p:cond delay="0"/>
                                  </p:stCondLst>
                                  <p:childTnLst>
                                    <p:set>
                                      <p:cBhvr>
                                        <p:cTn id="53" dur="1" fill="hold">
                                          <p:stCondLst>
                                            <p:cond delay="0"/>
                                          </p:stCondLst>
                                        </p:cTn>
                                        <p:tgtEl>
                                          <p:spTgt spid="2">
                                            <p:txEl>
                                              <p:pRg st="4" end="4"/>
                                            </p:txEl>
                                          </p:spTgt>
                                        </p:tgtEl>
                                        <p:attrNameLst>
                                          <p:attrName>style.visibility</p:attrName>
                                        </p:attrNameLst>
                                      </p:cBhvr>
                                      <p:to>
                                        <p:strVal val="visible"/>
                                      </p:to>
                                    </p:set>
                                    <p:animEffect transition="in" filter="fade">
                                      <p:cBhvr>
                                        <p:cTn id="54"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5"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B4ECD40-529B-5B3B-2B18-A99781DD37E2}"/>
              </a:ext>
            </a:extLst>
          </p:cNvPr>
          <p:cNvSpPr>
            <a:spLocks noGrp="1"/>
          </p:cNvSpPr>
          <p:nvPr>
            <p:ph type="title"/>
          </p:nvPr>
        </p:nvSpPr>
        <p:spPr/>
        <p:txBody>
          <a:bodyPr/>
          <a:lstStyle/>
          <a:p>
            <a:r>
              <a:rPr lang="en-US"/>
              <a:t>File formats	</a:t>
            </a:r>
            <a:endParaRPr lang="nl-NL"/>
          </a:p>
        </p:txBody>
      </p:sp>
      <p:sp>
        <p:nvSpPr>
          <p:cNvPr id="4" name="Tijdelijke aanduiding voor tekst 3">
            <a:extLst>
              <a:ext uri="{FF2B5EF4-FFF2-40B4-BE49-F238E27FC236}">
                <a16:creationId xmlns:a16="http://schemas.microsoft.com/office/drawing/2014/main" id="{DA2F15A6-0FE6-3B98-53CF-FA2E5B9CAACB}"/>
              </a:ext>
            </a:extLst>
          </p:cNvPr>
          <p:cNvSpPr>
            <a:spLocks noGrp="1"/>
          </p:cNvSpPr>
          <p:nvPr>
            <p:ph type="body" sz="quarter" idx="1002"/>
          </p:nvPr>
        </p:nvSpPr>
        <p:spPr/>
        <p:txBody>
          <a:bodyPr/>
          <a:lstStyle/>
          <a:p>
            <a:endParaRPr lang="nl-NL"/>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8" name="Inkt 7">
                <a:extLst>
                  <a:ext uri="{FF2B5EF4-FFF2-40B4-BE49-F238E27FC236}">
                    <a16:creationId xmlns:a16="http://schemas.microsoft.com/office/drawing/2014/main" id="{92B6B44B-B3A4-315E-B25F-580973DADAB0}"/>
                  </a:ext>
                </a:extLst>
              </p14:cNvPr>
              <p14:cNvContentPartPr/>
              <p14:nvPr/>
            </p14:nvContentPartPr>
            <p14:xfrm>
              <a:off x="6045263" y="2254586"/>
              <a:ext cx="45360" cy="3035160"/>
            </p14:xfrm>
          </p:contentPart>
        </mc:Choice>
        <mc:Fallback xmlns="">
          <p:pic>
            <p:nvPicPr>
              <p:cNvPr id="8" name="Inkt 7">
                <a:extLst>
                  <a:ext uri="{FF2B5EF4-FFF2-40B4-BE49-F238E27FC236}">
                    <a16:creationId xmlns:a16="http://schemas.microsoft.com/office/drawing/2014/main" id="{92B6B44B-B3A4-315E-B25F-580973DADAB0}"/>
                  </a:ext>
                </a:extLst>
              </p:cNvPr>
              <p:cNvPicPr/>
              <p:nvPr/>
            </p:nvPicPr>
            <p:blipFill>
              <a:blip r:embed="rId4"/>
              <a:stretch>
                <a:fillRect/>
              </a:stretch>
            </p:blipFill>
            <p:spPr>
              <a:xfrm>
                <a:off x="6009263" y="2038946"/>
                <a:ext cx="117000" cy="3466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0" name="Inkt 9">
                <a:extLst>
                  <a:ext uri="{FF2B5EF4-FFF2-40B4-BE49-F238E27FC236}">
                    <a16:creationId xmlns:a16="http://schemas.microsoft.com/office/drawing/2014/main" id="{7FB2DD6A-735D-E262-809A-E66DF9376BFB}"/>
                  </a:ext>
                </a:extLst>
              </p14:cNvPr>
              <p14:cNvContentPartPr/>
              <p14:nvPr/>
            </p14:nvContentPartPr>
            <p14:xfrm>
              <a:off x="1047383" y="3621506"/>
              <a:ext cx="10277640" cy="45720"/>
            </p14:xfrm>
          </p:contentPart>
        </mc:Choice>
        <mc:Fallback xmlns="">
          <p:pic>
            <p:nvPicPr>
              <p:cNvPr id="10" name="Inkt 9">
                <a:extLst>
                  <a:ext uri="{FF2B5EF4-FFF2-40B4-BE49-F238E27FC236}">
                    <a16:creationId xmlns:a16="http://schemas.microsoft.com/office/drawing/2014/main" id="{7FB2DD6A-735D-E262-809A-E66DF9376BFB}"/>
                  </a:ext>
                </a:extLst>
              </p:cNvPr>
              <p:cNvPicPr/>
              <p:nvPr/>
            </p:nvPicPr>
            <p:blipFill>
              <a:blip r:embed="rId6"/>
              <a:stretch>
                <a:fillRect/>
              </a:stretch>
            </p:blipFill>
            <p:spPr>
              <a:xfrm>
                <a:off x="1011383" y="3405866"/>
                <a:ext cx="10349280" cy="477360"/>
              </a:xfrm>
              <a:prstGeom prst="rect">
                <a:avLst/>
              </a:prstGeom>
            </p:spPr>
          </p:pic>
        </mc:Fallback>
      </mc:AlternateContent>
      <p:sp>
        <p:nvSpPr>
          <p:cNvPr id="11" name="Tijdelijke aanduiding voor tekst 1">
            <a:extLst>
              <a:ext uri="{FF2B5EF4-FFF2-40B4-BE49-F238E27FC236}">
                <a16:creationId xmlns:a16="http://schemas.microsoft.com/office/drawing/2014/main" id="{99CD7A8A-395A-10A0-E7CE-E0A7A4985342}"/>
              </a:ext>
            </a:extLst>
          </p:cNvPr>
          <p:cNvSpPr txBox="1">
            <a:spLocks noGrp="1"/>
          </p:cNvSpPr>
          <p:nvPr>
            <p:ph type="body" sz="quarter" idx="13"/>
          </p:nvPr>
        </p:nvSpPr>
        <p:spPr bwMode="gray">
          <a:xfrm>
            <a:off x="1887165" y="2353999"/>
            <a:ext cx="2943203" cy="8578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dirty="0"/>
              <a:t>Generic formats:</a:t>
            </a:r>
          </a:p>
          <a:p>
            <a:pPr lvl="0" algn="ctr"/>
            <a:r>
              <a:rPr lang="en-US" sz="2400" dirty="0"/>
              <a:t>.txt, .rtf, .pdf</a:t>
            </a:r>
            <a:endParaRPr lang="nl-NL" sz="1600" dirty="0"/>
          </a:p>
        </p:txBody>
      </p:sp>
      <p:sp>
        <p:nvSpPr>
          <p:cNvPr id="12" name="Tijdelijke aanduiding voor tekst 1">
            <a:extLst>
              <a:ext uri="{FF2B5EF4-FFF2-40B4-BE49-F238E27FC236}">
                <a16:creationId xmlns:a16="http://schemas.microsoft.com/office/drawing/2014/main" id="{ED6ABDE4-C64D-E11E-AB19-425D113CC004}"/>
              </a:ext>
            </a:extLst>
          </p:cNvPr>
          <p:cNvSpPr txBox="1">
            <a:spLocks/>
          </p:cNvSpPr>
          <p:nvPr/>
        </p:nvSpPr>
        <p:spPr bwMode="gray">
          <a:xfrm>
            <a:off x="1887165" y="4076884"/>
            <a:ext cx="2943203" cy="8578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400" dirty="0"/>
              <a:t>Repository preferences</a:t>
            </a:r>
            <a:endParaRPr lang="nl-NL" sz="1600" dirty="0"/>
          </a:p>
        </p:txBody>
      </p:sp>
      <p:sp>
        <p:nvSpPr>
          <p:cNvPr id="13" name="Tijdelijke aanduiding voor tekst 1">
            <a:extLst>
              <a:ext uri="{FF2B5EF4-FFF2-40B4-BE49-F238E27FC236}">
                <a16:creationId xmlns:a16="http://schemas.microsoft.com/office/drawing/2014/main" id="{F5A45175-8D5A-0A3A-338B-C343C8A593D4}"/>
              </a:ext>
            </a:extLst>
          </p:cNvPr>
          <p:cNvSpPr txBox="1">
            <a:spLocks/>
          </p:cNvSpPr>
          <p:nvPr/>
        </p:nvSpPr>
        <p:spPr bwMode="gray">
          <a:xfrm>
            <a:off x="7305518" y="2350280"/>
            <a:ext cx="3449708" cy="8578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400" dirty="0"/>
              <a:t>Software export, supplemented with generic formats</a:t>
            </a:r>
            <a:endParaRPr lang="nl-NL" sz="1600" dirty="0"/>
          </a:p>
        </p:txBody>
      </p:sp>
      <p:sp>
        <p:nvSpPr>
          <p:cNvPr id="14" name="Tijdelijke aanduiding voor tekst 1">
            <a:extLst>
              <a:ext uri="{FF2B5EF4-FFF2-40B4-BE49-F238E27FC236}">
                <a16:creationId xmlns:a16="http://schemas.microsoft.com/office/drawing/2014/main" id="{3647B3BF-113A-C972-7595-7A883357708B}"/>
              </a:ext>
            </a:extLst>
          </p:cNvPr>
          <p:cNvSpPr txBox="1">
            <a:spLocks/>
          </p:cNvSpPr>
          <p:nvPr/>
        </p:nvSpPr>
        <p:spPr bwMode="gray">
          <a:xfrm>
            <a:off x="7305518" y="4076883"/>
            <a:ext cx="3449708" cy="85784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400" dirty="0"/>
              <a:t>.</a:t>
            </a:r>
            <a:r>
              <a:rPr lang="en-US" sz="2400" dirty="0" err="1"/>
              <a:t>qdpx</a:t>
            </a:r>
            <a:r>
              <a:rPr lang="en-US" sz="2400" dirty="0"/>
              <a:t> as universal project exchange format with limited information</a:t>
            </a:r>
            <a:endParaRPr lang="nl-NL" sz="1600" dirty="0"/>
          </a:p>
        </p:txBody>
      </p:sp>
    </p:spTree>
    <p:extLst>
      <p:ext uri="{BB962C8B-B14F-4D97-AF65-F5344CB8AC3E}">
        <p14:creationId xmlns:p14="http://schemas.microsoft.com/office/powerpoint/2010/main" val="346149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drawProgress</p:attrName>
                                        </p:attrNameLst>
                                      </p:cBhvr>
                                      <p:tavLst>
                                        <p:tav tm="0">
                                          <p:val>
                                            <p:fltVal val="0"/>
                                          </p:val>
                                        </p:tav>
                                        <p:tav tm="100000">
                                          <p:val>
                                            <p:fltVal val="1"/>
                                          </p:val>
                                        </p:tav>
                                      </p:tavLst>
                                    </p:anim>
                                  </p:childTnLst>
                                </p:cTn>
                              </p:par>
                              <p:par>
                                <p:cTn id="8" presetID="63"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p:cTn id="10" dur="1000" fill="hold"/>
                                        <p:tgtEl>
                                          <p:spTgt spid="10"/>
                                        </p:tgtEl>
                                        <p:attrNameLst>
                                          <p:attrName>drawProgress</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F128-4747-A984-E711-BF5CE3C3B35E}"/>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BE2CD757-D17E-B5C3-50B6-D7ABE2FB0A3F}"/>
              </a:ext>
            </a:extLst>
          </p:cNvPr>
          <p:cNvSpPr>
            <a:spLocks noGrp="1"/>
          </p:cNvSpPr>
          <p:nvPr>
            <p:ph type="body" sz="quarter" idx="10"/>
          </p:nvPr>
        </p:nvSpPr>
        <p:spPr/>
        <p:txBody>
          <a:bodyPr/>
          <a:lstStyle/>
          <a:p>
            <a:r>
              <a:rPr lang="en-US" dirty="0"/>
              <a:t>Data publishing</a:t>
            </a:r>
            <a:endParaRPr lang="nl-NL" dirty="0"/>
          </a:p>
        </p:txBody>
      </p:sp>
    </p:spTree>
    <p:extLst>
      <p:ext uri="{BB962C8B-B14F-4D97-AF65-F5344CB8AC3E}">
        <p14:creationId xmlns:p14="http://schemas.microsoft.com/office/powerpoint/2010/main" val="2447620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BEB07818-1DE6-1889-A806-376A6F52D1AD}"/>
              </a:ext>
            </a:extLst>
          </p:cNvPr>
          <p:cNvSpPr>
            <a:spLocks noGrp="1"/>
          </p:cNvSpPr>
          <p:nvPr>
            <p:ph type="body" sz="quarter" idx="13"/>
          </p:nvPr>
        </p:nvSpPr>
        <p:spPr>
          <a:xfrm>
            <a:off x="1502993" y="5849725"/>
            <a:ext cx="1199395" cy="489784"/>
          </a:xfrm>
        </p:spPr>
        <p:txBody>
          <a:bodyPr/>
          <a:lstStyle/>
          <a:p>
            <a:r>
              <a:rPr lang="en-US" sz="3200" dirty="0">
                <a:latin typeface="Pacifico" panose="00000500000000000000" pitchFamily="2" charset="0"/>
              </a:rPr>
              <a:t>How?</a:t>
            </a:r>
            <a:endParaRPr lang="nl-NL" sz="3200" dirty="0">
              <a:latin typeface="Pacifico" panose="00000500000000000000" pitchFamily="2" charset="0"/>
            </a:endParaRPr>
          </a:p>
        </p:txBody>
      </p:sp>
      <p:sp>
        <p:nvSpPr>
          <p:cNvPr id="3" name="Titel 2">
            <a:extLst>
              <a:ext uri="{FF2B5EF4-FFF2-40B4-BE49-F238E27FC236}">
                <a16:creationId xmlns:a16="http://schemas.microsoft.com/office/drawing/2014/main" id="{E2EDCD97-4B44-62C8-5454-71BC228765F5}"/>
              </a:ext>
            </a:extLst>
          </p:cNvPr>
          <p:cNvSpPr>
            <a:spLocks noGrp="1"/>
          </p:cNvSpPr>
          <p:nvPr>
            <p:ph type="title"/>
          </p:nvPr>
        </p:nvSpPr>
        <p:spPr/>
        <p:txBody>
          <a:bodyPr/>
          <a:lstStyle/>
          <a:p>
            <a:r>
              <a:rPr lang="en-US" dirty="0"/>
              <a:t>Data publishing</a:t>
            </a:r>
            <a:endParaRPr lang="nl-NL" dirty="0"/>
          </a:p>
        </p:txBody>
      </p:sp>
      <p:sp>
        <p:nvSpPr>
          <p:cNvPr id="4" name="Tijdelijke aanduiding voor tekst 3">
            <a:extLst>
              <a:ext uri="{FF2B5EF4-FFF2-40B4-BE49-F238E27FC236}">
                <a16:creationId xmlns:a16="http://schemas.microsoft.com/office/drawing/2014/main" id="{AB4600FD-64DF-6F8E-E76E-30F09CF6BF1D}"/>
              </a:ext>
            </a:extLst>
          </p:cNvPr>
          <p:cNvSpPr>
            <a:spLocks noGrp="1"/>
          </p:cNvSpPr>
          <p:nvPr>
            <p:ph type="body" sz="quarter" idx="1002"/>
          </p:nvPr>
        </p:nvSpPr>
        <p:spPr/>
        <p:txBody>
          <a:bodyPr/>
          <a:lstStyle/>
          <a:p>
            <a:endParaRPr lang="nl-NL"/>
          </a:p>
        </p:txBody>
      </p:sp>
      <p:sp>
        <p:nvSpPr>
          <p:cNvPr id="5" name="Tijdelijke aanduiding voor tekst 1">
            <a:extLst>
              <a:ext uri="{FF2B5EF4-FFF2-40B4-BE49-F238E27FC236}">
                <a16:creationId xmlns:a16="http://schemas.microsoft.com/office/drawing/2014/main" id="{F9064B70-9CD7-302E-9BCD-7F7851D18901}"/>
              </a:ext>
            </a:extLst>
          </p:cNvPr>
          <p:cNvSpPr txBox="1">
            <a:spLocks/>
          </p:cNvSpPr>
          <p:nvPr/>
        </p:nvSpPr>
        <p:spPr bwMode="gray">
          <a:xfrm>
            <a:off x="1502993" y="2020091"/>
            <a:ext cx="1512546" cy="48978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latin typeface="Pacifico" panose="00000500000000000000" pitchFamily="2" charset="0"/>
              </a:rPr>
              <a:t>What?</a:t>
            </a:r>
            <a:endParaRPr lang="nl-NL" sz="3200" dirty="0">
              <a:latin typeface="Pacifico" panose="00000500000000000000" pitchFamily="2" charset="0"/>
            </a:endParaRPr>
          </a:p>
        </p:txBody>
      </p:sp>
      <p:sp>
        <p:nvSpPr>
          <p:cNvPr id="6" name="Tijdelijke aanduiding voor tekst 1">
            <a:extLst>
              <a:ext uri="{FF2B5EF4-FFF2-40B4-BE49-F238E27FC236}">
                <a16:creationId xmlns:a16="http://schemas.microsoft.com/office/drawing/2014/main" id="{EE637E96-28FC-7E2D-1EE8-BD618972CC78}"/>
              </a:ext>
            </a:extLst>
          </p:cNvPr>
          <p:cNvSpPr txBox="1">
            <a:spLocks/>
          </p:cNvSpPr>
          <p:nvPr/>
        </p:nvSpPr>
        <p:spPr bwMode="gray">
          <a:xfrm>
            <a:off x="1502993" y="3317299"/>
            <a:ext cx="1512546" cy="48978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latin typeface="Pacifico" panose="00000500000000000000" pitchFamily="2" charset="0"/>
              </a:rPr>
              <a:t>Where?</a:t>
            </a:r>
            <a:endParaRPr lang="nl-NL" sz="3200" dirty="0">
              <a:latin typeface="Pacifico" panose="00000500000000000000" pitchFamily="2" charset="0"/>
            </a:endParaRPr>
          </a:p>
        </p:txBody>
      </p:sp>
      <p:sp>
        <p:nvSpPr>
          <p:cNvPr id="7" name="Tijdelijke aanduiding voor tekst 1">
            <a:extLst>
              <a:ext uri="{FF2B5EF4-FFF2-40B4-BE49-F238E27FC236}">
                <a16:creationId xmlns:a16="http://schemas.microsoft.com/office/drawing/2014/main" id="{B4B29D6B-4540-7F4D-2A52-F31B616362DE}"/>
              </a:ext>
            </a:extLst>
          </p:cNvPr>
          <p:cNvSpPr txBox="1">
            <a:spLocks/>
          </p:cNvSpPr>
          <p:nvPr/>
        </p:nvSpPr>
        <p:spPr bwMode="gray">
          <a:xfrm>
            <a:off x="1502993" y="4614507"/>
            <a:ext cx="1512546" cy="48978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latin typeface="Pacifico" panose="00000500000000000000" pitchFamily="2" charset="0"/>
              </a:rPr>
              <a:t>When?</a:t>
            </a:r>
            <a:endParaRPr lang="nl-NL" sz="3200" dirty="0">
              <a:latin typeface="Pacifico" panose="00000500000000000000" pitchFamily="2" charset="0"/>
            </a:endParaRPr>
          </a:p>
        </p:txBody>
      </p:sp>
      <p:sp>
        <p:nvSpPr>
          <p:cNvPr id="8" name="Tijdelijke aanduiding voor tekst 1">
            <a:extLst>
              <a:ext uri="{FF2B5EF4-FFF2-40B4-BE49-F238E27FC236}">
                <a16:creationId xmlns:a16="http://schemas.microsoft.com/office/drawing/2014/main" id="{D8004CB0-F98D-B65E-59F8-013F34F28947}"/>
              </a:ext>
            </a:extLst>
          </p:cNvPr>
          <p:cNvSpPr txBox="1">
            <a:spLocks/>
          </p:cNvSpPr>
          <p:nvPr/>
        </p:nvSpPr>
        <p:spPr bwMode="gray">
          <a:xfrm>
            <a:off x="4336378" y="2999755"/>
            <a:ext cx="6566691" cy="99912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342900" lvl="0" indent="-342900">
              <a:buFont typeface="Wingdings" panose="05000000000000000000" pitchFamily="2" charset="2"/>
              <a:buChar char="v"/>
            </a:pPr>
            <a:r>
              <a:rPr lang="en-US" sz="2000" dirty="0"/>
              <a:t>Policies of funders, universities, publishers</a:t>
            </a:r>
          </a:p>
          <a:p>
            <a:pPr marL="342900" lvl="0" indent="-342900">
              <a:buFont typeface="Wingdings" panose="05000000000000000000" pitchFamily="2" charset="2"/>
              <a:buChar char="v"/>
            </a:pPr>
            <a:r>
              <a:rPr lang="en-US" sz="2000" dirty="0"/>
              <a:t>Trusted, high-quality repositories </a:t>
            </a:r>
          </a:p>
          <a:p>
            <a:pPr marL="342900" lvl="0" indent="-342900">
              <a:buFont typeface="Wingdings" panose="05000000000000000000" pitchFamily="2" charset="2"/>
              <a:buChar char="v"/>
            </a:pPr>
            <a:r>
              <a:rPr lang="en-US" sz="2000" dirty="0"/>
              <a:t>As open as possible, as closed as necessary</a:t>
            </a:r>
            <a:endParaRPr lang="nl-NL" sz="2000" dirty="0"/>
          </a:p>
        </p:txBody>
      </p:sp>
      <p:sp>
        <p:nvSpPr>
          <p:cNvPr id="9" name="Tijdelijke aanduiding voor tekst 1">
            <a:extLst>
              <a:ext uri="{FF2B5EF4-FFF2-40B4-BE49-F238E27FC236}">
                <a16:creationId xmlns:a16="http://schemas.microsoft.com/office/drawing/2014/main" id="{A1535C53-2BF1-EEBA-A78F-1303771383D1}"/>
              </a:ext>
            </a:extLst>
          </p:cNvPr>
          <p:cNvSpPr txBox="1">
            <a:spLocks/>
          </p:cNvSpPr>
          <p:nvPr/>
        </p:nvSpPr>
        <p:spPr bwMode="gray">
          <a:xfrm>
            <a:off x="4336378" y="1894339"/>
            <a:ext cx="6566691"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342900" lvl="0" indent="-342900">
              <a:buFont typeface="Wingdings" panose="05000000000000000000" pitchFamily="2" charset="2"/>
              <a:buChar char="v"/>
            </a:pPr>
            <a:r>
              <a:rPr lang="en-US" sz="2000" dirty="0"/>
              <a:t>Selecting the data</a:t>
            </a:r>
          </a:p>
          <a:p>
            <a:pPr marL="342900" lvl="0" indent="-342900">
              <a:buFont typeface="Wingdings" panose="05000000000000000000" pitchFamily="2" charset="2"/>
              <a:buChar char="v"/>
            </a:pPr>
            <a:r>
              <a:rPr lang="en-US" sz="2000" dirty="0"/>
              <a:t>Explain why data cannot be published</a:t>
            </a:r>
            <a:endParaRPr lang="nl-NL" sz="2000" dirty="0"/>
          </a:p>
        </p:txBody>
      </p:sp>
      <p:sp>
        <p:nvSpPr>
          <p:cNvPr id="10" name="Tijdelijke aanduiding voor tekst 1">
            <a:extLst>
              <a:ext uri="{FF2B5EF4-FFF2-40B4-BE49-F238E27FC236}">
                <a16:creationId xmlns:a16="http://schemas.microsoft.com/office/drawing/2014/main" id="{2B70A273-C98D-0A4D-58B7-21B40E69DD85}"/>
              </a:ext>
            </a:extLst>
          </p:cNvPr>
          <p:cNvSpPr txBox="1">
            <a:spLocks/>
          </p:cNvSpPr>
          <p:nvPr/>
        </p:nvSpPr>
        <p:spPr bwMode="gray">
          <a:xfrm>
            <a:off x="4336378" y="4475967"/>
            <a:ext cx="4907830"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342900" lvl="0" indent="-342900">
              <a:buFont typeface="Wingdings" panose="05000000000000000000" pitchFamily="2" charset="2"/>
              <a:buChar char="v"/>
            </a:pPr>
            <a:r>
              <a:rPr lang="en-US" sz="2000" dirty="0"/>
              <a:t>Phase of the research project</a:t>
            </a:r>
          </a:p>
          <a:p>
            <a:pPr marL="342900" lvl="0" indent="-342900">
              <a:buFont typeface="Wingdings" panose="05000000000000000000" pitchFamily="2" charset="2"/>
              <a:buChar char="v"/>
            </a:pPr>
            <a:r>
              <a:rPr lang="en-US" sz="2000" dirty="0"/>
              <a:t>As soon as possible or embargo</a:t>
            </a:r>
            <a:endParaRPr lang="nl-NL" sz="2000" dirty="0"/>
          </a:p>
        </p:txBody>
      </p:sp>
      <p:sp>
        <p:nvSpPr>
          <p:cNvPr id="11" name="Tijdelijke aanduiding voor tekst 1">
            <a:extLst>
              <a:ext uri="{FF2B5EF4-FFF2-40B4-BE49-F238E27FC236}">
                <a16:creationId xmlns:a16="http://schemas.microsoft.com/office/drawing/2014/main" id="{74D7965D-57BC-162C-1505-0D14D6281BD1}"/>
              </a:ext>
            </a:extLst>
          </p:cNvPr>
          <p:cNvSpPr txBox="1">
            <a:spLocks/>
          </p:cNvSpPr>
          <p:nvPr/>
        </p:nvSpPr>
        <p:spPr bwMode="gray">
          <a:xfrm>
            <a:off x="4336378" y="5581383"/>
            <a:ext cx="4431842" cy="1026468"/>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342900" lvl="0" indent="-342900">
              <a:buFont typeface="Wingdings" panose="05000000000000000000" pitchFamily="2" charset="2"/>
              <a:buChar char="v"/>
            </a:pPr>
            <a:r>
              <a:rPr lang="en-US" sz="2000" dirty="0"/>
              <a:t>Access level</a:t>
            </a:r>
          </a:p>
          <a:p>
            <a:pPr marL="342900" lvl="0" indent="-342900">
              <a:buFont typeface="Wingdings" panose="05000000000000000000" pitchFamily="2" charset="2"/>
              <a:buChar char="v"/>
            </a:pPr>
            <a:r>
              <a:rPr lang="nl-NL" sz="2000" dirty="0"/>
              <a:t>Data </a:t>
            </a:r>
            <a:r>
              <a:rPr lang="nl-NL" sz="2000" dirty="0" err="1"/>
              <a:t>license</a:t>
            </a:r>
            <a:endParaRPr lang="nl-NL" sz="2000" dirty="0"/>
          </a:p>
          <a:p>
            <a:pPr marL="342900" lvl="0" indent="-342900">
              <a:buFont typeface="Wingdings" panose="05000000000000000000" pitchFamily="2" charset="2"/>
              <a:buChar char="v"/>
            </a:pPr>
            <a:r>
              <a:rPr lang="nl-NL" sz="2000" dirty="0"/>
              <a:t>Formats and </a:t>
            </a:r>
            <a:r>
              <a:rPr lang="nl-NL" sz="2000" dirty="0" err="1"/>
              <a:t>standards</a:t>
            </a:r>
            <a:endParaRPr lang="nl-NL" sz="2000" dirty="0"/>
          </a:p>
        </p:txBody>
      </p:sp>
    </p:spTree>
    <p:extLst>
      <p:ext uri="{BB962C8B-B14F-4D97-AF65-F5344CB8AC3E}">
        <p14:creationId xmlns:p14="http://schemas.microsoft.com/office/powerpoint/2010/main" val="136723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animEffect transition="in" filter="fade">
                                      <p:cBhvr>
                                        <p:cTn id="31" dur="500"/>
                                        <p:tgtEl>
                                          <p:spTgt spid="2">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P spid="7" grpId="0"/>
      <p:bldP spid="8" grpId="0"/>
      <p:bldP spid="9" grpId="0"/>
      <p:bldP spid="10"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2EDCD97-4B44-62C8-5454-71BC228765F5}"/>
              </a:ext>
            </a:extLst>
          </p:cNvPr>
          <p:cNvSpPr>
            <a:spLocks noGrp="1"/>
          </p:cNvSpPr>
          <p:nvPr>
            <p:ph type="title"/>
          </p:nvPr>
        </p:nvSpPr>
        <p:spPr/>
        <p:txBody>
          <a:bodyPr/>
          <a:lstStyle/>
          <a:p>
            <a:r>
              <a:rPr lang="en-US" dirty="0"/>
              <a:t>FAIR archiving</a:t>
            </a:r>
            <a:endParaRPr lang="nl-NL" dirty="0"/>
          </a:p>
        </p:txBody>
      </p:sp>
      <p:sp>
        <p:nvSpPr>
          <p:cNvPr id="4" name="Tijdelijke aanduiding voor tekst 3">
            <a:extLst>
              <a:ext uri="{FF2B5EF4-FFF2-40B4-BE49-F238E27FC236}">
                <a16:creationId xmlns:a16="http://schemas.microsoft.com/office/drawing/2014/main" id="{AB4600FD-64DF-6F8E-E76E-30F09CF6BF1D}"/>
              </a:ext>
            </a:extLst>
          </p:cNvPr>
          <p:cNvSpPr>
            <a:spLocks noGrp="1"/>
          </p:cNvSpPr>
          <p:nvPr>
            <p:ph type="body" sz="quarter" idx="1002"/>
          </p:nvPr>
        </p:nvSpPr>
        <p:spPr/>
        <p:txBody>
          <a:bodyPr/>
          <a:lstStyle/>
          <a:p>
            <a:endParaRPr lang="nl-NL"/>
          </a:p>
        </p:txBody>
      </p:sp>
      <p:sp>
        <p:nvSpPr>
          <p:cNvPr id="14" name="Rechthoek: afgeronde hoeken 13">
            <a:extLst>
              <a:ext uri="{FF2B5EF4-FFF2-40B4-BE49-F238E27FC236}">
                <a16:creationId xmlns:a16="http://schemas.microsoft.com/office/drawing/2014/main" id="{1363A7E3-7377-EA9A-8F55-CCDFBDE4BDE9}"/>
              </a:ext>
            </a:extLst>
          </p:cNvPr>
          <p:cNvSpPr/>
          <p:nvPr/>
        </p:nvSpPr>
        <p:spPr>
          <a:xfrm>
            <a:off x="2090350" y="3131128"/>
            <a:ext cx="8606444" cy="2621280"/>
          </a:xfrm>
          <a:prstGeom prst="round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nl-NL" dirty="0"/>
          </a:p>
        </p:txBody>
      </p:sp>
      <p:sp>
        <p:nvSpPr>
          <p:cNvPr id="15" name="Rechthoek: afgeronde hoeken 14">
            <a:extLst>
              <a:ext uri="{FF2B5EF4-FFF2-40B4-BE49-F238E27FC236}">
                <a16:creationId xmlns:a16="http://schemas.microsoft.com/office/drawing/2014/main" id="{11034557-214D-BE95-4428-12C6E5C1EBD6}"/>
              </a:ext>
            </a:extLst>
          </p:cNvPr>
          <p:cNvSpPr/>
          <p:nvPr/>
        </p:nvSpPr>
        <p:spPr>
          <a:xfrm>
            <a:off x="2508756" y="3394364"/>
            <a:ext cx="3042217" cy="495993"/>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latin typeface="+mj-lt"/>
              </a:rPr>
              <a:t>Persistent identifier</a:t>
            </a:r>
            <a:endParaRPr lang="nl-NL" b="1" dirty="0">
              <a:latin typeface="+mj-lt"/>
            </a:endParaRPr>
          </a:p>
        </p:txBody>
      </p:sp>
      <p:sp>
        <p:nvSpPr>
          <p:cNvPr id="16" name="Rechthoek: afgeronde hoeken 15">
            <a:extLst>
              <a:ext uri="{FF2B5EF4-FFF2-40B4-BE49-F238E27FC236}">
                <a16:creationId xmlns:a16="http://schemas.microsoft.com/office/drawing/2014/main" id="{C25DA1EC-23FE-D664-E1B4-D80D7FFAA1FF}"/>
              </a:ext>
            </a:extLst>
          </p:cNvPr>
          <p:cNvSpPr/>
          <p:nvPr/>
        </p:nvSpPr>
        <p:spPr>
          <a:xfrm>
            <a:off x="2508755" y="4153593"/>
            <a:ext cx="3042217" cy="495993"/>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latin typeface="+mj-lt"/>
              </a:rPr>
              <a:t>Metadata</a:t>
            </a:r>
            <a:endParaRPr lang="nl-NL" b="1" dirty="0">
              <a:latin typeface="+mj-lt"/>
            </a:endParaRPr>
          </a:p>
        </p:txBody>
      </p:sp>
      <p:sp>
        <p:nvSpPr>
          <p:cNvPr id="17" name="Rechthoek: afgeronde hoeken 16">
            <a:extLst>
              <a:ext uri="{FF2B5EF4-FFF2-40B4-BE49-F238E27FC236}">
                <a16:creationId xmlns:a16="http://schemas.microsoft.com/office/drawing/2014/main" id="{7FC2B86B-1AF9-6541-0CE2-0F8BC0289568}"/>
              </a:ext>
            </a:extLst>
          </p:cNvPr>
          <p:cNvSpPr/>
          <p:nvPr/>
        </p:nvSpPr>
        <p:spPr>
          <a:xfrm>
            <a:off x="2508754" y="4914207"/>
            <a:ext cx="3042217" cy="495993"/>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latin typeface="+mj-lt"/>
              </a:rPr>
              <a:t>Provenance</a:t>
            </a:r>
            <a:endParaRPr lang="nl-NL" b="1" dirty="0">
              <a:latin typeface="+mj-lt"/>
            </a:endParaRPr>
          </a:p>
        </p:txBody>
      </p:sp>
      <p:sp>
        <p:nvSpPr>
          <p:cNvPr id="18" name="Rechthoek: afgeronde hoeken 17">
            <a:extLst>
              <a:ext uri="{FF2B5EF4-FFF2-40B4-BE49-F238E27FC236}">
                <a16:creationId xmlns:a16="http://schemas.microsoft.com/office/drawing/2014/main" id="{8B8FE9A8-04D7-7E50-EC21-22DE14CCA493}"/>
              </a:ext>
            </a:extLst>
          </p:cNvPr>
          <p:cNvSpPr/>
          <p:nvPr/>
        </p:nvSpPr>
        <p:spPr>
          <a:xfrm>
            <a:off x="5969379" y="3394364"/>
            <a:ext cx="4352859" cy="2015836"/>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latin typeface="+mj-lt"/>
              </a:rPr>
              <a:t>Research data</a:t>
            </a:r>
            <a:endParaRPr lang="nl-NL" b="1" dirty="0">
              <a:latin typeface="+mj-lt"/>
            </a:endParaRPr>
          </a:p>
        </p:txBody>
      </p:sp>
      <p:sp>
        <p:nvSpPr>
          <p:cNvPr id="21" name="Tijdelijke aanduiding voor tekst 1">
            <a:extLst>
              <a:ext uri="{FF2B5EF4-FFF2-40B4-BE49-F238E27FC236}">
                <a16:creationId xmlns:a16="http://schemas.microsoft.com/office/drawing/2014/main" id="{7E1AE806-11DF-851D-B948-7F208528FC0D}"/>
              </a:ext>
            </a:extLst>
          </p:cNvPr>
          <p:cNvSpPr txBox="1">
            <a:spLocks/>
          </p:cNvSpPr>
          <p:nvPr/>
        </p:nvSpPr>
        <p:spPr bwMode="gray">
          <a:xfrm>
            <a:off x="4480466" y="2348053"/>
            <a:ext cx="3527462" cy="32931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Totally UNFAIR</a:t>
            </a:r>
            <a:endParaRPr lang="nl-NL" sz="3200" dirty="0"/>
          </a:p>
        </p:txBody>
      </p:sp>
      <p:sp>
        <p:nvSpPr>
          <p:cNvPr id="22" name="Tijdelijke aanduiding voor tekst 1">
            <a:extLst>
              <a:ext uri="{FF2B5EF4-FFF2-40B4-BE49-F238E27FC236}">
                <a16:creationId xmlns:a16="http://schemas.microsoft.com/office/drawing/2014/main" id="{AEFC42A3-5383-37FD-014B-62C7763E2EF5}"/>
              </a:ext>
            </a:extLst>
          </p:cNvPr>
          <p:cNvSpPr txBox="1">
            <a:spLocks/>
          </p:cNvSpPr>
          <p:nvPr/>
        </p:nvSpPr>
        <p:spPr bwMode="gray">
          <a:xfrm>
            <a:off x="3973388" y="2344563"/>
            <a:ext cx="4333797" cy="32931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Findable for humans</a:t>
            </a:r>
            <a:endParaRPr lang="nl-NL" sz="3200" dirty="0"/>
          </a:p>
        </p:txBody>
      </p:sp>
      <p:sp>
        <p:nvSpPr>
          <p:cNvPr id="23" name="Tijdelijke aanduiding voor tekst 1">
            <a:extLst>
              <a:ext uri="{FF2B5EF4-FFF2-40B4-BE49-F238E27FC236}">
                <a16:creationId xmlns:a16="http://schemas.microsoft.com/office/drawing/2014/main" id="{15A871B3-A694-2422-26BD-3561CB85B5FB}"/>
              </a:ext>
            </a:extLst>
          </p:cNvPr>
          <p:cNvSpPr txBox="1">
            <a:spLocks/>
          </p:cNvSpPr>
          <p:nvPr/>
        </p:nvSpPr>
        <p:spPr bwMode="gray">
          <a:xfrm>
            <a:off x="3973388" y="2370514"/>
            <a:ext cx="4333797" cy="32931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FAIR metadata</a:t>
            </a:r>
            <a:endParaRPr lang="nl-NL" sz="3200" dirty="0"/>
          </a:p>
        </p:txBody>
      </p:sp>
      <p:sp>
        <p:nvSpPr>
          <p:cNvPr id="24" name="Tijdelijke aanduiding voor tekst 1">
            <a:extLst>
              <a:ext uri="{FF2B5EF4-FFF2-40B4-BE49-F238E27FC236}">
                <a16:creationId xmlns:a16="http://schemas.microsoft.com/office/drawing/2014/main" id="{B182AF52-0B8B-FECC-80D1-1DEC73F74D0B}"/>
              </a:ext>
            </a:extLst>
          </p:cNvPr>
          <p:cNvSpPr txBox="1">
            <a:spLocks/>
          </p:cNvSpPr>
          <p:nvPr/>
        </p:nvSpPr>
        <p:spPr bwMode="gray">
          <a:xfrm>
            <a:off x="3973388" y="2363788"/>
            <a:ext cx="6799811" cy="32931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FAIR data with restricted access</a:t>
            </a:r>
            <a:endParaRPr lang="nl-NL" sz="3200" dirty="0"/>
          </a:p>
        </p:txBody>
      </p:sp>
      <p:sp>
        <p:nvSpPr>
          <p:cNvPr id="25" name="Tijdelijke aanduiding voor tekst 1">
            <a:extLst>
              <a:ext uri="{FF2B5EF4-FFF2-40B4-BE49-F238E27FC236}">
                <a16:creationId xmlns:a16="http://schemas.microsoft.com/office/drawing/2014/main" id="{6A7ED1C9-3DF6-D00F-31A3-CBBB59FEABE5}"/>
              </a:ext>
            </a:extLst>
          </p:cNvPr>
          <p:cNvSpPr txBox="1">
            <a:spLocks/>
          </p:cNvSpPr>
          <p:nvPr/>
        </p:nvSpPr>
        <p:spPr bwMode="gray">
          <a:xfrm>
            <a:off x="3973388" y="2367278"/>
            <a:ext cx="6799811" cy="32931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t>FAIR data with open access</a:t>
            </a:r>
            <a:endParaRPr lang="nl-NL" sz="3200" dirty="0"/>
          </a:p>
        </p:txBody>
      </p:sp>
    </p:spTree>
    <p:extLst>
      <p:ext uri="{BB962C8B-B14F-4D97-AF65-F5344CB8AC3E}">
        <p14:creationId xmlns:p14="http://schemas.microsoft.com/office/powerpoint/2010/main" val="353496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mph" presetSubtype="2" fill="hold" nodeType="clickEffect">
                                  <p:stCondLst>
                                    <p:cond delay="0"/>
                                  </p:stCondLst>
                                  <p:childTnLst>
                                    <p:animClr clrSpc="rgb" dir="cw">
                                      <p:cBhvr>
                                        <p:cTn id="11" dur="2000" fill="hold"/>
                                        <p:tgtEl>
                                          <p:spTgt spid="15"/>
                                        </p:tgtEl>
                                        <p:attrNameLst>
                                          <p:attrName>fillcolor</p:attrName>
                                        </p:attrNameLst>
                                      </p:cBhvr>
                                      <p:to>
                                        <a:srgbClr val="00B050"/>
                                      </p:to>
                                    </p:animClr>
                                    <p:set>
                                      <p:cBhvr>
                                        <p:cTn id="12" dur="2000" fill="hold"/>
                                        <p:tgtEl>
                                          <p:spTgt spid="15"/>
                                        </p:tgtEl>
                                        <p:attrNameLst>
                                          <p:attrName>fill.type</p:attrName>
                                        </p:attrNameLst>
                                      </p:cBhvr>
                                      <p:to>
                                        <p:strVal val="solid"/>
                                      </p:to>
                                    </p:set>
                                    <p:set>
                                      <p:cBhvr>
                                        <p:cTn id="13" dur="2000" fill="hold"/>
                                        <p:tgtEl>
                                          <p:spTgt spid="15"/>
                                        </p:tgtEl>
                                        <p:attrNameLst>
                                          <p:attrName>fill.on</p:attrName>
                                        </p:attrNameLst>
                                      </p:cBhvr>
                                      <p:to>
                                        <p:strVal val="true"/>
                                      </p:to>
                                    </p:set>
                                  </p:childTnLst>
                                </p:cTn>
                              </p:par>
                              <p:par>
                                <p:cTn id="14" presetID="10" presetClass="exit" presetSubtype="0" fill="hold" grpId="1" nodeType="withEffect">
                                  <p:stCondLst>
                                    <p:cond delay="0"/>
                                  </p:stCondLst>
                                  <p:childTnLst>
                                    <p:animEffect transition="out" filter="fade">
                                      <p:cBhvr>
                                        <p:cTn id="15" dur="500"/>
                                        <p:tgtEl>
                                          <p:spTgt spid="21"/>
                                        </p:tgtEl>
                                      </p:cBhvr>
                                    </p:animEffect>
                                    <p:set>
                                      <p:cBhvr>
                                        <p:cTn id="16" dur="1" fill="hold">
                                          <p:stCondLst>
                                            <p:cond delay="499"/>
                                          </p:stCondLst>
                                        </p:cTn>
                                        <p:tgtEl>
                                          <p:spTgt spid="21"/>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1" nodeType="clickEffect">
                                  <p:stCondLst>
                                    <p:cond delay="0"/>
                                  </p:stCondLst>
                                  <p:childTnLst>
                                    <p:animEffect transition="out" filter="fade">
                                      <p:cBhvr>
                                        <p:cTn id="23" dur="500"/>
                                        <p:tgtEl>
                                          <p:spTgt spid="22"/>
                                        </p:tgtEl>
                                      </p:cBhvr>
                                    </p:animEffect>
                                    <p:set>
                                      <p:cBhvr>
                                        <p:cTn id="24" dur="1" fill="hold">
                                          <p:stCondLst>
                                            <p:cond delay="499"/>
                                          </p:stCondLst>
                                        </p:cTn>
                                        <p:tgtEl>
                                          <p:spTgt spid="22"/>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 presetClass="emph" presetSubtype="2" fill="hold" nodeType="withEffect">
                                  <p:stCondLst>
                                    <p:cond delay="0"/>
                                  </p:stCondLst>
                                  <p:childTnLst>
                                    <p:animClr clrSpc="rgb" dir="cw">
                                      <p:cBhvr>
                                        <p:cTn id="29" dur="2000" fill="hold"/>
                                        <p:tgtEl>
                                          <p:spTgt spid="16"/>
                                        </p:tgtEl>
                                        <p:attrNameLst>
                                          <p:attrName>fillcolor</p:attrName>
                                        </p:attrNameLst>
                                      </p:cBhvr>
                                      <p:to>
                                        <a:srgbClr val="00B050"/>
                                      </p:to>
                                    </p:animClr>
                                    <p:set>
                                      <p:cBhvr>
                                        <p:cTn id="30" dur="2000" fill="hold"/>
                                        <p:tgtEl>
                                          <p:spTgt spid="16"/>
                                        </p:tgtEl>
                                        <p:attrNameLst>
                                          <p:attrName>fill.type</p:attrName>
                                        </p:attrNameLst>
                                      </p:cBhvr>
                                      <p:to>
                                        <p:strVal val="solid"/>
                                      </p:to>
                                    </p:set>
                                    <p:set>
                                      <p:cBhvr>
                                        <p:cTn id="31" dur="2000" fill="hold"/>
                                        <p:tgtEl>
                                          <p:spTgt spid="16"/>
                                        </p:tgtEl>
                                        <p:attrNameLst>
                                          <p:attrName>fill.on</p:attrName>
                                        </p:attrNameLst>
                                      </p:cBhvr>
                                      <p:to>
                                        <p:strVal val="true"/>
                                      </p:to>
                                    </p:set>
                                  </p:childTnLst>
                                </p:cTn>
                              </p:par>
                              <p:par>
                                <p:cTn id="32" presetID="1" presetClass="emph" presetSubtype="2" fill="hold" nodeType="withEffect">
                                  <p:stCondLst>
                                    <p:cond delay="0"/>
                                  </p:stCondLst>
                                  <p:childTnLst>
                                    <p:animClr clrSpc="rgb" dir="cw">
                                      <p:cBhvr>
                                        <p:cTn id="33" dur="2000" fill="hold"/>
                                        <p:tgtEl>
                                          <p:spTgt spid="17"/>
                                        </p:tgtEl>
                                        <p:attrNameLst>
                                          <p:attrName>fillcolor</p:attrName>
                                        </p:attrNameLst>
                                      </p:cBhvr>
                                      <p:to>
                                        <a:srgbClr val="00B050"/>
                                      </p:to>
                                    </p:animClr>
                                    <p:set>
                                      <p:cBhvr>
                                        <p:cTn id="34" dur="2000" fill="hold"/>
                                        <p:tgtEl>
                                          <p:spTgt spid="17"/>
                                        </p:tgtEl>
                                        <p:attrNameLst>
                                          <p:attrName>fill.type</p:attrName>
                                        </p:attrNameLst>
                                      </p:cBhvr>
                                      <p:to>
                                        <p:strVal val="solid"/>
                                      </p:to>
                                    </p:set>
                                    <p:set>
                                      <p:cBhvr>
                                        <p:cTn id="35" dur="2000" fill="hold"/>
                                        <p:tgtEl>
                                          <p:spTgt spid="17"/>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500"/>
                                        <p:tgtEl>
                                          <p:spTgt spid="23"/>
                                        </p:tgtEl>
                                      </p:cBhvr>
                                    </p:animEffect>
                                    <p:set>
                                      <p:cBhvr>
                                        <p:cTn id="40" dur="1" fill="hold">
                                          <p:stCondLst>
                                            <p:cond delay="499"/>
                                          </p:stCondLst>
                                        </p:cTn>
                                        <p:tgtEl>
                                          <p:spTgt spid="23"/>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 presetClass="emph" presetSubtype="2" fill="hold" nodeType="withEffect">
                                  <p:stCondLst>
                                    <p:cond delay="0"/>
                                  </p:stCondLst>
                                  <p:childTnLst>
                                    <p:animClr clrSpc="rgb" dir="cw">
                                      <p:cBhvr>
                                        <p:cTn id="45" dur="2000" fill="hold"/>
                                        <p:tgtEl>
                                          <p:spTgt spid="18"/>
                                        </p:tgtEl>
                                        <p:attrNameLst>
                                          <p:attrName>fillcolor</p:attrName>
                                        </p:attrNameLst>
                                      </p:cBhvr>
                                      <p:to>
                                        <a:schemeClr val="accent2"/>
                                      </p:to>
                                    </p:animClr>
                                    <p:set>
                                      <p:cBhvr>
                                        <p:cTn id="46" dur="2000" fill="hold"/>
                                        <p:tgtEl>
                                          <p:spTgt spid="18"/>
                                        </p:tgtEl>
                                        <p:attrNameLst>
                                          <p:attrName>fill.type</p:attrName>
                                        </p:attrNameLst>
                                      </p:cBhvr>
                                      <p:to>
                                        <p:strVal val="solid"/>
                                      </p:to>
                                    </p:set>
                                    <p:set>
                                      <p:cBhvr>
                                        <p:cTn id="47" dur="2000" fill="hold"/>
                                        <p:tgtEl>
                                          <p:spTgt spid="18"/>
                                        </p:tgtEl>
                                        <p:attrNameLst>
                                          <p:attrName>fill.on</p:attrName>
                                        </p:attrNameLst>
                                      </p:cBhvr>
                                      <p:to>
                                        <p:strVal val="true"/>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24"/>
                                        </p:tgtEl>
                                      </p:cBhvr>
                                    </p:animEffect>
                                    <p:set>
                                      <p:cBhvr>
                                        <p:cTn id="52" dur="1" fill="hold">
                                          <p:stCondLst>
                                            <p:cond delay="499"/>
                                          </p:stCondLst>
                                        </p:cTn>
                                        <p:tgtEl>
                                          <p:spTgt spid="24"/>
                                        </p:tgtEl>
                                        <p:attrNameLst>
                                          <p:attrName>style.visibility</p:attrName>
                                        </p:attrNameLst>
                                      </p:cBhvr>
                                      <p:to>
                                        <p:strVal val="hidden"/>
                                      </p:to>
                                    </p:se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6" presetID="1" presetClass="emph" presetSubtype="2" fill="hold" nodeType="withEffect">
                                  <p:stCondLst>
                                    <p:cond delay="0"/>
                                  </p:stCondLst>
                                  <p:childTnLst>
                                    <p:animClr clrSpc="rgb" dir="cw">
                                      <p:cBhvr>
                                        <p:cTn id="57" dur="2000" fill="hold"/>
                                        <p:tgtEl>
                                          <p:spTgt spid="18"/>
                                        </p:tgtEl>
                                        <p:attrNameLst>
                                          <p:attrName>fillcolor</p:attrName>
                                        </p:attrNameLst>
                                      </p:cBhvr>
                                      <p:to>
                                        <a:srgbClr val="00B050"/>
                                      </p:to>
                                    </p:animClr>
                                    <p:set>
                                      <p:cBhvr>
                                        <p:cTn id="58" dur="2000" fill="hold"/>
                                        <p:tgtEl>
                                          <p:spTgt spid="18"/>
                                        </p:tgtEl>
                                        <p:attrNameLst>
                                          <p:attrName>fill.type</p:attrName>
                                        </p:attrNameLst>
                                      </p:cBhvr>
                                      <p:to>
                                        <p:strVal val="solid"/>
                                      </p:to>
                                    </p:set>
                                    <p:set>
                                      <p:cBhvr>
                                        <p:cTn id="59" dur="2000" fill="hold"/>
                                        <p:tgtEl>
                                          <p:spTgt spid="1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2" grpId="0"/>
      <p:bldP spid="22" grpId="1"/>
      <p:bldP spid="23" grpId="0"/>
      <p:bldP spid="23" grpId="1"/>
      <p:bldP spid="24" grpId="0"/>
      <p:bldP spid="24" grpId="1"/>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 name="Rechte verbindingslijn met pijl 64">
            <a:extLst>
              <a:ext uri="{FF2B5EF4-FFF2-40B4-BE49-F238E27FC236}">
                <a16:creationId xmlns:a16="http://schemas.microsoft.com/office/drawing/2014/main" id="{56F90B36-80BD-9717-6B1E-E3C6C8D68AD1}"/>
              </a:ext>
            </a:extLst>
          </p:cNvPr>
          <p:cNvCxnSpPr>
            <a:cxnSpLocks/>
            <a:stCxn id="44" idx="4"/>
          </p:cNvCxnSpPr>
          <p:nvPr/>
        </p:nvCxnSpPr>
        <p:spPr>
          <a:xfrm>
            <a:off x="10489613" y="2893285"/>
            <a:ext cx="0" cy="17115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Rechte verbindingslijn met pijl 60">
            <a:extLst>
              <a:ext uri="{FF2B5EF4-FFF2-40B4-BE49-F238E27FC236}">
                <a16:creationId xmlns:a16="http://schemas.microsoft.com/office/drawing/2014/main" id="{0CA1DB18-E85F-8DE1-F201-B386D51A0A54}"/>
              </a:ext>
            </a:extLst>
          </p:cNvPr>
          <p:cNvCxnSpPr>
            <a:cxnSpLocks/>
            <a:stCxn id="41" idx="4"/>
            <a:endCxn id="62" idx="0"/>
          </p:cNvCxnSpPr>
          <p:nvPr/>
        </p:nvCxnSpPr>
        <p:spPr>
          <a:xfrm flipH="1">
            <a:off x="8025390" y="2908303"/>
            <a:ext cx="1" cy="26426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2" name="Rechte verbindingslijn met pijl 51">
            <a:extLst>
              <a:ext uri="{FF2B5EF4-FFF2-40B4-BE49-F238E27FC236}">
                <a16:creationId xmlns:a16="http://schemas.microsoft.com/office/drawing/2014/main" id="{156F54B4-B67F-DBE2-4703-7E46BDD1FEEE}"/>
              </a:ext>
            </a:extLst>
          </p:cNvPr>
          <p:cNvCxnSpPr>
            <a:cxnSpLocks/>
            <a:stCxn id="20" idx="4"/>
            <a:endCxn id="45" idx="0"/>
          </p:cNvCxnSpPr>
          <p:nvPr/>
        </p:nvCxnSpPr>
        <p:spPr>
          <a:xfrm flipH="1">
            <a:off x="3570588" y="2908303"/>
            <a:ext cx="1" cy="26426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6" name="Rechte verbindingslijn met pijl 55">
            <a:extLst>
              <a:ext uri="{FF2B5EF4-FFF2-40B4-BE49-F238E27FC236}">
                <a16:creationId xmlns:a16="http://schemas.microsoft.com/office/drawing/2014/main" id="{BD897C2B-FC6B-6139-439A-102C85261C51}"/>
              </a:ext>
            </a:extLst>
          </p:cNvPr>
          <p:cNvCxnSpPr>
            <a:cxnSpLocks/>
            <a:stCxn id="38" idx="4"/>
            <a:endCxn id="58" idx="0"/>
          </p:cNvCxnSpPr>
          <p:nvPr/>
        </p:nvCxnSpPr>
        <p:spPr>
          <a:xfrm>
            <a:off x="5797990" y="2908303"/>
            <a:ext cx="9911" cy="17980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Rechte verbindingslijn met pijl 50">
            <a:extLst>
              <a:ext uri="{FF2B5EF4-FFF2-40B4-BE49-F238E27FC236}">
                <a16:creationId xmlns:a16="http://schemas.microsoft.com/office/drawing/2014/main" id="{FFCAC4A2-F0F4-137E-7C62-5385569A86A1}"/>
              </a:ext>
            </a:extLst>
          </p:cNvPr>
          <p:cNvCxnSpPr>
            <a:stCxn id="7" idx="4"/>
            <a:endCxn id="10" idx="0"/>
          </p:cNvCxnSpPr>
          <p:nvPr/>
        </p:nvCxnSpPr>
        <p:spPr>
          <a:xfrm>
            <a:off x="1305865" y="2924944"/>
            <a:ext cx="6136" cy="178136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 name="Tijdelijke aanduiding voor tekst 1">
            <a:extLst>
              <a:ext uri="{FF2B5EF4-FFF2-40B4-BE49-F238E27FC236}">
                <a16:creationId xmlns:a16="http://schemas.microsoft.com/office/drawing/2014/main" id="{B1C88246-9E2C-47C9-E772-E85C07ADC79B}"/>
              </a:ext>
            </a:extLst>
          </p:cNvPr>
          <p:cNvSpPr>
            <a:spLocks noGrp="1"/>
          </p:cNvSpPr>
          <p:nvPr>
            <p:ph type="body" sz="quarter" idx="13"/>
          </p:nvPr>
        </p:nvSpPr>
        <p:spPr>
          <a:xfrm>
            <a:off x="446382" y="2160324"/>
            <a:ext cx="1731237" cy="288000"/>
          </a:xfrm>
        </p:spPr>
        <p:txBody>
          <a:bodyPr/>
          <a:lstStyle/>
          <a:p>
            <a:r>
              <a:rPr lang="en-US" sz="2000" dirty="0"/>
              <a:t>Open Access</a:t>
            </a:r>
            <a:endParaRPr lang="nl-NL" sz="2000" dirty="0"/>
          </a:p>
        </p:txBody>
      </p:sp>
      <p:sp>
        <p:nvSpPr>
          <p:cNvPr id="3" name="Titel 2">
            <a:extLst>
              <a:ext uri="{FF2B5EF4-FFF2-40B4-BE49-F238E27FC236}">
                <a16:creationId xmlns:a16="http://schemas.microsoft.com/office/drawing/2014/main" id="{92821B6D-EF9D-654A-845F-A5842778A737}"/>
              </a:ext>
            </a:extLst>
          </p:cNvPr>
          <p:cNvSpPr>
            <a:spLocks noGrp="1"/>
          </p:cNvSpPr>
          <p:nvPr>
            <p:ph type="title"/>
          </p:nvPr>
        </p:nvSpPr>
        <p:spPr/>
        <p:txBody>
          <a:bodyPr/>
          <a:lstStyle/>
          <a:p>
            <a:r>
              <a:rPr lang="en-US" dirty="0"/>
              <a:t>Access levels</a:t>
            </a:r>
            <a:endParaRPr lang="nl-NL" dirty="0"/>
          </a:p>
        </p:txBody>
      </p:sp>
      <p:sp>
        <p:nvSpPr>
          <p:cNvPr id="4" name="Tijdelijke aanduiding voor tekst 3">
            <a:extLst>
              <a:ext uri="{FF2B5EF4-FFF2-40B4-BE49-F238E27FC236}">
                <a16:creationId xmlns:a16="http://schemas.microsoft.com/office/drawing/2014/main" id="{AC09407E-4DD4-BF03-DC4C-FBC8BC7798DD}"/>
              </a:ext>
            </a:extLst>
          </p:cNvPr>
          <p:cNvSpPr>
            <a:spLocks noGrp="1"/>
          </p:cNvSpPr>
          <p:nvPr>
            <p:ph type="body" sz="quarter" idx="1002"/>
          </p:nvPr>
        </p:nvSpPr>
        <p:spPr/>
        <p:txBody>
          <a:bodyPr/>
          <a:lstStyle/>
          <a:p>
            <a:endParaRPr lang="nl-NL" dirty="0"/>
          </a:p>
        </p:txBody>
      </p:sp>
      <p:sp>
        <p:nvSpPr>
          <p:cNvPr id="5" name="Rechthoek 4">
            <a:extLst>
              <a:ext uri="{FF2B5EF4-FFF2-40B4-BE49-F238E27FC236}">
                <a16:creationId xmlns:a16="http://schemas.microsoft.com/office/drawing/2014/main" id="{381AD18A-E758-6F49-0C43-30E1B2ABC8F7}"/>
              </a:ext>
            </a:extLst>
          </p:cNvPr>
          <p:cNvSpPr/>
          <p:nvPr/>
        </p:nvSpPr>
        <p:spPr>
          <a:xfrm rot="16200000" flipV="1">
            <a:off x="5966063" y="-1322947"/>
            <a:ext cx="216024" cy="10440000"/>
          </a:xfrm>
          <a:prstGeom prst="rect">
            <a:avLst/>
          </a:prstGeom>
          <a:solidFill>
            <a:srgbClr val="730E0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Ovaal 6">
            <a:extLst>
              <a:ext uri="{FF2B5EF4-FFF2-40B4-BE49-F238E27FC236}">
                <a16:creationId xmlns:a16="http://schemas.microsoft.com/office/drawing/2014/main" id="{274F4FAB-4D8B-EA4D-C077-4386582518BE}"/>
              </a:ext>
            </a:extLst>
          </p:cNvPr>
          <p:cNvSpPr/>
          <p:nvPr/>
        </p:nvSpPr>
        <p:spPr>
          <a:xfrm>
            <a:off x="1156266" y="2625747"/>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3" name="Rechthoek: afgeronde hoeken 32">
            <a:extLst>
              <a:ext uri="{FF2B5EF4-FFF2-40B4-BE49-F238E27FC236}">
                <a16:creationId xmlns:a16="http://schemas.microsoft.com/office/drawing/2014/main" id="{359C86BF-AB62-BA48-4DCB-A5711D53D83C}"/>
              </a:ext>
            </a:extLst>
          </p:cNvPr>
          <p:cNvSpPr/>
          <p:nvPr/>
        </p:nvSpPr>
        <p:spPr>
          <a:xfrm>
            <a:off x="272927" y="3577855"/>
            <a:ext cx="1339366" cy="674635"/>
          </a:xfrm>
          <a:prstGeom prst="roundRect">
            <a:avLst/>
          </a:prstGeom>
          <a:solidFill>
            <a:srgbClr val="F15A5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mj-lt"/>
              </a:rPr>
              <a:t>As open as possible…</a:t>
            </a:r>
            <a:endParaRPr lang="nl-NL" sz="1400" dirty="0">
              <a:solidFill>
                <a:schemeClr val="bg1"/>
              </a:solidFill>
              <a:latin typeface="+mj-lt"/>
            </a:endParaRPr>
          </a:p>
        </p:txBody>
      </p:sp>
      <p:sp>
        <p:nvSpPr>
          <p:cNvPr id="35" name="Rechthoek: afgeronde hoeken 34">
            <a:extLst>
              <a:ext uri="{FF2B5EF4-FFF2-40B4-BE49-F238E27FC236}">
                <a16:creationId xmlns:a16="http://schemas.microsoft.com/office/drawing/2014/main" id="{6992026F-2BEA-2FF7-5A17-9E3A92E53917}"/>
              </a:ext>
            </a:extLst>
          </p:cNvPr>
          <p:cNvSpPr/>
          <p:nvPr/>
        </p:nvSpPr>
        <p:spPr>
          <a:xfrm>
            <a:off x="9849163" y="3471357"/>
            <a:ext cx="1657399" cy="674635"/>
          </a:xfrm>
          <a:prstGeom prst="roundRect">
            <a:avLst/>
          </a:prstGeom>
          <a:solidFill>
            <a:srgbClr val="F15A5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mj-lt"/>
              </a:rPr>
              <a:t>…. as closed as necessary</a:t>
            </a:r>
            <a:endParaRPr lang="nl-NL" sz="1400" dirty="0">
              <a:solidFill>
                <a:schemeClr val="bg1"/>
              </a:solidFill>
              <a:latin typeface="+mj-lt"/>
            </a:endParaRPr>
          </a:p>
        </p:txBody>
      </p:sp>
      <p:sp>
        <p:nvSpPr>
          <p:cNvPr id="10" name="Tijdelijke aanduiding voor tekst 1">
            <a:extLst>
              <a:ext uri="{FF2B5EF4-FFF2-40B4-BE49-F238E27FC236}">
                <a16:creationId xmlns:a16="http://schemas.microsoft.com/office/drawing/2014/main" id="{7075746D-A2D5-D99A-1CEA-30B336A1194A}"/>
              </a:ext>
            </a:extLst>
          </p:cNvPr>
          <p:cNvSpPr txBox="1">
            <a:spLocks/>
          </p:cNvSpPr>
          <p:nvPr/>
        </p:nvSpPr>
        <p:spPr bwMode="gray">
          <a:xfrm>
            <a:off x="110420" y="4706311"/>
            <a:ext cx="2403162" cy="21602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285750" lvl="0" indent="-285750" algn="ctr">
              <a:buFont typeface="Wingdings" panose="05000000000000000000" pitchFamily="2" charset="2"/>
              <a:buChar char="v"/>
            </a:pPr>
            <a:r>
              <a:rPr lang="en-US" sz="1800" dirty="0"/>
              <a:t>No personal data</a:t>
            </a:r>
          </a:p>
          <a:p>
            <a:pPr marL="285750" lvl="0" indent="-285750" algn="ctr">
              <a:buFont typeface="Wingdings" panose="05000000000000000000" pitchFamily="2" charset="2"/>
              <a:buChar char="v"/>
            </a:pPr>
            <a:r>
              <a:rPr lang="en-US" sz="1800" dirty="0"/>
              <a:t>No sensitive data</a:t>
            </a:r>
          </a:p>
          <a:p>
            <a:pPr marL="285750" lvl="0" indent="-285750" algn="ctr">
              <a:buFont typeface="Wingdings" panose="05000000000000000000" pitchFamily="2" charset="2"/>
              <a:buChar char="v"/>
            </a:pPr>
            <a:r>
              <a:rPr lang="en-US" sz="1800" dirty="0"/>
              <a:t>CC license</a:t>
            </a:r>
            <a:endParaRPr lang="nl-NL" sz="1800" dirty="0"/>
          </a:p>
        </p:txBody>
      </p:sp>
      <p:sp>
        <p:nvSpPr>
          <p:cNvPr id="19" name="Tijdelijke aanduiding voor tekst 1">
            <a:extLst>
              <a:ext uri="{FF2B5EF4-FFF2-40B4-BE49-F238E27FC236}">
                <a16:creationId xmlns:a16="http://schemas.microsoft.com/office/drawing/2014/main" id="{C94CDBF7-4035-FEDC-71F6-701CE8803A5D}"/>
              </a:ext>
            </a:extLst>
          </p:cNvPr>
          <p:cNvSpPr txBox="1">
            <a:spLocks/>
          </p:cNvSpPr>
          <p:nvPr/>
        </p:nvSpPr>
        <p:spPr bwMode="gray">
          <a:xfrm>
            <a:off x="2673783" y="1880738"/>
            <a:ext cx="1731237" cy="288000"/>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Restricted Access</a:t>
            </a:r>
            <a:endParaRPr lang="nl-NL" sz="2000" dirty="0"/>
          </a:p>
        </p:txBody>
      </p:sp>
      <p:sp>
        <p:nvSpPr>
          <p:cNvPr id="20" name="Ovaal 19">
            <a:extLst>
              <a:ext uri="{FF2B5EF4-FFF2-40B4-BE49-F238E27FC236}">
                <a16:creationId xmlns:a16="http://schemas.microsoft.com/office/drawing/2014/main" id="{B50CAB54-6953-D522-DCB7-D7A23632057B}"/>
              </a:ext>
            </a:extLst>
          </p:cNvPr>
          <p:cNvSpPr/>
          <p:nvPr/>
        </p:nvSpPr>
        <p:spPr>
          <a:xfrm>
            <a:off x="3420990" y="2609106"/>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7" name="Tijdelijke aanduiding voor tekst 1">
            <a:extLst>
              <a:ext uri="{FF2B5EF4-FFF2-40B4-BE49-F238E27FC236}">
                <a16:creationId xmlns:a16="http://schemas.microsoft.com/office/drawing/2014/main" id="{A6CB05CE-EF40-106F-C97C-4D3C38338A67}"/>
              </a:ext>
            </a:extLst>
          </p:cNvPr>
          <p:cNvSpPr txBox="1">
            <a:spLocks/>
          </p:cNvSpPr>
          <p:nvPr/>
        </p:nvSpPr>
        <p:spPr bwMode="gray">
          <a:xfrm>
            <a:off x="4901182" y="1875781"/>
            <a:ext cx="1731237" cy="56908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Secure environment</a:t>
            </a:r>
            <a:endParaRPr lang="nl-NL" sz="2000" dirty="0"/>
          </a:p>
        </p:txBody>
      </p:sp>
      <p:sp>
        <p:nvSpPr>
          <p:cNvPr id="38" name="Ovaal 37">
            <a:extLst>
              <a:ext uri="{FF2B5EF4-FFF2-40B4-BE49-F238E27FC236}">
                <a16:creationId xmlns:a16="http://schemas.microsoft.com/office/drawing/2014/main" id="{A8B25533-31FE-886B-0DD5-2A07AA2115F6}"/>
              </a:ext>
            </a:extLst>
          </p:cNvPr>
          <p:cNvSpPr/>
          <p:nvPr/>
        </p:nvSpPr>
        <p:spPr>
          <a:xfrm>
            <a:off x="5648391" y="2609106"/>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Tijdelijke aanduiding voor tekst 1">
            <a:extLst>
              <a:ext uri="{FF2B5EF4-FFF2-40B4-BE49-F238E27FC236}">
                <a16:creationId xmlns:a16="http://schemas.microsoft.com/office/drawing/2014/main" id="{02E237C5-3644-31F7-4602-05F00E753466}"/>
              </a:ext>
            </a:extLst>
          </p:cNvPr>
          <p:cNvSpPr txBox="1">
            <a:spLocks/>
          </p:cNvSpPr>
          <p:nvPr/>
        </p:nvSpPr>
        <p:spPr bwMode="gray">
          <a:xfrm>
            <a:off x="7061444" y="1896717"/>
            <a:ext cx="1912715" cy="523823"/>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err="1"/>
              <a:t>Decentralised</a:t>
            </a:r>
            <a:r>
              <a:rPr lang="en-US" sz="2000" dirty="0"/>
              <a:t> Reanalysis</a:t>
            </a:r>
            <a:endParaRPr lang="nl-NL" sz="2000" dirty="0"/>
          </a:p>
        </p:txBody>
      </p:sp>
      <p:sp>
        <p:nvSpPr>
          <p:cNvPr id="41" name="Ovaal 40">
            <a:extLst>
              <a:ext uri="{FF2B5EF4-FFF2-40B4-BE49-F238E27FC236}">
                <a16:creationId xmlns:a16="http://schemas.microsoft.com/office/drawing/2014/main" id="{040AA8E6-AEB1-B0B8-3827-1C9F94F10036}"/>
              </a:ext>
            </a:extLst>
          </p:cNvPr>
          <p:cNvSpPr/>
          <p:nvPr/>
        </p:nvSpPr>
        <p:spPr>
          <a:xfrm>
            <a:off x="7875792" y="2609106"/>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ijdelijke aanduiding voor tekst 1">
            <a:extLst>
              <a:ext uri="{FF2B5EF4-FFF2-40B4-BE49-F238E27FC236}">
                <a16:creationId xmlns:a16="http://schemas.microsoft.com/office/drawing/2014/main" id="{64B06E12-6231-B31A-02BF-0006AC7EC628}"/>
              </a:ext>
            </a:extLst>
          </p:cNvPr>
          <p:cNvSpPr txBox="1">
            <a:spLocks/>
          </p:cNvSpPr>
          <p:nvPr/>
        </p:nvSpPr>
        <p:spPr bwMode="gray">
          <a:xfrm>
            <a:off x="9246794" y="1900967"/>
            <a:ext cx="2686417" cy="674635"/>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lgn="ctr"/>
            <a:r>
              <a:rPr lang="en-US" sz="2000" dirty="0"/>
              <a:t>Publish metadata &amp; documentation</a:t>
            </a:r>
            <a:endParaRPr lang="nl-NL" sz="2000" dirty="0"/>
          </a:p>
        </p:txBody>
      </p:sp>
      <p:sp>
        <p:nvSpPr>
          <p:cNvPr id="44" name="Ovaal 43">
            <a:extLst>
              <a:ext uri="{FF2B5EF4-FFF2-40B4-BE49-F238E27FC236}">
                <a16:creationId xmlns:a16="http://schemas.microsoft.com/office/drawing/2014/main" id="{AA7D6517-708E-DD7A-5AFE-CD567A167321}"/>
              </a:ext>
            </a:extLst>
          </p:cNvPr>
          <p:cNvSpPr/>
          <p:nvPr/>
        </p:nvSpPr>
        <p:spPr>
          <a:xfrm>
            <a:off x="10340014" y="2594088"/>
            <a:ext cx="299197" cy="299197"/>
          </a:xfrm>
          <a:prstGeom prst="ellipse">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Tijdelijke aanduiding voor tekst 1">
            <a:extLst>
              <a:ext uri="{FF2B5EF4-FFF2-40B4-BE49-F238E27FC236}">
                <a16:creationId xmlns:a16="http://schemas.microsoft.com/office/drawing/2014/main" id="{9E96A4E5-11CA-2C57-3015-DC68C951F4B6}"/>
              </a:ext>
            </a:extLst>
          </p:cNvPr>
          <p:cNvSpPr txBox="1">
            <a:spLocks/>
          </p:cNvSpPr>
          <p:nvPr/>
        </p:nvSpPr>
        <p:spPr bwMode="gray">
          <a:xfrm>
            <a:off x="2288907" y="5550917"/>
            <a:ext cx="2563362" cy="946076"/>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285750" lvl="0" indent="-285750" algn="ctr">
              <a:buFont typeface="Wingdings" panose="05000000000000000000" pitchFamily="2" charset="2"/>
              <a:buChar char="v"/>
            </a:pPr>
            <a:r>
              <a:rPr lang="en-US" sz="1800" dirty="0"/>
              <a:t>Conditional access</a:t>
            </a:r>
          </a:p>
          <a:p>
            <a:pPr marL="285750" lvl="0" indent="-285750" algn="ctr">
              <a:buFont typeface="Wingdings" panose="05000000000000000000" pitchFamily="2" charset="2"/>
              <a:buChar char="v"/>
            </a:pPr>
            <a:r>
              <a:rPr lang="en-US" sz="1800" dirty="0"/>
              <a:t>Individual request</a:t>
            </a:r>
          </a:p>
          <a:p>
            <a:pPr marL="285750" lvl="0" indent="-285750" algn="ctr">
              <a:buFont typeface="Wingdings" panose="05000000000000000000" pitchFamily="2" charset="2"/>
              <a:buChar char="v"/>
            </a:pPr>
            <a:r>
              <a:rPr lang="en-US" sz="1800" dirty="0"/>
              <a:t>Embargo</a:t>
            </a:r>
            <a:endParaRPr lang="nl-NL" sz="1800" dirty="0"/>
          </a:p>
        </p:txBody>
      </p:sp>
      <p:sp>
        <p:nvSpPr>
          <p:cNvPr id="58" name="Tijdelijke aanduiding voor tekst 1">
            <a:extLst>
              <a:ext uri="{FF2B5EF4-FFF2-40B4-BE49-F238E27FC236}">
                <a16:creationId xmlns:a16="http://schemas.microsoft.com/office/drawing/2014/main" id="{920C5A1A-5743-8650-E47F-7191984C79C4}"/>
              </a:ext>
            </a:extLst>
          </p:cNvPr>
          <p:cNvSpPr txBox="1">
            <a:spLocks/>
          </p:cNvSpPr>
          <p:nvPr/>
        </p:nvSpPr>
        <p:spPr bwMode="gray">
          <a:xfrm>
            <a:off x="4606320" y="4706311"/>
            <a:ext cx="2403162" cy="946076"/>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285750" lvl="0" indent="-285750" algn="ctr">
              <a:buFont typeface="Wingdings" panose="05000000000000000000" pitchFamily="2" charset="2"/>
              <a:buChar char="v"/>
            </a:pPr>
            <a:r>
              <a:rPr lang="en-US" sz="1800" dirty="0"/>
              <a:t>Controlled access</a:t>
            </a:r>
          </a:p>
          <a:p>
            <a:pPr marL="285750" lvl="0" indent="-285750" algn="ctr">
              <a:buFont typeface="Wingdings" panose="05000000000000000000" pitchFamily="2" charset="2"/>
              <a:buChar char="v"/>
            </a:pPr>
            <a:r>
              <a:rPr lang="en-US" sz="1800" dirty="0"/>
              <a:t>Blind analysis</a:t>
            </a:r>
          </a:p>
          <a:p>
            <a:pPr marL="285750" lvl="0" indent="-285750" algn="ctr">
              <a:buFont typeface="Wingdings" panose="05000000000000000000" pitchFamily="2" charset="2"/>
              <a:buChar char="v"/>
            </a:pPr>
            <a:r>
              <a:rPr lang="en-US" sz="1800" dirty="0"/>
              <a:t>SANE project</a:t>
            </a:r>
            <a:endParaRPr lang="nl-NL" sz="1800" dirty="0"/>
          </a:p>
        </p:txBody>
      </p:sp>
      <p:sp>
        <p:nvSpPr>
          <p:cNvPr id="62" name="Tijdelijke aanduiding voor tekst 1">
            <a:extLst>
              <a:ext uri="{FF2B5EF4-FFF2-40B4-BE49-F238E27FC236}">
                <a16:creationId xmlns:a16="http://schemas.microsoft.com/office/drawing/2014/main" id="{DE5A66B5-84C6-2113-17A1-D139B830B1A7}"/>
              </a:ext>
            </a:extLst>
          </p:cNvPr>
          <p:cNvSpPr txBox="1">
            <a:spLocks/>
          </p:cNvSpPr>
          <p:nvPr/>
        </p:nvSpPr>
        <p:spPr bwMode="gray">
          <a:xfrm>
            <a:off x="6693578" y="5550917"/>
            <a:ext cx="2663623" cy="946076"/>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285750" lvl="0" indent="-285750" algn="ctr">
              <a:buFont typeface="Wingdings" panose="05000000000000000000" pitchFamily="2" charset="2"/>
              <a:buChar char="v"/>
            </a:pPr>
            <a:r>
              <a:rPr lang="en-US" sz="1800" dirty="0"/>
              <a:t>Original researcher analyses data and shares outcome rather than data</a:t>
            </a:r>
            <a:endParaRPr lang="nl-NL" sz="1800" dirty="0"/>
          </a:p>
        </p:txBody>
      </p:sp>
      <p:sp>
        <p:nvSpPr>
          <p:cNvPr id="66" name="Tijdelijke aanduiding voor tekst 1">
            <a:extLst>
              <a:ext uri="{FF2B5EF4-FFF2-40B4-BE49-F238E27FC236}">
                <a16:creationId xmlns:a16="http://schemas.microsoft.com/office/drawing/2014/main" id="{78F59C6D-24C2-CBDB-82A4-A2661FB2E30C}"/>
              </a:ext>
            </a:extLst>
          </p:cNvPr>
          <p:cNvSpPr txBox="1">
            <a:spLocks/>
          </p:cNvSpPr>
          <p:nvPr/>
        </p:nvSpPr>
        <p:spPr bwMode="gray">
          <a:xfrm>
            <a:off x="9138433" y="4604841"/>
            <a:ext cx="2403162" cy="946076"/>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285750" lvl="0" indent="-285750" algn="ctr">
              <a:buFont typeface="Wingdings" panose="05000000000000000000" pitchFamily="2" charset="2"/>
              <a:buChar char="v"/>
            </a:pPr>
            <a:r>
              <a:rPr lang="en-US" sz="1800" dirty="0"/>
              <a:t>Documentation</a:t>
            </a:r>
          </a:p>
          <a:p>
            <a:pPr marL="285750" lvl="0" indent="-285750" algn="ctr">
              <a:buFont typeface="Wingdings" panose="05000000000000000000" pitchFamily="2" charset="2"/>
              <a:buChar char="v"/>
            </a:pPr>
            <a:r>
              <a:rPr lang="en-US" sz="1800" dirty="0"/>
              <a:t>Materials</a:t>
            </a:r>
            <a:endParaRPr lang="nl-NL" sz="1800" dirty="0"/>
          </a:p>
          <a:p>
            <a:pPr marL="285750" lvl="0" indent="-285750" algn="ctr">
              <a:buFont typeface="Wingdings" panose="05000000000000000000" pitchFamily="2" charset="2"/>
              <a:buChar char="v"/>
            </a:pPr>
            <a:r>
              <a:rPr lang="nl-NL" sz="1800" dirty="0"/>
              <a:t>Metadata</a:t>
            </a:r>
            <a:endParaRPr lang="en-US" sz="1800" dirty="0"/>
          </a:p>
        </p:txBody>
      </p:sp>
    </p:spTree>
    <p:extLst>
      <p:ext uri="{BB962C8B-B14F-4D97-AF65-F5344CB8AC3E}">
        <p14:creationId xmlns:p14="http://schemas.microsoft.com/office/powerpoint/2010/main" val="1435552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500"/>
                                        <p:tgtEl>
                                          <p:spTgt spid="5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fade">
                                      <p:cBhvr>
                                        <p:cTn id="18" dur="500"/>
                                        <p:tgtEl>
                                          <p:spTgt spid="2">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fade">
                                      <p:cBhvr>
                                        <p:cTn id="29" dur="500"/>
                                        <p:tgtEl>
                                          <p:spTgt spid="5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fade">
                                      <p:cBhvr>
                                        <p:cTn id="43" dur="500"/>
                                        <p:tgtEl>
                                          <p:spTgt spid="5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500"/>
                                        <p:tgtEl>
                                          <p:spTgt spid="6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500"/>
                                        <p:tgtEl>
                                          <p:spTgt spid="4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2"/>
                                        </p:tgtEl>
                                        <p:attrNameLst>
                                          <p:attrName>style.visibility</p:attrName>
                                        </p:attrNameLst>
                                      </p:cBhvr>
                                      <p:to>
                                        <p:strVal val="visible"/>
                                      </p:to>
                                    </p:set>
                                    <p:animEffect transition="in" filter="fade">
                                      <p:cBhvr>
                                        <p:cTn id="66" dur="500"/>
                                        <p:tgtEl>
                                          <p:spTgt spid="6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500"/>
                                        <p:tgtEl>
                                          <p:spTgt spid="6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6"/>
                                        </p:tgtEl>
                                        <p:attrNameLst>
                                          <p:attrName>style.visibility</p:attrName>
                                        </p:attrNameLst>
                                      </p:cBhvr>
                                      <p:to>
                                        <p:strVal val="visible"/>
                                      </p:to>
                                    </p:set>
                                    <p:animEffect transition="in" filter="fade">
                                      <p:cBhvr>
                                        <p:cTn id="80"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 grpId="0" animBg="1"/>
      <p:bldP spid="33" grpId="0" animBg="1"/>
      <p:bldP spid="35" grpId="0" animBg="1"/>
      <p:bldP spid="10" grpId="0"/>
      <p:bldP spid="19" grpId="0"/>
      <p:bldP spid="20" grpId="0" animBg="1"/>
      <p:bldP spid="37" grpId="0"/>
      <p:bldP spid="38" grpId="0" animBg="1"/>
      <p:bldP spid="40" grpId="0"/>
      <p:bldP spid="41" grpId="0" animBg="1"/>
      <p:bldP spid="43" grpId="0"/>
      <p:bldP spid="44" grpId="0" animBg="1"/>
      <p:bldP spid="45" grpId="0"/>
      <p:bldP spid="58" grpId="0"/>
      <p:bldP spid="62" grpId="0"/>
      <p:bldP spid="6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troomdiagram: Alternatief proces 2">
            <a:extLst>
              <a:ext uri="{FF2B5EF4-FFF2-40B4-BE49-F238E27FC236}">
                <a16:creationId xmlns:a16="http://schemas.microsoft.com/office/drawing/2014/main" id="{2A6AF2BA-9DA2-3AB6-0818-736EFD43F899}"/>
              </a:ext>
            </a:extLst>
          </p:cNvPr>
          <p:cNvSpPr/>
          <p:nvPr/>
        </p:nvSpPr>
        <p:spPr>
          <a:xfrm>
            <a:off x="87685" y="3068998"/>
            <a:ext cx="1277654" cy="720000"/>
          </a:xfrm>
          <a:prstGeom prst="flowChartAlternateProcess">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Start</a:t>
            </a:r>
            <a:endParaRPr lang="nl-NL" sz="2800" dirty="0">
              <a:latin typeface="+mj-lt"/>
            </a:endParaRPr>
          </a:p>
        </p:txBody>
      </p:sp>
      <p:sp>
        <p:nvSpPr>
          <p:cNvPr id="4" name="Stroomdiagram: Alternatief proces 3">
            <a:extLst>
              <a:ext uri="{FF2B5EF4-FFF2-40B4-BE49-F238E27FC236}">
                <a16:creationId xmlns:a16="http://schemas.microsoft.com/office/drawing/2014/main" id="{C63E0C07-A621-4122-9AD8-112D60DD5C4A}"/>
              </a:ext>
            </a:extLst>
          </p:cNvPr>
          <p:cNvSpPr/>
          <p:nvPr/>
        </p:nvSpPr>
        <p:spPr>
          <a:xfrm>
            <a:off x="1855942" y="2946808"/>
            <a:ext cx="1277654" cy="964381"/>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j-lt"/>
              </a:rPr>
              <a:t>Contains personal data?</a:t>
            </a:r>
            <a:endParaRPr lang="nl-NL" sz="2400" dirty="0">
              <a:latin typeface="+mj-lt"/>
            </a:endParaRPr>
          </a:p>
        </p:txBody>
      </p:sp>
      <p:sp>
        <p:nvSpPr>
          <p:cNvPr id="5" name="Stroomdiagram: Alternatief proces 4">
            <a:extLst>
              <a:ext uri="{FF2B5EF4-FFF2-40B4-BE49-F238E27FC236}">
                <a16:creationId xmlns:a16="http://schemas.microsoft.com/office/drawing/2014/main" id="{DE3D8353-E4E4-17ED-E0BB-C864E3A88A78}"/>
              </a:ext>
            </a:extLst>
          </p:cNvPr>
          <p:cNvSpPr/>
          <p:nvPr/>
        </p:nvSpPr>
        <p:spPr>
          <a:xfrm>
            <a:off x="2801655" y="969782"/>
            <a:ext cx="2183704" cy="621024"/>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j-lt"/>
              </a:rPr>
              <a:t>Anonymisation possible?</a:t>
            </a:r>
            <a:endParaRPr lang="nl-NL" sz="2400" dirty="0">
              <a:latin typeface="+mj-lt"/>
            </a:endParaRPr>
          </a:p>
        </p:txBody>
      </p:sp>
      <p:sp>
        <p:nvSpPr>
          <p:cNvPr id="6" name="Stroomdiagram: Alternatief proces 5">
            <a:extLst>
              <a:ext uri="{FF2B5EF4-FFF2-40B4-BE49-F238E27FC236}">
                <a16:creationId xmlns:a16="http://schemas.microsoft.com/office/drawing/2014/main" id="{D8DCA788-86AD-1E4F-1447-9E11D4E4F3DE}"/>
              </a:ext>
            </a:extLst>
          </p:cNvPr>
          <p:cNvSpPr/>
          <p:nvPr/>
        </p:nvSpPr>
        <p:spPr>
          <a:xfrm>
            <a:off x="2801655" y="5495868"/>
            <a:ext cx="2183704" cy="628325"/>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j-lt"/>
              </a:rPr>
              <a:t>Sensitive of legally protected?</a:t>
            </a:r>
            <a:endParaRPr lang="nl-NL" sz="2400" dirty="0">
              <a:latin typeface="+mj-lt"/>
            </a:endParaRPr>
          </a:p>
        </p:txBody>
      </p:sp>
      <p:sp>
        <p:nvSpPr>
          <p:cNvPr id="7" name="Stroomdiagram: Alternatief proces 6">
            <a:extLst>
              <a:ext uri="{FF2B5EF4-FFF2-40B4-BE49-F238E27FC236}">
                <a16:creationId xmlns:a16="http://schemas.microsoft.com/office/drawing/2014/main" id="{A60F2B9C-7CC8-C671-A010-4F9338783CBA}"/>
              </a:ext>
            </a:extLst>
          </p:cNvPr>
          <p:cNvSpPr/>
          <p:nvPr/>
        </p:nvSpPr>
        <p:spPr>
          <a:xfrm>
            <a:off x="5116883" y="2946808"/>
            <a:ext cx="1413353" cy="964381"/>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j-lt"/>
              </a:rPr>
              <a:t>Sharing in informed consent?</a:t>
            </a:r>
            <a:endParaRPr lang="nl-NL" sz="2400" dirty="0">
              <a:latin typeface="+mj-lt"/>
            </a:endParaRPr>
          </a:p>
        </p:txBody>
      </p:sp>
      <p:sp>
        <p:nvSpPr>
          <p:cNvPr id="8" name="Stroomdiagram: Alternatief proces 7">
            <a:extLst>
              <a:ext uri="{FF2B5EF4-FFF2-40B4-BE49-F238E27FC236}">
                <a16:creationId xmlns:a16="http://schemas.microsoft.com/office/drawing/2014/main" id="{51F182E0-6391-1EF8-2566-B02F364AAAEC}"/>
              </a:ext>
            </a:extLst>
          </p:cNvPr>
          <p:cNvSpPr/>
          <p:nvPr/>
        </p:nvSpPr>
        <p:spPr>
          <a:xfrm>
            <a:off x="6259640" y="983960"/>
            <a:ext cx="2488503" cy="621025"/>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j-lt"/>
              </a:rPr>
              <a:t>Reuse limited in informed consent?</a:t>
            </a:r>
            <a:endParaRPr lang="nl-NL" sz="2400" dirty="0">
              <a:latin typeface="+mj-lt"/>
            </a:endParaRPr>
          </a:p>
        </p:txBody>
      </p:sp>
      <p:sp>
        <p:nvSpPr>
          <p:cNvPr id="9" name="Stroomdiagram: Alternatief proces 8">
            <a:extLst>
              <a:ext uri="{FF2B5EF4-FFF2-40B4-BE49-F238E27FC236}">
                <a16:creationId xmlns:a16="http://schemas.microsoft.com/office/drawing/2014/main" id="{8B5F68BE-ECB7-1302-0976-83B785F3CDDB}"/>
              </a:ext>
            </a:extLst>
          </p:cNvPr>
          <p:cNvSpPr/>
          <p:nvPr/>
        </p:nvSpPr>
        <p:spPr>
          <a:xfrm>
            <a:off x="6259882" y="5121679"/>
            <a:ext cx="2488503" cy="862925"/>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j-lt"/>
              </a:rPr>
              <a:t>Reanalysis possible without losing control?</a:t>
            </a:r>
            <a:endParaRPr lang="nl-NL" sz="2400" dirty="0">
              <a:latin typeface="+mj-lt"/>
            </a:endParaRPr>
          </a:p>
        </p:txBody>
      </p:sp>
      <p:cxnSp>
        <p:nvCxnSpPr>
          <p:cNvPr id="11" name="Rechte verbindingslijn met pijl 10">
            <a:extLst>
              <a:ext uri="{FF2B5EF4-FFF2-40B4-BE49-F238E27FC236}">
                <a16:creationId xmlns:a16="http://schemas.microsoft.com/office/drawing/2014/main" id="{C9E2F946-3A0B-CA93-6C61-21E4A2A62508}"/>
              </a:ext>
            </a:extLst>
          </p:cNvPr>
          <p:cNvCxnSpPr>
            <a:cxnSpLocks/>
            <a:stCxn id="3" idx="3"/>
            <a:endCxn id="4" idx="1"/>
          </p:cNvCxnSpPr>
          <p:nvPr/>
        </p:nvCxnSpPr>
        <p:spPr>
          <a:xfrm>
            <a:off x="1365339" y="3428998"/>
            <a:ext cx="490603" cy="1"/>
          </a:xfrm>
          <a:prstGeom prst="straightConnector1">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Verbindingslijn: gebogen 16">
            <a:extLst>
              <a:ext uri="{FF2B5EF4-FFF2-40B4-BE49-F238E27FC236}">
                <a16:creationId xmlns:a16="http://schemas.microsoft.com/office/drawing/2014/main" id="{D26E0C1B-DFDA-3167-2507-8DC1D67C58A5}"/>
              </a:ext>
            </a:extLst>
          </p:cNvPr>
          <p:cNvCxnSpPr>
            <a:cxnSpLocks/>
            <a:stCxn id="4" idx="0"/>
            <a:endCxn id="5" idx="1"/>
          </p:cNvCxnSpPr>
          <p:nvPr/>
        </p:nvCxnSpPr>
        <p:spPr>
          <a:xfrm rot="5400000" flipH="1" flipV="1">
            <a:off x="1814955" y="1960108"/>
            <a:ext cx="1666514" cy="306886"/>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Verbindingslijn: gebogen 18">
            <a:extLst>
              <a:ext uri="{FF2B5EF4-FFF2-40B4-BE49-F238E27FC236}">
                <a16:creationId xmlns:a16="http://schemas.microsoft.com/office/drawing/2014/main" id="{1292F2A5-97C8-6EA8-CA31-3E824673E90E}"/>
              </a:ext>
            </a:extLst>
          </p:cNvPr>
          <p:cNvCxnSpPr>
            <a:cxnSpLocks/>
            <a:stCxn id="4" idx="2"/>
            <a:endCxn id="6" idx="1"/>
          </p:cNvCxnSpPr>
          <p:nvPr/>
        </p:nvCxnSpPr>
        <p:spPr>
          <a:xfrm rot="16200000" flipH="1">
            <a:off x="1698791" y="4707167"/>
            <a:ext cx="1898842" cy="306886"/>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ijdelijke aanduiding voor tekst 1">
            <a:extLst>
              <a:ext uri="{FF2B5EF4-FFF2-40B4-BE49-F238E27FC236}">
                <a16:creationId xmlns:a16="http://schemas.microsoft.com/office/drawing/2014/main" id="{656AAFF0-8684-ACFD-19F7-EB2605F8EA25}"/>
              </a:ext>
            </a:extLst>
          </p:cNvPr>
          <p:cNvSpPr txBox="1">
            <a:spLocks/>
          </p:cNvSpPr>
          <p:nvPr/>
        </p:nvSpPr>
        <p:spPr bwMode="gray">
          <a:xfrm>
            <a:off x="1969863" y="2317697"/>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Y</a:t>
            </a:r>
            <a:endParaRPr lang="nl-NL" sz="4000" dirty="0"/>
          </a:p>
        </p:txBody>
      </p:sp>
      <p:sp>
        <p:nvSpPr>
          <p:cNvPr id="24" name="Tijdelijke aanduiding voor tekst 1">
            <a:extLst>
              <a:ext uri="{FF2B5EF4-FFF2-40B4-BE49-F238E27FC236}">
                <a16:creationId xmlns:a16="http://schemas.microsoft.com/office/drawing/2014/main" id="{094BADB3-F25D-743A-7171-7B7CD3215C06}"/>
              </a:ext>
            </a:extLst>
          </p:cNvPr>
          <p:cNvSpPr txBox="1">
            <a:spLocks/>
          </p:cNvSpPr>
          <p:nvPr/>
        </p:nvSpPr>
        <p:spPr bwMode="gray">
          <a:xfrm>
            <a:off x="1957336" y="3993464"/>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N</a:t>
            </a:r>
            <a:endParaRPr lang="nl-NL" sz="4000" dirty="0"/>
          </a:p>
        </p:txBody>
      </p:sp>
      <p:sp>
        <p:nvSpPr>
          <p:cNvPr id="25" name="Stroomdiagram: Alternatief proces 24">
            <a:extLst>
              <a:ext uri="{FF2B5EF4-FFF2-40B4-BE49-F238E27FC236}">
                <a16:creationId xmlns:a16="http://schemas.microsoft.com/office/drawing/2014/main" id="{73D6D62F-B638-F7AC-AFB8-D90CA41F08C9}"/>
              </a:ext>
            </a:extLst>
          </p:cNvPr>
          <p:cNvSpPr/>
          <p:nvPr/>
        </p:nvSpPr>
        <p:spPr>
          <a:xfrm>
            <a:off x="9283491" y="381333"/>
            <a:ext cx="2829173" cy="307840"/>
          </a:xfrm>
          <a:prstGeom prst="flowChartAlternateProcess">
            <a:avLst/>
          </a:prstGeom>
          <a:solidFill>
            <a:srgbClr val="730E0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latin typeface="+mj-lt"/>
              </a:rPr>
              <a:t>Open Access</a:t>
            </a:r>
            <a:endParaRPr lang="nl-NL" sz="2800" dirty="0">
              <a:latin typeface="+mj-lt"/>
            </a:endParaRPr>
          </a:p>
        </p:txBody>
      </p:sp>
      <p:sp>
        <p:nvSpPr>
          <p:cNvPr id="26" name="Stroomdiagram: Alternatief proces 25">
            <a:extLst>
              <a:ext uri="{FF2B5EF4-FFF2-40B4-BE49-F238E27FC236}">
                <a16:creationId xmlns:a16="http://schemas.microsoft.com/office/drawing/2014/main" id="{412F7165-FB9B-BE90-5FDB-120D8DF67A97}"/>
              </a:ext>
            </a:extLst>
          </p:cNvPr>
          <p:cNvSpPr/>
          <p:nvPr/>
        </p:nvSpPr>
        <p:spPr>
          <a:xfrm>
            <a:off x="9283492" y="1959631"/>
            <a:ext cx="2319403" cy="307840"/>
          </a:xfrm>
          <a:prstGeom prst="flowChartAlternateProcess">
            <a:avLst/>
          </a:prstGeom>
          <a:solidFill>
            <a:srgbClr val="730E0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latin typeface="+mj-lt"/>
              </a:rPr>
              <a:t>Restricted Access</a:t>
            </a:r>
            <a:endParaRPr lang="nl-NL" sz="2800" dirty="0">
              <a:latin typeface="+mj-lt"/>
            </a:endParaRPr>
          </a:p>
        </p:txBody>
      </p:sp>
      <p:sp>
        <p:nvSpPr>
          <p:cNvPr id="27" name="Stroomdiagram: Alternatief proces 26">
            <a:extLst>
              <a:ext uri="{FF2B5EF4-FFF2-40B4-BE49-F238E27FC236}">
                <a16:creationId xmlns:a16="http://schemas.microsoft.com/office/drawing/2014/main" id="{64C9C46C-FEB0-B648-9AD7-52E32EEBA8F3}"/>
              </a:ext>
            </a:extLst>
          </p:cNvPr>
          <p:cNvSpPr/>
          <p:nvPr/>
        </p:nvSpPr>
        <p:spPr>
          <a:xfrm>
            <a:off x="9283491" y="2884560"/>
            <a:ext cx="2319403" cy="544490"/>
          </a:xfrm>
          <a:prstGeom prst="flowChartAlternateProcess">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latin typeface="+mj-lt"/>
              </a:rPr>
              <a:t>Secure Environment</a:t>
            </a:r>
            <a:endParaRPr lang="nl-NL" sz="2800" dirty="0">
              <a:latin typeface="+mj-lt"/>
            </a:endParaRPr>
          </a:p>
        </p:txBody>
      </p:sp>
      <p:sp>
        <p:nvSpPr>
          <p:cNvPr id="28" name="Stroomdiagram: Alternatief proces 27">
            <a:extLst>
              <a:ext uri="{FF2B5EF4-FFF2-40B4-BE49-F238E27FC236}">
                <a16:creationId xmlns:a16="http://schemas.microsoft.com/office/drawing/2014/main" id="{574045EB-45B3-F1DC-9099-E1FFC1306A38}"/>
              </a:ext>
            </a:extLst>
          </p:cNvPr>
          <p:cNvSpPr/>
          <p:nvPr/>
        </p:nvSpPr>
        <p:spPr>
          <a:xfrm>
            <a:off x="9283491" y="4050247"/>
            <a:ext cx="2319404" cy="611681"/>
          </a:xfrm>
          <a:prstGeom prst="flowChartAlternateProcess">
            <a:avLst/>
          </a:pr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err="1">
                <a:latin typeface="+mj-lt"/>
              </a:rPr>
              <a:t>Decentralised</a:t>
            </a:r>
            <a:r>
              <a:rPr lang="en-US" sz="1800" dirty="0">
                <a:latin typeface="+mj-lt"/>
              </a:rPr>
              <a:t> Reanalysis</a:t>
            </a:r>
            <a:endParaRPr lang="nl-NL" sz="2800" dirty="0">
              <a:latin typeface="+mj-lt"/>
            </a:endParaRPr>
          </a:p>
        </p:txBody>
      </p:sp>
      <p:sp>
        <p:nvSpPr>
          <p:cNvPr id="29" name="Stroomdiagram: Alternatief proces 28">
            <a:extLst>
              <a:ext uri="{FF2B5EF4-FFF2-40B4-BE49-F238E27FC236}">
                <a16:creationId xmlns:a16="http://schemas.microsoft.com/office/drawing/2014/main" id="{A2BE62C9-A977-144D-62E4-D83C8DF50781}"/>
              </a:ext>
            </a:extLst>
          </p:cNvPr>
          <p:cNvSpPr/>
          <p:nvPr/>
        </p:nvSpPr>
        <p:spPr>
          <a:xfrm>
            <a:off x="9283491" y="5247300"/>
            <a:ext cx="2319404" cy="611681"/>
          </a:xfrm>
          <a:prstGeom prst="flowChartAlternateProcess">
            <a:avLst/>
          </a:prstGeom>
          <a:solidFill>
            <a:schemeClr val="accent4">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latin typeface="+mj-lt"/>
              </a:rPr>
              <a:t>Only metadata &amp; documentation</a:t>
            </a:r>
            <a:endParaRPr lang="nl-NL" sz="2800" dirty="0">
              <a:latin typeface="+mj-lt"/>
            </a:endParaRPr>
          </a:p>
        </p:txBody>
      </p:sp>
      <p:cxnSp>
        <p:nvCxnSpPr>
          <p:cNvPr id="40" name="Verbindingslijn: gebogen 39">
            <a:extLst>
              <a:ext uri="{FF2B5EF4-FFF2-40B4-BE49-F238E27FC236}">
                <a16:creationId xmlns:a16="http://schemas.microsoft.com/office/drawing/2014/main" id="{05E2DD38-D43A-7FD7-9947-811710B04FFF}"/>
              </a:ext>
            </a:extLst>
          </p:cNvPr>
          <p:cNvCxnSpPr>
            <a:cxnSpLocks/>
            <a:stCxn id="5" idx="0"/>
            <a:endCxn id="25" idx="1"/>
          </p:cNvCxnSpPr>
          <p:nvPr/>
        </p:nvCxnSpPr>
        <p:spPr>
          <a:xfrm rot="5400000" flipH="1" flipV="1">
            <a:off x="6371235" y="-1942474"/>
            <a:ext cx="434529" cy="5389984"/>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Tijdelijke aanduiding voor tekst 1">
            <a:extLst>
              <a:ext uri="{FF2B5EF4-FFF2-40B4-BE49-F238E27FC236}">
                <a16:creationId xmlns:a16="http://schemas.microsoft.com/office/drawing/2014/main" id="{96A99423-3260-E3B8-D148-8FA4D1C78B3A}"/>
              </a:ext>
            </a:extLst>
          </p:cNvPr>
          <p:cNvSpPr txBox="1">
            <a:spLocks/>
          </p:cNvSpPr>
          <p:nvPr/>
        </p:nvSpPr>
        <p:spPr bwMode="gray">
          <a:xfrm>
            <a:off x="3482520" y="144131"/>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Y</a:t>
            </a:r>
            <a:endParaRPr lang="nl-NL" sz="4000" dirty="0"/>
          </a:p>
        </p:txBody>
      </p:sp>
      <p:cxnSp>
        <p:nvCxnSpPr>
          <p:cNvPr id="45" name="Verbindingslijn: gebogen 44">
            <a:extLst>
              <a:ext uri="{FF2B5EF4-FFF2-40B4-BE49-F238E27FC236}">
                <a16:creationId xmlns:a16="http://schemas.microsoft.com/office/drawing/2014/main" id="{15E63050-AA25-CAE2-C463-3C12CB84B9EE}"/>
              </a:ext>
            </a:extLst>
          </p:cNvPr>
          <p:cNvCxnSpPr>
            <a:cxnSpLocks/>
            <a:stCxn id="5" idx="2"/>
            <a:endCxn id="7" idx="1"/>
          </p:cNvCxnSpPr>
          <p:nvPr/>
        </p:nvCxnSpPr>
        <p:spPr>
          <a:xfrm rot="16200000" flipH="1">
            <a:off x="3586099" y="1898214"/>
            <a:ext cx="1838193" cy="1223376"/>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ijdelijke aanduiding voor tekst 1">
            <a:extLst>
              <a:ext uri="{FF2B5EF4-FFF2-40B4-BE49-F238E27FC236}">
                <a16:creationId xmlns:a16="http://schemas.microsoft.com/office/drawing/2014/main" id="{82DEF221-133B-9767-74E5-A4E2AA15EA16}"/>
              </a:ext>
            </a:extLst>
          </p:cNvPr>
          <p:cNvSpPr txBox="1">
            <a:spLocks/>
          </p:cNvSpPr>
          <p:nvPr/>
        </p:nvSpPr>
        <p:spPr bwMode="gray">
          <a:xfrm>
            <a:off x="3969990" y="1583504"/>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N</a:t>
            </a:r>
            <a:endParaRPr lang="nl-NL" sz="4000" dirty="0"/>
          </a:p>
        </p:txBody>
      </p:sp>
      <p:cxnSp>
        <p:nvCxnSpPr>
          <p:cNvPr id="50" name="Verbindingslijn: gebogen 49">
            <a:extLst>
              <a:ext uri="{FF2B5EF4-FFF2-40B4-BE49-F238E27FC236}">
                <a16:creationId xmlns:a16="http://schemas.microsoft.com/office/drawing/2014/main" id="{0E6CCE3C-E272-0D28-75F4-71A8D2024740}"/>
              </a:ext>
            </a:extLst>
          </p:cNvPr>
          <p:cNvCxnSpPr>
            <a:cxnSpLocks/>
            <a:stCxn id="7" idx="0"/>
            <a:endCxn id="8" idx="1"/>
          </p:cNvCxnSpPr>
          <p:nvPr/>
        </p:nvCxnSpPr>
        <p:spPr>
          <a:xfrm rot="5400000" flipH="1" flipV="1">
            <a:off x="5215433" y="1902601"/>
            <a:ext cx="1652335" cy="436080"/>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ijdelijke aanduiding voor tekst 1">
            <a:extLst>
              <a:ext uri="{FF2B5EF4-FFF2-40B4-BE49-F238E27FC236}">
                <a16:creationId xmlns:a16="http://schemas.microsoft.com/office/drawing/2014/main" id="{ACAAE873-C7A9-9C1C-E88F-1868E0AF0B04}"/>
              </a:ext>
            </a:extLst>
          </p:cNvPr>
          <p:cNvSpPr txBox="1">
            <a:spLocks/>
          </p:cNvSpPr>
          <p:nvPr/>
        </p:nvSpPr>
        <p:spPr bwMode="gray">
          <a:xfrm>
            <a:off x="5950007" y="2369390"/>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Y</a:t>
            </a:r>
            <a:endParaRPr lang="nl-NL" sz="4000" dirty="0"/>
          </a:p>
        </p:txBody>
      </p:sp>
      <p:cxnSp>
        <p:nvCxnSpPr>
          <p:cNvPr id="54" name="Verbindingslijn: gebogen 53">
            <a:extLst>
              <a:ext uri="{FF2B5EF4-FFF2-40B4-BE49-F238E27FC236}">
                <a16:creationId xmlns:a16="http://schemas.microsoft.com/office/drawing/2014/main" id="{A71F301B-9D60-2DD3-E5F0-236F11379BFC}"/>
              </a:ext>
            </a:extLst>
          </p:cNvPr>
          <p:cNvCxnSpPr>
            <a:cxnSpLocks/>
            <a:stCxn id="7" idx="2"/>
          </p:cNvCxnSpPr>
          <p:nvPr/>
        </p:nvCxnSpPr>
        <p:spPr>
          <a:xfrm rot="16200000" flipH="1">
            <a:off x="5307822" y="4426927"/>
            <a:ext cx="1467559" cy="436082"/>
          </a:xfrm>
          <a:prstGeom prst="bentConnector3">
            <a:avLst>
              <a:gd name="adj1" fmla="val 100358"/>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Tijdelijke aanduiding voor tekst 1">
            <a:extLst>
              <a:ext uri="{FF2B5EF4-FFF2-40B4-BE49-F238E27FC236}">
                <a16:creationId xmlns:a16="http://schemas.microsoft.com/office/drawing/2014/main" id="{DE6C8C30-4455-AC7F-7F66-3CB17C14C6F0}"/>
              </a:ext>
            </a:extLst>
          </p:cNvPr>
          <p:cNvSpPr txBox="1">
            <a:spLocks/>
          </p:cNvSpPr>
          <p:nvPr/>
        </p:nvSpPr>
        <p:spPr bwMode="gray">
          <a:xfrm>
            <a:off x="5950007" y="3874691"/>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N</a:t>
            </a:r>
            <a:endParaRPr lang="nl-NL" sz="4000" dirty="0"/>
          </a:p>
        </p:txBody>
      </p:sp>
      <p:cxnSp>
        <p:nvCxnSpPr>
          <p:cNvPr id="58" name="Verbindingslijn: gebogen 57">
            <a:extLst>
              <a:ext uri="{FF2B5EF4-FFF2-40B4-BE49-F238E27FC236}">
                <a16:creationId xmlns:a16="http://schemas.microsoft.com/office/drawing/2014/main" id="{A91FF175-B21F-96A6-51BF-F0EDFC78001C}"/>
              </a:ext>
            </a:extLst>
          </p:cNvPr>
          <p:cNvCxnSpPr>
            <a:cxnSpLocks/>
            <a:stCxn id="8" idx="3"/>
            <a:endCxn id="25" idx="2"/>
          </p:cNvCxnSpPr>
          <p:nvPr/>
        </p:nvCxnSpPr>
        <p:spPr>
          <a:xfrm flipV="1">
            <a:off x="8748143" y="689173"/>
            <a:ext cx="1949935" cy="605300"/>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Tijdelijke aanduiding voor tekst 1">
            <a:extLst>
              <a:ext uri="{FF2B5EF4-FFF2-40B4-BE49-F238E27FC236}">
                <a16:creationId xmlns:a16="http://schemas.microsoft.com/office/drawing/2014/main" id="{73CD6205-44FB-9951-AC08-28D12BA629C1}"/>
              </a:ext>
            </a:extLst>
          </p:cNvPr>
          <p:cNvSpPr txBox="1">
            <a:spLocks/>
          </p:cNvSpPr>
          <p:nvPr/>
        </p:nvSpPr>
        <p:spPr bwMode="gray">
          <a:xfrm>
            <a:off x="8848116" y="708912"/>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N</a:t>
            </a:r>
            <a:endParaRPr lang="nl-NL" sz="4000" dirty="0"/>
          </a:p>
        </p:txBody>
      </p:sp>
      <p:cxnSp>
        <p:nvCxnSpPr>
          <p:cNvPr id="62" name="Verbindingslijn: gebogen 61">
            <a:extLst>
              <a:ext uri="{FF2B5EF4-FFF2-40B4-BE49-F238E27FC236}">
                <a16:creationId xmlns:a16="http://schemas.microsoft.com/office/drawing/2014/main" id="{5C8F91F0-9D3E-981A-614B-746C50566827}"/>
              </a:ext>
            </a:extLst>
          </p:cNvPr>
          <p:cNvCxnSpPr>
            <a:cxnSpLocks/>
            <a:stCxn id="8" idx="2"/>
            <a:endCxn id="26" idx="1"/>
          </p:cNvCxnSpPr>
          <p:nvPr/>
        </p:nvCxnSpPr>
        <p:spPr>
          <a:xfrm rot="16200000" flipH="1">
            <a:off x="8139409" y="969468"/>
            <a:ext cx="508566" cy="1779600"/>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5" name="Tijdelijke aanduiding voor tekst 1">
            <a:extLst>
              <a:ext uri="{FF2B5EF4-FFF2-40B4-BE49-F238E27FC236}">
                <a16:creationId xmlns:a16="http://schemas.microsoft.com/office/drawing/2014/main" id="{B54871C3-F8E6-EB48-D32D-567A94382920}"/>
              </a:ext>
            </a:extLst>
          </p:cNvPr>
          <p:cNvSpPr txBox="1">
            <a:spLocks/>
          </p:cNvSpPr>
          <p:nvPr/>
        </p:nvSpPr>
        <p:spPr bwMode="gray">
          <a:xfrm>
            <a:off x="7033103" y="1619162"/>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Y</a:t>
            </a:r>
            <a:endParaRPr lang="nl-NL" sz="4000" dirty="0"/>
          </a:p>
        </p:txBody>
      </p:sp>
      <p:cxnSp>
        <p:nvCxnSpPr>
          <p:cNvPr id="66" name="Rechte verbindingslijn met pijl 65">
            <a:extLst>
              <a:ext uri="{FF2B5EF4-FFF2-40B4-BE49-F238E27FC236}">
                <a16:creationId xmlns:a16="http://schemas.microsoft.com/office/drawing/2014/main" id="{D5A95DD6-0ED6-ADD2-8A57-42AA08484595}"/>
              </a:ext>
            </a:extLst>
          </p:cNvPr>
          <p:cNvCxnSpPr>
            <a:cxnSpLocks/>
            <a:stCxn id="6" idx="3"/>
          </p:cNvCxnSpPr>
          <p:nvPr/>
        </p:nvCxnSpPr>
        <p:spPr>
          <a:xfrm>
            <a:off x="4985359" y="5810031"/>
            <a:ext cx="1274281" cy="0"/>
          </a:xfrm>
          <a:prstGeom prst="straightConnector1">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8" name="Tijdelijke aanduiding voor tekst 1">
            <a:extLst>
              <a:ext uri="{FF2B5EF4-FFF2-40B4-BE49-F238E27FC236}">
                <a16:creationId xmlns:a16="http://schemas.microsoft.com/office/drawing/2014/main" id="{F9445C0A-A4CA-EAAE-914D-2A215E5403D4}"/>
              </a:ext>
            </a:extLst>
          </p:cNvPr>
          <p:cNvSpPr txBox="1">
            <a:spLocks/>
          </p:cNvSpPr>
          <p:nvPr/>
        </p:nvSpPr>
        <p:spPr bwMode="gray">
          <a:xfrm>
            <a:off x="5009513" y="5270175"/>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Y</a:t>
            </a:r>
            <a:endParaRPr lang="nl-NL" sz="4000" dirty="0"/>
          </a:p>
        </p:txBody>
      </p:sp>
      <p:cxnSp>
        <p:nvCxnSpPr>
          <p:cNvPr id="87" name="Verbindingslijn: gebogen 86">
            <a:extLst>
              <a:ext uri="{FF2B5EF4-FFF2-40B4-BE49-F238E27FC236}">
                <a16:creationId xmlns:a16="http://schemas.microsoft.com/office/drawing/2014/main" id="{254437BC-572C-8A04-12EF-F18F03D5BA29}"/>
              </a:ext>
            </a:extLst>
          </p:cNvPr>
          <p:cNvCxnSpPr>
            <a:cxnSpLocks/>
            <a:stCxn id="6" idx="2"/>
          </p:cNvCxnSpPr>
          <p:nvPr/>
        </p:nvCxnSpPr>
        <p:spPr>
          <a:xfrm rot="5400000" flipH="1" flipV="1">
            <a:off x="5216684" y="-634005"/>
            <a:ext cx="5435020" cy="8081375"/>
          </a:xfrm>
          <a:prstGeom prst="bentConnector4">
            <a:avLst>
              <a:gd name="adj1" fmla="val -4206"/>
              <a:gd name="adj2" fmla="val 100000"/>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1" name="Tijdelijke aanduiding voor tekst 1">
            <a:extLst>
              <a:ext uri="{FF2B5EF4-FFF2-40B4-BE49-F238E27FC236}">
                <a16:creationId xmlns:a16="http://schemas.microsoft.com/office/drawing/2014/main" id="{66874BFA-1562-B07B-3E04-8D3909FAC45F}"/>
              </a:ext>
            </a:extLst>
          </p:cNvPr>
          <p:cNvSpPr txBox="1">
            <a:spLocks/>
          </p:cNvSpPr>
          <p:nvPr/>
        </p:nvSpPr>
        <p:spPr bwMode="gray">
          <a:xfrm>
            <a:off x="3718569" y="6355072"/>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N</a:t>
            </a:r>
            <a:endParaRPr lang="nl-NL" sz="4000" dirty="0"/>
          </a:p>
        </p:txBody>
      </p:sp>
      <p:cxnSp>
        <p:nvCxnSpPr>
          <p:cNvPr id="92" name="Rechte verbindingslijn met pijl 91">
            <a:extLst>
              <a:ext uri="{FF2B5EF4-FFF2-40B4-BE49-F238E27FC236}">
                <a16:creationId xmlns:a16="http://schemas.microsoft.com/office/drawing/2014/main" id="{85031BFD-F426-41B1-AF16-1EACBEB6E6D7}"/>
              </a:ext>
            </a:extLst>
          </p:cNvPr>
          <p:cNvCxnSpPr>
            <a:cxnSpLocks/>
            <a:stCxn id="9" idx="3"/>
            <a:endCxn id="29" idx="1"/>
          </p:cNvCxnSpPr>
          <p:nvPr/>
        </p:nvCxnSpPr>
        <p:spPr>
          <a:xfrm flipV="1">
            <a:off x="8748385" y="5553141"/>
            <a:ext cx="535106" cy="1"/>
          </a:xfrm>
          <a:prstGeom prst="straightConnector1">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Rechte verbindingslijn met pijl 94">
            <a:extLst>
              <a:ext uri="{FF2B5EF4-FFF2-40B4-BE49-F238E27FC236}">
                <a16:creationId xmlns:a16="http://schemas.microsoft.com/office/drawing/2014/main" id="{F7DE8541-0A30-5F09-B7F2-FE57D058143E}"/>
              </a:ext>
            </a:extLst>
          </p:cNvPr>
          <p:cNvCxnSpPr>
            <a:cxnSpLocks/>
            <a:endCxn id="28" idx="1"/>
          </p:cNvCxnSpPr>
          <p:nvPr/>
        </p:nvCxnSpPr>
        <p:spPr>
          <a:xfrm>
            <a:off x="7503511" y="3819291"/>
            <a:ext cx="1779980" cy="536797"/>
          </a:xfrm>
          <a:prstGeom prst="straightConnector1">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Rechte verbindingslijn met pijl 97">
            <a:extLst>
              <a:ext uri="{FF2B5EF4-FFF2-40B4-BE49-F238E27FC236}">
                <a16:creationId xmlns:a16="http://schemas.microsoft.com/office/drawing/2014/main" id="{117AE36B-41EF-8D56-14C3-1E563C036FD4}"/>
              </a:ext>
            </a:extLst>
          </p:cNvPr>
          <p:cNvCxnSpPr>
            <a:cxnSpLocks/>
            <a:endCxn id="27" idx="1"/>
          </p:cNvCxnSpPr>
          <p:nvPr/>
        </p:nvCxnSpPr>
        <p:spPr>
          <a:xfrm flipV="1">
            <a:off x="7503749" y="3156805"/>
            <a:ext cx="1779742" cy="662563"/>
          </a:xfrm>
          <a:prstGeom prst="straightConnector1">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Rechte verbindingslijn 101">
            <a:extLst>
              <a:ext uri="{FF2B5EF4-FFF2-40B4-BE49-F238E27FC236}">
                <a16:creationId xmlns:a16="http://schemas.microsoft.com/office/drawing/2014/main" id="{F6340CEF-3145-DF55-A476-0C28F6AD5A28}"/>
              </a:ext>
            </a:extLst>
          </p:cNvPr>
          <p:cNvCxnSpPr>
            <a:cxnSpLocks/>
            <a:stCxn id="9" idx="0"/>
          </p:cNvCxnSpPr>
          <p:nvPr/>
        </p:nvCxnSpPr>
        <p:spPr>
          <a:xfrm flipH="1" flipV="1">
            <a:off x="7503750" y="3794679"/>
            <a:ext cx="384" cy="1327000"/>
          </a:xfrm>
          <a:prstGeom prst="line">
            <a:avLst/>
          </a:prstGeom>
          <a:ln w="5715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05" name="Tijdelijke aanduiding voor tekst 1">
            <a:extLst>
              <a:ext uri="{FF2B5EF4-FFF2-40B4-BE49-F238E27FC236}">
                <a16:creationId xmlns:a16="http://schemas.microsoft.com/office/drawing/2014/main" id="{6029650F-0F6D-7132-F8AB-953C964DF29B}"/>
              </a:ext>
            </a:extLst>
          </p:cNvPr>
          <p:cNvSpPr txBox="1">
            <a:spLocks/>
          </p:cNvSpPr>
          <p:nvPr/>
        </p:nvSpPr>
        <p:spPr bwMode="gray">
          <a:xfrm>
            <a:off x="7070852" y="4546448"/>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Y</a:t>
            </a:r>
            <a:endParaRPr lang="nl-NL" sz="4000" dirty="0"/>
          </a:p>
        </p:txBody>
      </p:sp>
      <p:sp>
        <p:nvSpPr>
          <p:cNvPr id="107" name="Tijdelijke aanduiding voor tekst 1">
            <a:extLst>
              <a:ext uri="{FF2B5EF4-FFF2-40B4-BE49-F238E27FC236}">
                <a16:creationId xmlns:a16="http://schemas.microsoft.com/office/drawing/2014/main" id="{BD1DD44B-C74C-1CC8-0BD0-7DFAA3B0CC8F}"/>
              </a:ext>
            </a:extLst>
          </p:cNvPr>
          <p:cNvSpPr txBox="1">
            <a:spLocks/>
          </p:cNvSpPr>
          <p:nvPr/>
        </p:nvSpPr>
        <p:spPr bwMode="gray">
          <a:xfrm>
            <a:off x="8770297" y="4924819"/>
            <a:ext cx="410986" cy="62832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4000" dirty="0"/>
              <a:t>N</a:t>
            </a:r>
            <a:endParaRPr lang="nl-NL" sz="4000" dirty="0"/>
          </a:p>
        </p:txBody>
      </p:sp>
    </p:spTree>
    <p:extLst>
      <p:ext uri="{BB962C8B-B14F-4D97-AF65-F5344CB8AC3E}">
        <p14:creationId xmlns:p14="http://schemas.microsoft.com/office/powerpoint/2010/main" val="134006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500"/>
                                        <p:tgtEl>
                                          <p:spTgt spid="4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fade">
                                      <p:cBhvr>
                                        <p:cTn id="49" dur="500"/>
                                        <p:tgtEl>
                                          <p:spTgt spid="5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fade">
                                      <p:cBhvr>
                                        <p:cTn id="57" dur="500"/>
                                        <p:tgtEl>
                                          <p:spTgt spid="5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500"/>
                                        <p:tgtEl>
                                          <p:spTgt spid="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5"/>
                                        </p:tgtEl>
                                        <p:attrNameLst>
                                          <p:attrName>style.visibility</p:attrName>
                                        </p:attrNameLst>
                                      </p:cBhvr>
                                      <p:to>
                                        <p:strVal val="visible"/>
                                      </p:to>
                                    </p:set>
                                    <p:animEffect transition="in" filter="fade">
                                      <p:cBhvr>
                                        <p:cTn id="63" dur="500"/>
                                        <p:tgtEl>
                                          <p:spTgt spid="6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1"/>
                                        </p:tgtEl>
                                        <p:attrNameLst>
                                          <p:attrName>style.visibility</p:attrName>
                                        </p:attrNameLst>
                                      </p:cBhvr>
                                      <p:to>
                                        <p:strVal val="visible"/>
                                      </p:to>
                                    </p:set>
                                    <p:animEffect transition="in" filter="fade">
                                      <p:cBhvr>
                                        <p:cTn id="66" dur="500"/>
                                        <p:tgtEl>
                                          <p:spTgt spid="6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500"/>
                                        <p:tgtEl>
                                          <p:spTgt spid="58"/>
                                        </p:tgtEl>
                                      </p:cBhvr>
                                    </p:animEffect>
                                  </p:childTnLst>
                                </p:cTn>
                              </p:par>
                              <p:par>
                                <p:cTn id="72" presetID="10" presetClass="entr" presetSubtype="0" fill="hold" nodeType="withEffect">
                                  <p:stCondLst>
                                    <p:cond delay="0"/>
                                  </p:stCondLst>
                                  <p:childTnLst>
                                    <p:set>
                                      <p:cBhvr>
                                        <p:cTn id="73" dur="1" fill="hold">
                                          <p:stCondLst>
                                            <p:cond delay="0"/>
                                          </p:stCondLst>
                                        </p:cTn>
                                        <p:tgtEl>
                                          <p:spTgt spid="62"/>
                                        </p:tgtEl>
                                        <p:attrNameLst>
                                          <p:attrName>style.visibility</p:attrName>
                                        </p:attrNameLst>
                                      </p:cBhvr>
                                      <p:to>
                                        <p:strVal val="visible"/>
                                      </p:to>
                                    </p:set>
                                    <p:animEffect transition="in" filter="fade">
                                      <p:cBhvr>
                                        <p:cTn id="74" dur="500"/>
                                        <p:tgtEl>
                                          <p:spTgt spid="6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fade">
                                      <p:cBhvr>
                                        <p:cTn id="85" dur="500"/>
                                        <p:tgtEl>
                                          <p:spTgt spid="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91"/>
                                        </p:tgtEl>
                                        <p:attrNameLst>
                                          <p:attrName>style.visibility</p:attrName>
                                        </p:attrNameLst>
                                      </p:cBhvr>
                                      <p:to>
                                        <p:strVal val="visible"/>
                                      </p:to>
                                    </p:set>
                                    <p:animEffect transition="in" filter="fade">
                                      <p:cBhvr>
                                        <p:cTn id="88" dur="500"/>
                                        <p:tgtEl>
                                          <p:spTgt spid="9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8"/>
                                        </p:tgtEl>
                                        <p:attrNameLst>
                                          <p:attrName>style.visibility</p:attrName>
                                        </p:attrNameLst>
                                      </p:cBhvr>
                                      <p:to>
                                        <p:strVal val="visible"/>
                                      </p:to>
                                    </p:set>
                                    <p:animEffect transition="in" filter="fade">
                                      <p:cBhvr>
                                        <p:cTn id="91" dur="500"/>
                                        <p:tgtEl>
                                          <p:spTgt spid="78"/>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87"/>
                                        </p:tgtEl>
                                        <p:attrNameLst>
                                          <p:attrName>style.visibility</p:attrName>
                                        </p:attrNameLst>
                                      </p:cBhvr>
                                      <p:to>
                                        <p:strVal val="visible"/>
                                      </p:to>
                                    </p:set>
                                    <p:animEffect transition="in" filter="fade">
                                      <p:cBhvr>
                                        <p:cTn id="96" dur="500"/>
                                        <p:tgtEl>
                                          <p:spTgt spid="87"/>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66"/>
                                        </p:tgtEl>
                                        <p:attrNameLst>
                                          <p:attrName>style.visibility</p:attrName>
                                        </p:attrNameLst>
                                      </p:cBhvr>
                                      <p:to>
                                        <p:strVal val="visible"/>
                                      </p:to>
                                    </p:set>
                                    <p:animEffect transition="in" filter="fade">
                                      <p:cBhvr>
                                        <p:cTn id="101" dur="500"/>
                                        <p:tgtEl>
                                          <p:spTgt spid="66"/>
                                        </p:tgtEl>
                                      </p:cBhvr>
                                    </p:animEffect>
                                  </p:childTnLst>
                                </p:cTn>
                              </p:par>
                              <p:par>
                                <p:cTn id="102" presetID="10" presetClass="entr" presetSubtype="0" fill="hold" nodeType="withEffect">
                                  <p:stCondLst>
                                    <p:cond delay="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9"/>
                                        </p:tgtEl>
                                        <p:attrNameLst>
                                          <p:attrName>style.visibility</p:attrName>
                                        </p:attrNameLst>
                                      </p:cBhvr>
                                      <p:to>
                                        <p:strVal val="visible"/>
                                      </p:to>
                                    </p:set>
                                    <p:animEffect transition="in" filter="fade">
                                      <p:cBhvr>
                                        <p:cTn id="107" dur="500"/>
                                        <p:tgtEl>
                                          <p:spTgt spid="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105"/>
                                        </p:tgtEl>
                                        <p:attrNameLst>
                                          <p:attrName>style.visibility</p:attrName>
                                        </p:attrNameLst>
                                      </p:cBhvr>
                                      <p:to>
                                        <p:strVal val="visible"/>
                                      </p:to>
                                    </p:set>
                                    <p:animEffect transition="in" filter="fade">
                                      <p:cBhvr>
                                        <p:cTn id="110" dur="500"/>
                                        <p:tgtEl>
                                          <p:spTgt spid="10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107"/>
                                        </p:tgtEl>
                                        <p:attrNameLst>
                                          <p:attrName>style.visibility</p:attrName>
                                        </p:attrNameLst>
                                      </p:cBhvr>
                                      <p:to>
                                        <p:strVal val="visible"/>
                                      </p:to>
                                    </p:set>
                                    <p:animEffect transition="in" filter="fade">
                                      <p:cBhvr>
                                        <p:cTn id="113" dur="500"/>
                                        <p:tgtEl>
                                          <p:spTgt spid="107"/>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102"/>
                                        </p:tgtEl>
                                        <p:attrNameLst>
                                          <p:attrName>style.visibility</p:attrName>
                                        </p:attrNameLst>
                                      </p:cBhvr>
                                      <p:to>
                                        <p:strVal val="visible"/>
                                      </p:to>
                                    </p:set>
                                    <p:animEffect transition="in" filter="fade">
                                      <p:cBhvr>
                                        <p:cTn id="118" dur="500"/>
                                        <p:tgtEl>
                                          <p:spTgt spid="102"/>
                                        </p:tgtEl>
                                      </p:cBhvr>
                                    </p:animEffect>
                                  </p:childTnLst>
                                </p:cTn>
                              </p:par>
                              <p:par>
                                <p:cTn id="119" presetID="10" presetClass="entr" presetSubtype="0" fill="hold" nodeType="withEffect">
                                  <p:stCondLst>
                                    <p:cond delay="0"/>
                                  </p:stCondLst>
                                  <p:childTnLst>
                                    <p:set>
                                      <p:cBhvr>
                                        <p:cTn id="120" dur="1" fill="hold">
                                          <p:stCondLst>
                                            <p:cond delay="0"/>
                                          </p:stCondLst>
                                        </p:cTn>
                                        <p:tgtEl>
                                          <p:spTgt spid="95"/>
                                        </p:tgtEl>
                                        <p:attrNameLst>
                                          <p:attrName>style.visibility</p:attrName>
                                        </p:attrNameLst>
                                      </p:cBhvr>
                                      <p:to>
                                        <p:strVal val="visible"/>
                                      </p:to>
                                    </p:set>
                                    <p:animEffect transition="in" filter="fade">
                                      <p:cBhvr>
                                        <p:cTn id="121" dur="500"/>
                                        <p:tgtEl>
                                          <p:spTgt spid="95"/>
                                        </p:tgtEl>
                                      </p:cBhvr>
                                    </p:animEffect>
                                  </p:childTnLst>
                                </p:cTn>
                              </p:par>
                              <p:par>
                                <p:cTn id="122" presetID="10" presetClass="entr" presetSubtype="0" fill="hold" nodeType="withEffect">
                                  <p:stCondLst>
                                    <p:cond delay="0"/>
                                  </p:stCondLst>
                                  <p:childTnLst>
                                    <p:set>
                                      <p:cBhvr>
                                        <p:cTn id="123" dur="1" fill="hold">
                                          <p:stCondLst>
                                            <p:cond delay="0"/>
                                          </p:stCondLst>
                                        </p:cTn>
                                        <p:tgtEl>
                                          <p:spTgt spid="98"/>
                                        </p:tgtEl>
                                        <p:attrNameLst>
                                          <p:attrName>style.visibility</p:attrName>
                                        </p:attrNameLst>
                                      </p:cBhvr>
                                      <p:to>
                                        <p:strVal val="visible"/>
                                      </p:to>
                                    </p:set>
                                    <p:animEffect transition="in" filter="fade">
                                      <p:cBhvr>
                                        <p:cTn id="124" dur="500"/>
                                        <p:tgtEl>
                                          <p:spTgt spid="9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27"/>
                                        </p:tgtEl>
                                        <p:attrNameLst>
                                          <p:attrName>style.visibility</p:attrName>
                                        </p:attrNameLst>
                                      </p:cBhvr>
                                      <p:to>
                                        <p:strVal val="visible"/>
                                      </p:to>
                                    </p:set>
                                    <p:animEffect transition="in" filter="fade">
                                      <p:cBhvr>
                                        <p:cTn id="127" dur="500"/>
                                        <p:tgtEl>
                                          <p:spTgt spid="27"/>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fade">
                                      <p:cBhvr>
                                        <p:cTn id="130" dur="500"/>
                                        <p:tgtEl>
                                          <p:spTgt spid="28"/>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nodeType="clickEffect">
                                  <p:stCondLst>
                                    <p:cond delay="0"/>
                                  </p:stCondLst>
                                  <p:childTnLst>
                                    <p:set>
                                      <p:cBhvr>
                                        <p:cTn id="134" dur="1" fill="hold">
                                          <p:stCondLst>
                                            <p:cond delay="0"/>
                                          </p:stCondLst>
                                        </p:cTn>
                                        <p:tgtEl>
                                          <p:spTgt spid="92"/>
                                        </p:tgtEl>
                                        <p:attrNameLst>
                                          <p:attrName>style.visibility</p:attrName>
                                        </p:attrNameLst>
                                      </p:cBhvr>
                                      <p:to>
                                        <p:strVal val="visible"/>
                                      </p:to>
                                    </p:set>
                                    <p:animEffect transition="in" filter="fade">
                                      <p:cBhvr>
                                        <p:cTn id="135" dur="500"/>
                                        <p:tgtEl>
                                          <p:spTgt spid="92"/>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23" grpId="0"/>
      <p:bldP spid="24" grpId="0"/>
      <p:bldP spid="25" grpId="0" animBg="1"/>
      <p:bldP spid="26" grpId="0" animBg="1"/>
      <p:bldP spid="27" grpId="0" animBg="1"/>
      <p:bldP spid="28" grpId="0" animBg="1"/>
      <p:bldP spid="29" grpId="0" animBg="1"/>
      <p:bldP spid="44" grpId="0"/>
      <p:bldP spid="49" grpId="0"/>
      <p:bldP spid="53" grpId="0"/>
      <p:bldP spid="57" grpId="0"/>
      <p:bldP spid="61" grpId="0"/>
      <p:bldP spid="65" grpId="0"/>
      <p:bldP spid="78" grpId="0"/>
      <p:bldP spid="91" grpId="0"/>
      <p:bldP spid="105" grpId="0"/>
      <p:bldP spid="10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5728A68-DC13-DBFE-3D48-8CF8CF068A93}"/>
              </a:ext>
            </a:extLst>
          </p:cNvPr>
          <p:cNvSpPr>
            <a:spLocks noGrp="1"/>
          </p:cNvSpPr>
          <p:nvPr>
            <p:ph type="body" sz="quarter" idx="13"/>
          </p:nvPr>
        </p:nvSpPr>
        <p:spPr>
          <a:xfrm>
            <a:off x="1017712" y="2215839"/>
            <a:ext cx="2505418" cy="599079"/>
          </a:xfrm>
        </p:spPr>
        <p:txBody>
          <a:bodyPr/>
          <a:lstStyle/>
          <a:p>
            <a:r>
              <a:rPr lang="en-US" sz="3200" dirty="0">
                <a:latin typeface="Pacifico" panose="00000500000000000000" pitchFamily="2" charset="0"/>
              </a:rPr>
              <a:t>Professional :</a:t>
            </a:r>
          </a:p>
        </p:txBody>
      </p:sp>
      <p:sp>
        <p:nvSpPr>
          <p:cNvPr id="3" name="Titel 2">
            <a:extLst>
              <a:ext uri="{FF2B5EF4-FFF2-40B4-BE49-F238E27FC236}">
                <a16:creationId xmlns:a16="http://schemas.microsoft.com/office/drawing/2014/main" id="{BB4ECD40-529B-5B3B-2B18-A99781DD37E2}"/>
              </a:ext>
            </a:extLst>
          </p:cNvPr>
          <p:cNvSpPr>
            <a:spLocks noGrp="1"/>
          </p:cNvSpPr>
          <p:nvPr>
            <p:ph type="title"/>
          </p:nvPr>
        </p:nvSpPr>
        <p:spPr/>
        <p:txBody>
          <a:bodyPr/>
          <a:lstStyle/>
          <a:p>
            <a:r>
              <a:rPr lang="en-US" dirty="0"/>
              <a:t>Promote your data!</a:t>
            </a:r>
            <a:endParaRPr lang="nl-NL" dirty="0"/>
          </a:p>
        </p:txBody>
      </p:sp>
      <p:sp>
        <p:nvSpPr>
          <p:cNvPr id="4" name="Tijdelijke aanduiding voor tekst 3">
            <a:extLst>
              <a:ext uri="{FF2B5EF4-FFF2-40B4-BE49-F238E27FC236}">
                <a16:creationId xmlns:a16="http://schemas.microsoft.com/office/drawing/2014/main" id="{DA2F15A6-0FE6-3B98-53CF-FA2E5B9CAACB}"/>
              </a:ext>
            </a:extLst>
          </p:cNvPr>
          <p:cNvSpPr>
            <a:spLocks noGrp="1"/>
          </p:cNvSpPr>
          <p:nvPr>
            <p:ph type="body" sz="quarter" idx="1002"/>
          </p:nvPr>
        </p:nvSpPr>
        <p:spPr/>
        <p:txBody>
          <a:bodyPr/>
          <a:lstStyle/>
          <a:p>
            <a:endParaRPr lang="nl-NL"/>
          </a:p>
        </p:txBody>
      </p:sp>
      <p:sp>
        <p:nvSpPr>
          <p:cNvPr id="5" name="Tijdelijke aanduiding voor tekst 1">
            <a:extLst>
              <a:ext uri="{FF2B5EF4-FFF2-40B4-BE49-F238E27FC236}">
                <a16:creationId xmlns:a16="http://schemas.microsoft.com/office/drawing/2014/main" id="{878A9F47-3FC1-DD4B-2E83-C0B2210C4261}"/>
              </a:ext>
            </a:extLst>
          </p:cNvPr>
          <p:cNvSpPr txBox="1">
            <a:spLocks/>
          </p:cNvSpPr>
          <p:nvPr/>
        </p:nvSpPr>
        <p:spPr bwMode="gray">
          <a:xfrm>
            <a:off x="7436442" y="2215839"/>
            <a:ext cx="1850994" cy="599079"/>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3200" dirty="0">
                <a:latin typeface="Pacifico" panose="00000500000000000000" pitchFamily="2" charset="0"/>
              </a:rPr>
              <a:t>Informal : </a:t>
            </a:r>
          </a:p>
        </p:txBody>
      </p:sp>
      <p:sp>
        <p:nvSpPr>
          <p:cNvPr id="6" name="Tijdelijke aanduiding voor tekst 1">
            <a:extLst>
              <a:ext uri="{FF2B5EF4-FFF2-40B4-BE49-F238E27FC236}">
                <a16:creationId xmlns:a16="http://schemas.microsoft.com/office/drawing/2014/main" id="{859D8D8F-31E8-5840-4705-C516D15A0330}"/>
              </a:ext>
            </a:extLst>
          </p:cNvPr>
          <p:cNvSpPr txBox="1">
            <a:spLocks/>
          </p:cNvSpPr>
          <p:nvPr/>
        </p:nvSpPr>
        <p:spPr bwMode="gray">
          <a:xfrm>
            <a:off x="1017712" y="3228072"/>
            <a:ext cx="4934853" cy="194456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342900" lvl="0" indent="-342900">
              <a:buFont typeface="Wingdings" panose="05000000000000000000" pitchFamily="2" charset="2"/>
              <a:buChar char="Ø"/>
            </a:pPr>
            <a:r>
              <a:rPr lang="en-US" sz="2400" dirty="0">
                <a:solidFill>
                  <a:schemeClr val="accent2">
                    <a:lumMod val="60000"/>
                    <a:lumOff val="40000"/>
                  </a:schemeClr>
                </a:solidFill>
                <a:latin typeface="Pacifico" panose="00000500000000000000" pitchFamily="2" charset="0"/>
              </a:rPr>
              <a:t>Always cite your data</a:t>
            </a:r>
          </a:p>
          <a:p>
            <a:pPr marL="342900" lvl="0" indent="-342900">
              <a:buFont typeface="Wingdings" panose="05000000000000000000" pitchFamily="2" charset="2"/>
              <a:buChar char="Ø"/>
            </a:pPr>
            <a:r>
              <a:rPr lang="en-US" sz="2400" dirty="0">
                <a:solidFill>
                  <a:schemeClr val="accent5">
                    <a:lumMod val="75000"/>
                  </a:schemeClr>
                </a:solidFill>
                <a:latin typeface="Pacifico" panose="00000500000000000000" pitchFamily="2" charset="0"/>
              </a:rPr>
              <a:t>Link publications to data</a:t>
            </a:r>
          </a:p>
          <a:p>
            <a:pPr marL="342900" lvl="0" indent="-342900">
              <a:buFont typeface="Wingdings" panose="05000000000000000000" pitchFamily="2" charset="2"/>
              <a:buChar char="Ø"/>
            </a:pPr>
            <a:r>
              <a:rPr lang="en-US" sz="2400" dirty="0">
                <a:solidFill>
                  <a:schemeClr val="accent1"/>
                </a:solidFill>
                <a:latin typeface="Pacifico" panose="00000500000000000000" pitchFamily="2" charset="0"/>
              </a:rPr>
              <a:t>Publish in data journals</a:t>
            </a:r>
          </a:p>
          <a:p>
            <a:pPr marL="342900" lvl="0" indent="-342900">
              <a:buFont typeface="Wingdings" panose="05000000000000000000" pitchFamily="2" charset="2"/>
              <a:buChar char="Ø"/>
            </a:pPr>
            <a:r>
              <a:rPr lang="en-US" sz="2400" dirty="0">
                <a:solidFill>
                  <a:schemeClr val="accent1">
                    <a:lumMod val="75000"/>
                  </a:schemeClr>
                </a:solidFill>
                <a:latin typeface="Pacifico" panose="00000500000000000000" pitchFamily="2" charset="0"/>
              </a:rPr>
              <a:t>Use repositories that promote data</a:t>
            </a:r>
          </a:p>
        </p:txBody>
      </p:sp>
      <p:sp>
        <p:nvSpPr>
          <p:cNvPr id="7" name="Tijdelijke aanduiding voor tekst 1">
            <a:extLst>
              <a:ext uri="{FF2B5EF4-FFF2-40B4-BE49-F238E27FC236}">
                <a16:creationId xmlns:a16="http://schemas.microsoft.com/office/drawing/2014/main" id="{E53C469A-C4FD-F184-0712-2CD1D5B089E7}"/>
              </a:ext>
            </a:extLst>
          </p:cNvPr>
          <p:cNvSpPr txBox="1">
            <a:spLocks/>
          </p:cNvSpPr>
          <p:nvPr/>
        </p:nvSpPr>
        <p:spPr bwMode="gray">
          <a:xfrm>
            <a:off x="7436442" y="3228072"/>
            <a:ext cx="4934853" cy="194456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marL="342900" lvl="0" indent="-342900">
              <a:buFont typeface="Wingdings" panose="05000000000000000000" pitchFamily="2" charset="2"/>
              <a:buChar char="Ø"/>
            </a:pPr>
            <a:r>
              <a:rPr lang="en-US" sz="2400" dirty="0">
                <a:solidFill>
                  <a:schemeClr val="accent1">
                    <a:lumMod val="75000"/>
                  </a:schemeClr>
                </a:solidFill>
                <a:latin typeface="Pacifico" panose="00000500000000000000" pitchFamily="2" charset="0"/>
              </a:rPr>
              <a:t>Teach students with your data</a:t>
            </a:r>
          </a:p>
          <a:p>
            <a:pPr marL="342900" lvl="0" indent="-342900">
              <a:buFont typeface="Wingdings" panose="05000000000000000000" pitchFamily="2" charset="2"/>
              <a:buChar char="Ø"/>
            </a:pPr>
            <a:r>
              <a:rPr lang="en-US" sz="2400" dirty="0">
                <a:solidFill>
                  <a:schemeClr val="accent3">
                    <a:lumMod val="60000"/>
                    <a:lumOff val="40000"/>
                  </a:schemeClr>
                </a:solidFill>
                <a:latin typeface="Pacifico" panose="00000500000000000000" pitchFamily="2" charset="0"/>
              </a:rPr>
              <a:t>Write a blog about your data</a:t>
            </a:r>
          </a:p>
          <a:p>
            <a:pPr marL="342900" lvl="0" indent="-342900">
              <a:buFont typeface="Wingdings" panose="05000000000000000000" pitchFamily="2" charset="2"/>
              <a:buChar char="Ø"/>
            </a:pPr>
            <a:r>
              <a:rPr lang="en-US" sz="2400" dirty="0">
                <a:solidFill>
                  <a:schemeClr val="accent4">
                    <a:lumMod val="60000"/>
                    <a:lumOff val="40000"/>
                  </a:schemeClr>
                </a:solidFill>
                <a:latin typeface="Pacifico" panose="00000500000000000000" pitchFamily="2" charset="0"/>
              </a:rPr>
              <a:t>Share your data on social media</a:t>
            </a:r>
          </a:p>
          <a:p>
            <a:pPr marL="342900" lvl="0" indent="-342900">
              <a:buFont typeface="Wingdings" panose="05000000000000000000" pitchFamily="2" charset="2"/>
              <a:buChar char="Ø"/>
            </a:pPr>
            <a:r>
              <a:rPr lang="en-US" sz="2400" dirty="0">
                <a:solidFill>
                  <a:schemeClr val="accent3">
                    <a:lumMod val="75000"/>
                  </a:schemeClr>
                </a:solidFill>
                <a:latin typeface="Pacifico" panose="00000500000000000000" pitchFamily="2" charset="0"/>
              </a:rPr>
              <a:t>… ?</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8" name="Inkt 7">
                <a:extLst>
                  <a:ext uri="{FF2B5EF4-FFF2-40B4-BE49-F238E27FC236}">
                    <a16:creationId xmlns:a16="http://schemas.microsoft.com/office/drawing/2014/main" id="{D5BDE9FD-D686-AD8C-B22C-1A8358B1A814}"/>
                  </a:ext>
                </a:extLst>
              </p14:cNvPr>
              <p14:cNvContentPartPr/>
              <p14:nvPr/>
            </p14:nvContentPartPr>
            <p14:xfrm>
              <a:off x="1002743" y="2734106"/>
              <a:ext cx="2227320" cy="27360"/>
            </p14:xfrm>
          </p:contentPart>
        </mc:Choice>
        <mc:Fallback xmlns="">
          <p:pic>
            <p:nvPicPr>
              <p:cNvPr id="8" name="Inkt 7">
                <a:extLst>
                  <a:ext uri="{FF2B5EF4-FFF2-40B4-BE49-F238E27FC236}">
                    <a16:creationId xmlns:a16="http://schemas.microsoft.com/office/drawing/2014/main" id="{D5BDE9FD-D686-AD8C-B22C-1A8358B1A814}"/>
                  </a:ext>
                </a:extLst>
              </p:cNvPr>
              <p:cNvPicPr/>
              <p:nvPr/>
            </p:nvPicPr>
            <p:blipFill>
              <a:blip r:embed="rId4"/>
              <a:stretch>
                <a:fillRect/>
              </a:stretch>
            </p:blipFill>
            <p:spPr>
              <a:xfrm>
                <a:off x="967103" y="2518106"/>
                <a:ext cx="2298960" cy="459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9" name="Inkt 8">
                <a:extLst>
                  <a:ext uri="{FF2B5EF4-FFF2-40B4-BE49-F238E27FC236}">
                    <a16:creationId xmlns:a16="http://schemas.microsoft.com/office/drawing/2014/main" id="{6A188DEF-D531-B4FE-191A-61F7CD94A9C4}"/>
                  </a:ext>
                </a:extLst>
              </p14:cNvPr>
              <p14:cNvContentPartPr/>
              <p14:nvPr/>
            </p14:nvContentPartPr>
            <p14:xfrm>
              <a:off x="7439183" y="2707826"/>
              <a:ext cx="1629360" cy="43920"/>
            </p14:xfrm>
          </p:contentPart>
        </mc:Choice>
        <mc:Fallback xmlns="">
          <p:pic>
            <p:nvPicPr>
              <p:cNvPr id="9" name="Inkt 8">
                <a:extLst>
                  <a:ext uri="{FF2B5EF4-FFF2-40B4-BE49-F238E27FC236}">
                    <a16:creationId xmlns:a16="http://schemas.microsoft.com/office/drawing/2014/main" id="{6A188DEF-D531-B4FE-191A-61F7CD94A9C4}"/>
                  </a:ext>
                </a:extLst>
              </p:cNvPr>
              <p:cNvPicPr/>
              <p:nvPr/>
            </p:nvPicPr>
            <p:blipFill>
              <a:blip r:embed="rId6"/>
              <a:stretch>
                <a:fillRect/>
              </a:stretch>
            </p:blipFill>
            <p:spPr>
              <a:xfrm>
                <a:off x="7403543" y="2491826"/>
                <a:ext cx="1701000" cy="475560"/>
              </a:xfrm>
              <a:prstGeom prst="rect">
                <a:avLst/>
              </a:prstGeom>
            </p:spPr>
          </p:pic>
        </mc:Fallback>
      </mc:AlternateContent>
    </p:spTree>
    <p:extLst>
      <p:ext uri="{BB962C8B-B14F-4D97-AF65-F5344CB8AC3E}">
        <p14:creationId xmlns:p14="http://schemas.microsoft.com/office/powerpoint/2010/main" val="368501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63"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1000" fill="hold"/>
                                        <p:tgtEl>
                                          <p:spTgt spid="8"/>
                                        </p:tgtEl>
                                        <p:attrNameLst>
                                          <p:attrName>drawProgress</p:attrName>
                                        </p:attrNameLst>
                                      </p:cBhvr>
                                      <p:tavLst>
                                        <p:tav tm="0">
                                          <p:val>
                                            <p:fltVal val="0"/>
                                          </p:val>
                                        </p:tav>
                                        <p:tav tm="100000">
                                          <p:val>
                                            <p:fltVal val="1"/>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500"/>
                                        <p:tgtEl>
                                          <p:spTgt spid="6">
                                            <p:txEl>
                                              <p:pRg st="0" end="0"/>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500"/>
                                        <p:tgtEl>
                                          <p:spTgt spid="6">
                                            <p:txEl>
                                              <p:pRg st="1" end="1"/>
                                            </p:txEl>
                                          </p:spTgt>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fade">
                                      <p:cBhvr>
                                        <p:cTn id="24" dur="500"/>
                                        <p:tgtEl>
                                          <p:spTgt spid="6">
                                            <p:txEl>
                                              <p:pRg st="2" end="2"/>
                                            </p:txEl>
                                          </p:spTgt>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500"/>
                                        <p:tgtEl>
                                          <p:spTgt spid="6">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par>
                          <p:cTn id="34" fill="hold">
                            <p:stCondLst>
                              <p:cond delay="500"/>
                            </p:stCondLst>
                            <p:childTnLst>
                              <p:par>
                                <p:cTn id="35" presetID="63" presetClass="entr" presetSubtype="0"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drawProgress</p:attrName>
                                        </p:attrNameLst>
                                      </p:cBhvr>
                                      <p:tavLst>
                                        <p:tav tm="0">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0" end="0"/>
                                            </p:txEl>
                                          </p:spTgt>
                                        </p:tgtEl>
                                        <p:attrNameLst>
                                          <p:attrName>style.visibility</p:attrName>
                                        </p:attrNameLst>
                                      </p:cBhvr>
                                      <p:to>
                                        <p:strVal val="visible"/>
                                      </p:to>
                                    </p:set>
                                    <p:animEffect transition="in" filter="fade">
                                      <p:cBhvr>
                                        <p:cTn id="42" dur="500"/>
                                        <p:tgtEl>
                                          <p:spTgt spid="7">
                                            <p:txEl>
                                              <p:pRg st="0" end="0"/>
                                            </p:txEl>
                                          </p:spTgt>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7">
                                            <p:txEl>
                                              <p:pRg st="1" end="1"/>
                                            </p:txEl>
                                          </p:spTgt>
                                        </p:tgtEl>
                                        <p:attrNameLst>
                                          <p:attrName>style.visibility</p:attrName>
                                        </p:attrNameLst>
                                      </p:cBhvr>
                                      <p:to>
                                        <p:strVal val="visible"/>
                                      </p:to>
                                    </p:set>
                                    <p:animEffect transition="in" filter="fade">
                                      <p:cBhvr>
                                        <p:cTn id="46" dur="500"/>
                                        <p:tgtEl>
                                          <p:spTgt spid="7">
                                            <p:txEl>
                                              <p:pRg st="1" end="1"/>
                                            </p:txEl>
                                          </p:spTgt>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7">
                                            <p:txEl>
                                              <p:pRg st="2" end="2"/>
                                            </p:txEl>
                                          </p:spTgt>
                                        </p:tgtEl>
                                        <p:attrNameLst>
                                          <p:attrName>style.visibility</p:attrName>
                                        </p:attrNameLst>
                                      </p:cBhvr>
                                      <p:to>
                                        <p:strVal val="visible"/>
                                      </p:to>
                                    </p:set>
                                    <p:animEffect transition="in" filter="fade">
                                      <p:cBhvr>
                                        <p:cTn id="50" dur="500"/>
                                        <p:tgtEl>
                                          <p:spTgt spid="7">
                                            <p:txEl>
                                              <p:pRg st="2" end="2"/>
                                            </p:txEl>
                                          </p:spTgt>
                                        </p:tgtEl>
                                      </p:cBhvr>
                                    </p:animEffect>
                                  </p:childTnLst>
                                </p:cTn>
                              </p:par>
                            </p:childTnLst>
                          </p:cTn>
                        </p:par>
                        <p:par>
                          <p:cTn id="51" fill="hold">
                            <p:stCondLst>
                              <p:cond delay="1500"/>
                            </p:stCondLst>
                            <p:childTnLst>
                              <p:par>
                                <p:cTn id="52" presetID="10" presetClass="entr" presetSubtype="0" fill="hold" nodeType="afterEffect">
                                  <p:stCondLst>
                                    <p:cond delay="0"/>
                                  </p:stCondLst>
                                  <p:childTnLst>
                                    <p:set>
                                      <p:cBhvr>
                                        <p:cTn id="53" dur="1" fill="hold">
                                          <p:stCondLst>
                                            <p:cond delay="0"/>
                                          </p:stCondLst>
                                        </p:cTn>
                                        <p:tgtEl>
                                          <p:spTgt spid="7">
                                            <p:txEl>
                                              <p:pRg st="3" end="3"/>
                                            </p:txEl>
                                          </p:spTgt>
                                        </p:tgtEl>
                                        <p:attrNameLst>
                                          <p:attrName>style.visibility</p:attrName>
                                        </p:attrNameLst>
                                      </p:cBhvr>
                                      <p:to>
                                        <p:strVal val="visible"/>
                                      </p:to>
                                    </p:set>
                                    <p:animEffect transition="in" filter="fade">
                                      <p:cBhvr>
                                        <p:cTn id="54"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C9B40-8580-16C7-164D-76E2CA2173C8}"/>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C1DBF49-F2F8-14FE-5E97-C25A94E96013}"/>
              </a:ext>
            </a:extLst>
          </p:cNvPr>
          <p:cNvSpPr>
            <a:spLocks noGrp="1"/>
          </p:cNvSpPr>
          <p:nvPr>
            <p:ph type="body" sz="quarter" idx="10"/>
          </p:nvPr>
        </p:nvSpPr>
        <p:spPr/>
        <p:txBody>
          <a:bodyPr/>
          <a:lstStyle/>
          <a:p>
            <a:r>
              <a:rPr lang="en-US" dirty="0"/>
              <a:t>Future developments</a:t>
            </a:r>
            <a:endParaRPr lang="nl-NL" dirty="0"/>
          </a:p>
        </p:txBody>
      </p:sp>
    </p:spTree>
    <p:extLst>
      <p:ext uri="{BB962C8B-B14F-4D97-AF65-F5344CB8AC3E}">
        <p14:creationId xmlns:p14="http://schemas.microsoft.com/office/powerpoint/2010/main" val="8740180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3A1A7CE-DCF5-9801-193B-007C1D8073B2}"/>
              </a:ext>
            </a:extLst>
          </p:cNvPr>
          <p:cNvSpPr>
            <a:spLocks noGrp="1"/>
          </p:cNvSpPr>
          <p:nvPr>
            <p:ph type="body" sz="quarter" idx="13"/>
          </p:nvPr>
        </p:nvSpPr>
        <p:spPr>
          <a:xfrm>
            <a:off x="1017712" y="2215838"/>
            <a:ext cx="10298980" cy="1530437"/>
          </a:xfrm>
        </p:spPr>
        <p:txBody>
          <a:bodyPr/>
          <a:lstStyle/>
          <a:p>
            <a:pPr marL="285750" indent="-285750">
              <a:buFont typeface="Wingdings" panose="05000000000000000000" pitchFamily="2" charset="2"/>
              <a:buChar char="v"/>
            </a:pPr>
            <a:r>
              <a:rPr lang="en-US" dirty="0"/>
              <a:t>Virtual computer that is sealed off from the outside world</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Data provider retains absolute control</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nl-NL" dirty="0" err="1"/>
              <a:t>Researchers</a:t>
            </a:r>
            <a:r>
              <a:rPr lang="nl-NL" dirty="0"/>
              <a:t> </a:t>
            </a:r>
            <a:r>
              <a:rPr lang="nl-NL" dirty="0" err="1"/>
              <a:t>can</a:t>
            </a:r>
            <a:r>
              <a:rPr lang="nl-NL" dirty="0"/>
              <a:t> </a:t>
            </a:r>
            <a:r>
              <a:rPr lang="nl-NL" dirty="0" err="1"/>
              <a:t>safely</a:t>
            </a:r>
            <a:r>
              <a:rPr lang="nl-NL" dirty="0"/>
              <a:t> </a:t>
            </a:r>
            <a:r>
              <a:rPr lang="nl-NL" dirty="0" err="1"/>
              <a:t>work</a:t>
            </a:r>
            <a:r>
              <a:rPr lang="nl-NL" dirty="0"/>
              <a:t> </a:t>
            </a:r>
            <a:r>
              <a:rPr lang="nl-NL" dirty="0" err="1"/>
              <a:t>with</a:t>
            </a:r>
            <a:r>
              <a:rPr lang="nl-NL" dirty="0"/>
              <a:t> </a:t>
            </a:r>
            <a:r>
              <a:rPr lang="nl-NL" dirty="0" err="1"/>
              <a:t>sensitive</a:t>
            </a:r>
            <a:r>
              <a:rPr lang="nl-NL" dirty="0"/>
              <a:t> datasets</a:t>
            </a:r>
          </a:p>
        </p:txBody>
      </p:sp>
      <p:sp>
        <p:nvSpPr>
          <p:cNvPr id="3" name="Titel 2">
            <a:extLst>
              <a:ext uri="{FF2B5EF4-FFF2-40B4-BE49-F238E27FC236}">
                <a16:creationId xmlns:a16="http://schemas.microsoft.com/office/drawing/2014/main" id="{CBF85D42-2FEB-D209-D5C3-2A3E7D71C824}"/>
              </a:ext>
            </a:extLst>
          </p:cNvPr>
          <p:cNvSpPr>
            <a:spLocks noGrp="1"/>
          </p:cNvSpPr>
          <p:nvPr>
            <p:ph type="title"/>
          </p:nvPr>
        </p:nvSpPr>
        <p:spPr/>
        <p:txBody>
          <a:bodyPr/>
          <a:lstStyle/>
          <a:p>
            <a:r>
              <a:rPr lang="nl-NL" dirty="0"/>
              <a:t>Secure </a:t>
            </a:r>
            <a:r>
              <a:rPr lang="nl-NL" dirty="0" err="1"/>
              <a:t>ANalysis</a:t>
            </a:r>
            <a:r>
              <a:rPr lang="nl-NL" dirty="0"/>
              <a:t> Environment (SANE)</a:t>
            </a:r>
          </a:p>
        </p:txBody>
      </p:sp>
      <p:sp>
        <p:nvSpPr>
          <p:cNvPr id="4" name="Tijdelijke aanduiding voor tekst 3">
            <a:extLst>
              <a:ext uri="{FF2B5EF4-FFF2-40B4-BE49-F238E27FC236}">
                <a16:creationId xmlns:a16="http://schemas.microsoft.com/office/drawing/2014/main" id="{BC93891A-3EEA-6F04-C017-35D812433355}"/>
              </a:ext>
            </a:extLst>
          </p:cNvPr>
          <p:cNvSpPr>
            <a:spLocks noGrp="1"/>
          </p:cNvSpPr>
          <p:nvPr>
            <p:ph type="body" sz="quarter" idx="1002"/>
          </p:nvPr>
        </p:nvSpPr>
        <p:spPr/>
        <p:txBody>
          <a:bodyPr/>
          <a:lstStyle/>
          <a:p>
            <a:endParaRPr lang="nl-NL"/>
          </a:p>
        </p:txBody>
      </p:sp>
      <p:sp>
        <p:nvSpPr>
          <p:cNvPr id="6" name="Stroomdiagram: Alternatief proces 5">
            <a:extLst>
              <a:ext uri="{FF2B5EF4-FFF2-40B4-BE49-F238E27FC236}">
                <a16:creationId xmlns:a16="http://schemas.microsoft.com/office/drawing/2014/main" id="{B536F55B-225E-7C7B-E0AE-3FF546DBD715}"/>
              </a:ext>
            </a:extLst>
          </p:cNvPr>
          <p:cNvSpPr/>
          <p:nvPr/>
        </p:nvSpPr>
        <p:spPr>
          <a:xfrm>
            <a:off x="4161199" y="3838832"/>
            <a:ext cx="1086679" cy="946888"/>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Owner sets up SANE</a:t>
            </a:r>
            <a:endParaRPr lang="nl-NL" sz="1600" b="1" dirty="0"/>
          </a:p>
        </p:txBody>
      </p:sp>
      <p:sp>
        <p:nvSpPr>
          <p:cNvPr id="8" name="Stroomdiagram: Alternatief proces 7">
            <a:extLst>
              <a:ext uri="{FF2B5EF4-FFF2-40B4-BE49-F238E27FC236}">
                <a16:creationId xmlns:a16="http://schemas.microsoft.com/office/drawing/2014/main" id="{773FD09B-E99A-F591-0DE2-5AED82401EE2}"/>
              </a:ext>
            </a:extLst>
          </p:cNvPr>
          <p:cNvSpPr/>
          <p:nvPr/>
        </p:nvSpPr>
        <p:spPr>
          <a:xfrm>
            <a:off x="7019106" y="5236197"/>
            <a:ext cx="2266601" cy="1012234"/>
          </a:xfrm>
          <a:prstGeom prst="flowChartAlternateProcess">
            <a:avLst/>
          </a:prstGeom>
          <a:solidFill>
            <a:srgbClr val="F15A5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Researcher analyses data and deposits results </a:t>
            </a:r>
            <a:endParaRPr lang="nl-NL" sz="1600" b="1" dirty="0"/>
          </a:p>
        </p:txBody>
      </p:sp>
      <p:sp>
        <p:nvSpPr>
          <p:cNvPr id="9" name="Rechthoek 8">
            <a:extLst>
              <a:ext uri="{FF2B5EF4-FFF2-40B4-BE49-F238E27FC236}">
                <a16:creationId xmlns:a16="http://schemas.microsoft.com/office/drawing/2014/main" id="{493813C8-5A07-8DC9-F93C-C6227F99B9CD}"/>
              </a:ext>
            </a:extLst>
          </p:cNvPr>
          <p:cNvSpPr/>
          <p:nvPr/>
        </p:nvSpPr>
        <p:spPr>
          <a:xfrm rot="16200000" flipV="1">
            <a:off x="6129700" y="-209041"/>
            <a:ext cx="216024" cy="10440000"/>
          </a:xfrm>
          <a:prstGeom prst="rect">
            <a:avLst/>
          </a:prstGeom>
          <a:solidFill>
            <a:srgbClr val="730E0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Stroomdiagram: Alternatief proces 9">
            <a:extLst>
              <a:ext uri="{FF2B5EF4-FFF2-40B4-BE49-F238E27FC236}">
                <a16:creationId xmlns:a16="http://schemas.microsoft.com/office/drawing/2014/main" id="{4F1FD95F-162C-2490-A755-986DEB7FBADD}"/>
              </a:ext>
            </a:extLst>
          </p:cNvPr>
          <p:cNvSpPr/>
          <p:nvPr/>
        </p:nvSpPr>
        <p:spPr>
          <a:xfrm>
            <a:off x="1017711" y="3838832"/>
            <a:ext cx="1354186" cy="635583"/>
          </a:xfrm>
          <a:prstGeom prst="flowChartAlternateProcess">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Data owner</a:t>
            </a:r>
            <a:endParaRPr lang="nl-NL" sz="1600" b="1" dirty="0"/>
          </a:p>
        </p:txBody>
      </p:sp>
      <p:sp>
        <p:nvSpPr>
          <p:cNvPr id="11" name="Stroomdiagram: Alternatief proces 10">
            <a:extLst>
              <a:ext uri="{FF2B5EF4-FFF2-40B4-BE49-F238E27FC236}">
                <a16:creationId xmlns:a16="http://schemas.microsoft.com/office/drawing/2014/main" id="{25F06895-C30E-31F0-2EBF-52590C89E81F}"/>
              </a:ext>
            </a:extLst>
          </p:cNvPr>
          <p:cNvSpPr/>
          <p:nvPr/>
        </p:nvSpPr>
        <p:spPr>
          <a:xfrm>
            <a:off x="1017710" y="5612848"/>
            <a:ext cx="1354187" cy="635583"/>
          </a:xfrm>
          <a:prstGeom prst="flowChartAlternateProcess">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Secondary researcher</a:t>
            </a:r>
            <a:endParaRPr lang="nl-NL" sz="1600" b="1" dirty="0"/>
          </a:p>
        </p:txBody>
      </p:sp>
      <p:sp>
        <p:nvSpPr>
          <p:cNvPr id="5" name="Stroomdiagram: Alternatief proces 4">
            <a:extLst>
              <a:ext uri="{FF2B5EF4-FFF2-40B4-BE49-F238E27FC236}">
                <a16:creationId xmlns:a16="http://schemas.microsoft.com/office/drawing/2014/main" id="{7D8CDA66-FAE5-4859-D7D6-7AB59789B24B}"/>
              </a:ext>
            </a:extLst>
          </p:cNvPr>
          <p:cNvSpPr/>
          <p:nvPr/>
        </p:nvSpPr>
        <p:spPr>
          <a:xfrm>
            <a:off x="2371897" y="4693166"/>
            <a:ext cx="1426229" cy="635583"/>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Agreement is signed</a:t>
            </a:r>
            <a:endParaRPr lang="nl-NL" sz="1600" b="1" dirty="0"/>
          </a:p>
        </p:txBody>
      </p:sp>
      <p:sp>
        <p:nvSpPr>
          <p:cNvPr id="12" name="Stroomdiagram: Alternatief proces 11">
            <a:extLst>
              <a:ext uri="{FF2B5EF4-FFF2-40B4-BE49-F238E27FC236}">
                <a16:creationId xmlns:a16="http://schemas.microsoft.com/office/drawing/2014/main" id="{42C723E2-3A82-0CE4-7DFA-28161264B0A7}"/>
              </a:ext>
            </a:extLst>
          </p:cNvPr>
          <p:cNvSpPr/>
          <p:nvPr/>
        </p:nvSpPr>
        <p:spPr>
          <a:xfrm>
            <a:off x="9728816" y="3819399"/>
            <a:ext cx="1728896" cy="946888"/>
          </a:xfrm>
          <a:prstGeom prst="flowChartAlternateProcess">
            <a:avLst/>
          </a:prstGeom>
          <a:solidFill>
            <a:schemeClr val="accent1">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Owner checks and releases results</a:t>
            </a:r>
            <a:endParaRPr lang="nl-NL" sz="1600" b="1" dirty="0"/>
          </a:p>
        </p:txBody>
      </p:sp>
      <p:cxnSp>
        <p:nvCxnSpPr>
          <p:cNvPr id="14" name="Verbindingslijn: gebogen 13">
            <a:extLst>
              <a:ext uri="{FF2B5EF4-FFF2-40B4-BE49-F238E27FC236}">
                <a16:creationId xmlns:a16="http://schemas.microsoft.com/office/drawing/2014/main" id="{52C99294-0AA1-1E6B-5396-6176B4E59EC8}"/>
              </a:ext>
            </a:extLst>
          </p:cNvPr>
          <p:cNvCxnSpPr>
            <a:cxnSpLocks/>
            <a:stCxn id="10" idx="2"/>
            <a:endCxn id="5" idx="1"/>
          </p:cNvCxnSpPr>
          <p:nvPr/>
        </p:nvCxnSpPr>
        <p:spPr>
          <a:xfrm rot="16200000" flipH="1">
            <a:off x="1765079" y="4404139"/>
            <a:ext cx="536543" cy="677093"/>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Verbindingslijn: gebogen 16">
            <a:extLst>
              <a:ext uri="{FF2B5EF4-FFF2-40B4-BE49-F238E27FC236}">
                <a16:creationId xmlns:a16="http://schemas.microsoft.com/office/drawing/2014/main" id="{1249B4AF-D29B-77E1-B7B0-EF57710E622C}"/>
              </a:ext>
            </a:extLst>
          </p:cNvPr>
          <p:cNvCxnSpPr>
            <a:cxnSpLocks/>
            <a:stCxn id="11" idx="0"/>
            <a:endCxn id="5" idx="1"/>
          </p:cNvCxnSpPr>
          <p:nvPr/>
        </p:nvCxnSpPr>
        <p:spPr>
          <a:xfrm rot="5400000" flipH="1" flipV="1">
            <a:off x="1732405" y="4973357"/>
            <a:ext cx="601890" cy="677093"/>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Verbindingslijn: gebogen 21">
            <a:extLst>
              <a:ext uri="{FF2B5EF4-FFF2-40B4-BE49-F238E27FC236}">
                <a16:creationId xmlns:a16="http://schemas.microsoft.com/office/drawing/2014/main" id="{9B611C98-B904-AF0A-D350-F576C5690571}"/>
              </a:ext>
            </a:extLst>
          </p:cNvPr>
          <p:cNvCxnSpPr>
            <a:cxnSpLocks/>
            <a:stCxn id="5" idx="0"/>
            <a:endCxn id="6" idx="1"/>
          </p:cNvCxnSpPr>
          <p:nvPr/>
        </p:nvCxnSpPr>
        <p:spPr>
          <a:xfrm rot="5400000" flipH="1" flipV="1">
            <a:off x="3432660" y="3964628"/>
            <a:ext cx="380890" cy="1076187"/>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Verbindingslijn: gebogen 24">
            <a:extLst>
              <a:ext uri="{FF2B5EF4-FFF2-40B4-BE49-F238E27FC236}">
                <a16:creationId xmlns:a16="http://schemas.microsoft.com/office/drawing/2014/main" id="{58595E06-382B-2C48-7C0F-0C4E12729A60}"/>
              </a:ext>
            </a:extLst>
          </p:cNvPr>
          <p:cNvCxnSpPr>
            <a:cxnSpLocks/>
            <a:stCxn id="33" idx="2"/>
            <a:endCxn id="8" idx="1"/>
          </p:cNvCxnSpPr>
          <p:nvPr/>
        </p:nvCxnSpPr>
        <p:spPr>
          <a:xfrm rot="16200000" flipH="1">
            <a:off x="6193288" y="4916496"/>
            <a:ext cx="956596" cy="695040"/>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Verbindingslijn: gebogen 27">
            <a:extLst>
              <a:ext uri="{FF2B5EF4-FFF2-40B4-BE49-F238E27FC236}">
                <a16:creationId xmlns:a16="http://schemas.microsoft.com/office/drawing/2014/main" id="{0482DEF5-DBAC-C141-5C5C-3BE83ACF817C}"/>
              </a:ext>
            </a:extLst>
          </p:cNvPr>
          <p:cNvCxnSpPr>
            <a:cxnSpLocks/>
            <a:stCxn id="8" idx="3"/>
            <a:endCxn id="12" idx="2"/>
          </p:cNvCxnSpPr>
          <p:nvPr/>
        </p:nvCxnSpPr>
        <p:spPr>
          <a:xfrm flipV="1">
            <a:off x="9285707" y="4766287"/>
            <a:ext cx="1307557" cy="976027"/>
          </a:xfrm>
          <a:prstGeom prst="bentConnector2">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Stroomdiagram: Alternatief proces 32">
            <a:extLst>
              <a:ext uri="{FF2B5EF4-FFF2-40B4-BE49-F238E27FC236}">
                <a16:creationId xmlns:a16="http://schemas.microsoft.com/office/drawing/2014/main" id="{D5446051-B3EF-BAE2-12D0-78A748348E4E}"/>
              </a:ext>
            </a:extLst>
          </p:cNvPr>
          <p:cNvSpPr/>
          <p:nvPr/>
        </p:nvSpPr>
        <p:spPr>
          <a:xfrm>
            <a:off x="5582409" y="3838830"/>
            <a:ext cx="1483313" cy="946888"/>
          </a:xfrm>
          <a:prstGeom prst="flowChartAlternateProcess">
            <a:avLst/>
          </a:prstGeom>
          <a:solidFill>
            <a:srgbClr val="F15A5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Owner makes data available</a:t>
            </a:r>
            <a:endParaRPr lang="nl-NL" sz="1600" b="1" dirty="0"/>
          </a:p>
        </p:txBody>
      </p:sp>
      <p:cxnSp>
        <p:nvCxnSpPr>
          <p:cNvPr id="35" name="Rechte verbindingslijn met pijl 34">
            <a:extLst>
              <a:ext uri="{FF2B5EF4-FFF2-40B4-BE49-F238E27FC236}">
                <a16:creationId xmlns:a16="http://schemas.microsoft.com/office/drawing/2014/main" id="{FF79CB13-FB0D-B070-9A2D-EF52B586794E}"/>
              </a:ext>
            </a:extLst>
          </p:cNvPr>
          <p:cNvCxnSpPr>
            <a:cxnSpLocks/>
            <a:stCxn id="6" idx="3"/>
            <a:endCxn id="33" idx="1"/>
          </p:cNvCxnSpPr>
          <p:nvPr/>
        </p:nvCxnSpPr>
        <p:spPr>
          <a:xfrm flipV="1">
            <a:off x="5247878" y="4312274"/>
            <a:ext cx="334531" cy="2"/>
          </a:xfrm>
          <a:prstGeom prst="straightConnector1">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Rechthoek 37">
            <a:extLst>
              <a:ext uri="{FF2B5EF4-FFF2-40B4-BE49-F238E27FC236}">
                <a16:creationId xmlns:a16="http://schemas.microsoft.com/office/drawing/2014/main" id="{B9A34F28-BAED-2B93-56E4-043090384071}"/>
              </a:ext>
            </a:extLst>
          </p:cNvPr>
          <p:cNvSpPr/>
          <p:nvPr/>
        </p:nvSpPr>
        <p:spPr>
          <a:xfrm>
            <a:off x="5364480" y="3718560"/>
            <a:ext cx="3996907" cy="2671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noFill/>
            </a:endParaRPr>
          </a:p>
        </p:txBody>
      </p:sp>
      <p:sp>
        <p:nvSpPr>
          <p:cNvPr id="45" name="Tekstvak 44">
            <a:extLst>
              <a:ext uri="{FF2B5EF4-FFF2-40B4-BE49-F238E27FC236}">
                <a16:creationId xmlns:a16="http://schemas.microsoft.com/office/drawing/2014/main" id="{04335A9E-1A16-7DA7-BECC-12B63BF097D0}"/>
              </a:ext>
            </a:extLst>
          </p:cNvPr>
          <p:cNvSpPr txBox="1"/>
          <p:nvPr/>
        </p:nvSpPr>
        <p:spPr>
          <a:xfrm>
            <a:off x="7182324" y="3781540"/>
            <a:ext cx="2126005" cy="584775"/>
          </a:xfrm>
          <a:prstGeom prst="rect">
            <a:avLst/>
          </a:prstGeom>
          <a:noFill/>
        </p:spPr>
        <p:txBody>
          <a:bodyPr wrap="square">
            <a:spAutoFit/>
          </a:bodyPr>
          <a:lstStyle/>
          <a:p>
            <a:pPr marR="0" lvl="0" algn="r" defTabSz="1088610" rtl="0" eaLnBrk="1" fontAlgn="auto" latinLnBrk="0" hangingPunct="1">
              <a:lnSpc>
                <a:spcPct val="100000"/>
              </a:lnSpc>
              <a:spcBef>
                <a:spcPts val="0"/>
              </a:spcBef>
              <a:spcAft>
                <a:spcPts val="300"/>
              </a:spcAft>
              <a:buClrTx/>
              <a:buSzTx/>
              <a:tabLst/>
              <a:defRPr/>
            </a:pPr>
            <a:r>
              <a:rPr kumimoji="0" lang="en-US" sz="1600" b="0" i="0" u="none" strike="noStrike" kern="1200" cap="none" spc="0" normalizeH="0" baseline="0" noProof="0" dirty="0">
                <a:ln>
                  <a:noFill/>
                </a:ln>
                <a:solidFill>
                  <a:srgbClr val="8F2011"/>
                </a:solidFill>
                <a:effectLst/>
                <a:uLnTx/>
                <a:uFillTx/>
                <a:latin typeface="Open Sans ExtraBold"/>
                <a:ea typeface="+mn-ea"/>
                <a:cs typeface="+mn-cs"/>
              </a:rPr>
              <a:t>Secure storage</a:t>
            </a:r>
            <a:br>
              <a:rPr kumimoji="0" lang="en-US" sz="1600" b="0" i="0" u="none" strike="noStrike" kern="1200" cap="none" spc="0" normalizeH="0" baseline="0" noProof="0" dirty="0">
                <a:ln>
                  <a:noFill/>
                </a:ln>
                <a:solidFill>
                  <a:srgbClr val="8F2011"/>
                </a:solidFill>
                <a:effectLst/>
                <a:uLnTx/>
                <a:uFillTx/>
                <a:latin typeface="Open Sans ExtraBold"/>
                <a:ea typeface="+mn-ea"/>
                <a:cs typeface="+mn-cs"/>
              </a:rPr>
            </a:br>
            <a:r>
              <a:rPr kumimoji="0" lang="en-US" sz="1600" b="0" i="0" u="none" strike="noStrike" kern="1200" cap="none" spc="0" normalizeH="0" baseline="0" noProof="0" dirty="0">
                <a:ln>
                  <a:noFill/>
                </a:ln>
                <a:solidFill>
                  <a:srgbClr val="8F2011"/>
                </a:solidFill>
                <a:effectLst/>
                <a:uLnTx/>
                <a:uFillTx/>
                <a:latin typeface="Open Sans ExtraBold"/>
                <a:ea typeface="+mn-ea"/>
                <a:cs typeface="+mn-cs"/>
              </a:rPr>
              <a:t>Secure computing</a:t>
            </a:r>
          </a:p>
        </p:txBody>
      </p:sp>
    </p:spTree>
    <p:extLst>
      <p:ext uri="{BB962C8B-B14F-4D97-AF65-F5344CB8AC3E}">
        <p14:creationId xmlns:p14="http://schemas.microsoft.com/office/powerpoint/2010/main" val="351862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fade">
                                      <p:cBhvr>
                                        <p:cTn id="55" dur="500"/>
                                        <p:tgtEl>
                                          <p:spTgt spid="4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500"/>
                                        <p:tgtEl>
                                          <p:spTgt spid="3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0"/>
                                        <p:tgtEl>
                                          <p:spTgt spid="3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fade">
                                      <p:cBhvr>
                                        <p:cTn id="71" dur="500"/>
                                        <p:tgtEl>
                                          <p:spTgt spid="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fade">
                                      <p:cBhvr>
                                        <p:cTn id="7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animBg="1"/>
      <p:bldP spid="8" grpId="0" animBg="1"/>
      <p:bldP spid="9" grpId="0" animBg="1"/>
      <p:bldP spid="10" grpId="0" animBg="1"/>
      <p:bldP spid="11" grpId="0" animBg="1"/>
      <p:bldP spid="5" grpId="0" animBg="1"/>
      <p:bldP spid="12" grpId="0" animBg="1"/>
      <p:bldP spid="33" grpId="0" animBg="1"/>
      <p:bldP spid="38" grpId="0" animBg="1"/>
      <p:bldP spid="4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Rechte verbindingslijn met pijl 12">
            <a:extLst>
              <a:ext uri="{FF2B5EF4-FFF2-40B4-BE49-F238E27FC236}">
                <a16:creationId xmlns:a16="http://schemas.microsoft.com/office/drawing/2014/main" id="{E5DA384D-1AF2-21CB-384F-CA7AFB4ABDB0}"/>
              </a:ext>
            </a:extLst>
          </p:cNvPr>
          <p:cNvCxnSpPr>
            <a:cxnSpLocks/>
            <a:stCxn id="5" idx="3"/>
          </p:cNvCxnSpPr>
          <p:nvPr/>
        </p:nvCxnSpPr>
        <p:spPr>
          <a:xfrm flipV="1">
            <a:off x="2911578" y="3492886"/>
            <a:ext cx="1882950" cy="1050477"/>
          </a:xfrm>
          <a:prstGeom prst="straightConnector1">
            <a:avLst/>
          </a:prstGeom>
          <a:ln w="571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29E399FA-1E50-2035-6CE6-6F6FC1CE4E34}"/>
              </a:ext>
            </a:extLst>
          </p:cNvPr>
          <p:cNvCxnSpPr>
            <a:stCxn id="5" idx="3"/>
            <a:endCxn id="7" idx="1"/>
          </p:cNvCxnSpPr>
          <p:nvPr/>
        </p:nvCxnSpPr>
        <p:spPr>
          <a:xfrm>
            <a:off x="2911578" y="4543363"/>
            <a:ext cx="1872035" cy="0"/>
          </a:xfrm>
          <a:prstGeom prst="straightConnector1">
            <a:avLst/>
          </a:prstGeom>
          <a:ln w="571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a:extLst>
              <a:ext uri="{FF2B5EF4-FFF2-40B4-BE49-F238E27FC236}">
                <a16:creationId xmlns:a16="http://schemas.microsoft.com/office/drawing/2014/main" id="{B1A9887F-B751-285F-8DE1-E420B4102647}"/>
              </a:ext>
            </a:extLst>
          </p:cNvPr>
          <p:cNvCxnSpPr>
            <a:cxnSpLocks/>
            <a:stCxn id="5" idx="3"/>
          </p:cNvCxnSpPr>
          <p:nvPr/>
        </p:nvCxnSpPr>
        <p:spPr>
          <a:xfrm>
            <a:off x="2911578" y="4543363"/>
            <a:ext cx="1882950" cy="964505"/>
          </a:xfrm>
          <a:prstGeom prst="straightConnector1">
            <a:avLst/>
          </a:prstGeom>
          <a:ln w="571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678901A3-83B7-A1B7-18A2-B8D15FACEA25}"/>
              </a:ext>
            </a:extLst>
          </p:cNvPr>
          <p:cNvCxnSpPr>
            <a:stCxn id="6" idx="3"/>
            <a:endCxn id="9" idx="1"/>
          </p:cNvCxnSpPr>
          <p:nvPr/>
        </p:nvCxnSpPr>
        <p:spPr>
          <a:xfrm flipV="1">
            <a:off x="6873371" y="3225093"/>
            <a:ext cx="2776288" cy="1"/>
          </a:xfrm>
          <a:prstGeom prst="straightConnector1">
            <a:avLst/>
          </a:prstGeom>
          <a:ln w="57150">
            <a:solidFill>
              <a:schemeClr val="accent4">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Rechte verbindingslijn met pijl 22">
            <a:extLst>
              <a:ext uri="{FF2B5EF4-FFF2-40B4-BE49-F238E27FC236}">
                <a16:creationId xmlns:a16="http://schemas.microsoft.com/office/drawing/2014/main" id="{48AC3CAD-C9B0-D302-1EC0-33AAD73B7A0B}"/>
              </a:ext>
            </a:extLst>
          </p:cNvPr>
          <p:cNvCxnSpPr>
            <a:cxnSpLocks/>
            <a:stCxn id="7" idx="3"/>
            <a:endCxn id="10" idx="1"/>
          </p:cNvCxnSpPr>
          <p:nvPr/>
        </p:nvCxnSpPr>
        <p:spPr>
          <a:xfrm flipV="1">
            <a:off x="6873371" y="4543362"/>
            <a:ext cx="2753671" cy="1"/>
          </a:xfrm>
          <a:prstGeom prst="straightConnector1">
            <a:avLst/>
          </a:prstGeom>
          <a:ln w="57150">
            <a:solidFill>
              <a:schemeClr val="accent4">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Rechte verbindingslijn met pijl 25">
            <a:extLst>
              <a:ext uri="{FF2B5EF4-FFF2-40B4-BE49-F238E27FC236}">
                <a16:creationId xmlns:a16="http://schemas.microsoft.com/office/drawing/2014/main" id="{7B5850EF-BD29-33A7-3136-562773A24C97}"/>
              </a:ext>
            </a:extLst>
          </p:cNvPr>
          <p:cNvCxnSpPr>
            <a:cxnSpLocks/>
            <a:stCxn id="8" idx="3"/>
            <a:endCxn id="11" idx="1"/>
          </p:cNvCxnSpPr>
          <p:nvPr/>
        </p:nvCxnSpPr>
        <p:spPr>
          <a:xfrm>
            <a:off x="6873371" y="5826510"/>
            <a:ext cx="2753670" cy="7420"/>
          </a:xfrm>
          <a:prstGeom prst="straightConnector1">
            <a:avLst/>
          </a:prstGeom>
          <a:ln w="57150">
            <a:solidFill>
              <a:schemeClr val="accent4">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Rechte verbindingslijn met pijl 33">
            <a:extLst>
              <a:ext uri="{FF2B5EF4-FFF2-40B4-BE49-F238E27FC236}">
                <a16:creationId xmlns:a16="http://schemas.microsoft.com/office/drawing/2014/main" id="{AADA0099-8372-7C66-3B9B-496B7D34EDD8}"/>
              </a:ext>
            </a:extLst>
          </p:cNvPr>
          <p:cNvCxnSpPr>
            <a:cxnSpLocks/>
          </p:cNvCxnSpPr>
          <p:nvPr/>
        </p:nvCxnSpPr>
        <p:spPr>
          <a:xfrm flipH="1">
            <a:off x="2853247" y="2928461"/>
            <a:ext cx="1977782" cy="1181096"/>
          </a:xfrm>
          <a:prstGeom prst="straightConnector1">
            <a:avLst/>
          </a:prstGeom>
          <a:ln w="571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Rechte verbindingslijn met pijl 38">
            <a:extLst>
              <a:ext uri="{FF2B5EF4-FFF2-40B4-BE49-F238E27FC236}">
                <a16:creationId xmlns:a16="http://schemas.microsoft.com/office/drawing/2014/main" id="{6F6EEC1F-0391-5D58-2C21-C371D21E8599}"/>
              </a:ext>
            </a:extLst>
          </p:cNvPr>
          <p:cNvCxnSpPr>
            <a:cxnSpLocks/>
          </p:cNvCxnSpPr>
          <p:nvPr/>
        </p:nvCxnSpPr>
        <p:spPr>
          <a:xfrm flipH="1" flipV="1">
            <a:off x="2853247" y="4977169"/>
            <a:ext cx="1977782" cy="1100839"/>
          </a:xfrm>
          <a:prstGeom prst="straightConnector1">
            <a:avLst/>
          </a:prstGeom>
          <a:ln w="571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ijdelijke aanduiding voor tekst 1">
            <a:extLst>
              <a:ext uri="{FF2B5EF4-FFF2-40B4-BE49-F238E27FC236}">
                <a16:creationId xmlns:a16="http://schemas.microsoft.com/office/drawing/2014/main" id="{BAFC8241-D32E-EA44-E967-AB26C94BF76C}"/>
              </a:ext>
            </a:extLst>
          </p:cNvPr>
          <p:cNvSpPr>
            <a:spLocks noGrp="1"/>
          </p:cNvSpPr>
          <p:nvPr>
            <p:ph type="body" sz="quarter" idx="13"/>
          </p:nvPr>
        </p:nvSpPr>
        <p:spPr/>
        <p:txBody>
          <a:bodyPr/>
          <a:lstStyle/>
          <a:p>
            <a:r>
              <a:rPr lang="en-US" sz="2000" dirty="0"/>
              <a:t>Instead of sharing the data, only information about the data is shared. </a:t>
            </a:r>
          </a:p>
          <a:p>
            <a:endParaRPr lang="en-US" sz="2000" dirty="0"/>
          </a:p>
          <a:p>
            <a:endParaRPr lang="en-US" sz="2000" dirty="0"/>
          </a:p>
        </p:txBody>
      </p:sp>
      <p:sp>
        <p:nvSpPr>
          <p:cNvPr id="3" name="Titel 2">
            <a:extLst>
              <a:ext uri="{FF2B5EF4-FFF2-40B4-BE49-F238E27FC236}">
                <a16:creationId xmlns:a16="http://schemas.microsoft.com/office/drawing/2014/main" id="{BE7000ED-F34D-CEFC-1389-6C8CEADA79BA}"/>
              </a:ext>
            </a:extLst>
          </p:cNvPr>
          <p:cNvSpPr>
            <a:spLocks noGrp="1"/>
          </p:cNvSpPr>
          <p:nvPr>
            <p:ph type="title"/>
          </p:nvPr>
        </p:nvSpPr>
        <p:spPr/>
        <p:txBody>
          <a:bodyPr/>
          <a:lstStyle/>
          <a:p>
            <a:r>
              <a:rPr lang="en-US" dirty="0" err="1"/>
              <a:t>Decentralised</a:t>
            </a:r>
            <a:r>
              <a:rPr lang="en-US" dirty="0"/>
              <a:t> reuse of data</a:t>
            </a:r>
            <a:endParaRPr lang="nl-NL" dirty="0"/>
          </a:p>
        </p:txBody>
      </p:sp>
      <p:sp>
        <p:nvSpPr>
          <p:cNvPr id="4" name="Tijdelijke aanduiding voor tekst 3">
            <a:extLst>
              <a:ext uri="{FF2B5EF4-FFF2-40B4-BE49-F238E27FC236}">
                <a16:creationId xmlns:a16="http://schemas.microsoft.com/office/drawing/2014/main" id="{A3E6F29E-3555-92A4-6358-18430658591C}"/>
              </a:ext>
            </a:extLst>
          </p:cNvPr>
          <p:cNvSpPr>
            <a:spLocks noGrp="1"/>
          </p:cNvSpPr>
          <p:nvPr>
            <p:ph type="body" sz="quarter" idx="1002"/>
          </p:nvPr>
        </p:nvSpPr>
        <p:spPr/>
        <p:txBody>
          <a:bodyPr/>
          <a:lstStyle/>
          <a:p>
            <a:endParaRPr lang="nl-NL"/>
          </a:p>
        </p:txBody>
      </p:sp>
      <p:sp>
        <p:nvSpPr>
          <p:cNvPr id="5" name="Stroomdiagram: Alternatief proces 4">
            <a:extLst>
              <a:ext uri="{FF2B5EF4-FFF2-40B4-BE49-F238E27FC236}">
                <a16:creationId xmlns:a16="http://schemas.microsoft.com/office/drawing/2014/main" id="{F0E29BB7-212E-C858-92D5-6EE22A692F3B}"/>
              </a:ext>
            </a:extLst>
          </p:cNvPr>
          <p:cNvSpPr/>
          <p:nvPr/>
        </p:nvSpPr>
        <p:spPr>
          <a:xfrm>
            <a:off x="1057726" y="4061110"/>
            <a:ext cx="1853852" cy="964505"/>
          </a:xfrm>
          <a:prstGeom prst="flowChartAlternateProcess">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Lead researchers</a:t>
            </a:r>
            <a:endParaRPr lang="nl-NL" b="1" dirty="0"/>
          </a:p>
        </p:txBody>
      </p:sp>
      <p:sp>
        <p:nvSpPr>
          <p:cNvPr id="6" name="Stroomdiagram: Alternatief proces 5">
            <a:extLst>
              <a:ext uri="{FF2B5EF4-FFF2-40B4-BE49-F238E27FC236}">
                <a16:creationId xmlns:a16="http://schemas.microsoft.com/office/drawing/2014/main" id="{6F5A6D4E-FD8B-5584-46B2-1961DD9CE2EE}"/>
              </a:ext>
            </a:extLst>
          </p:cNvPr>
          <p:cNvSpPr/>
          <p:nvPr/>
        </p:nvSpPr>
        <p:spPr>
          <a:xfrm>
            <a:off x="4783613" y="2742841"/>
            <a:ext cx="2089758" cy="964505"/>
          </a:xfrm>
          <a:prstGeom prst="flowChartAlternateProcess">
            <a:avLst/>
          </a:prstGeom>
          <a:solidFill>
            <a:srgbClr val="BE311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Contributing researcher(s)</a:t>
            </a:r>
            <a:endParaRPr lang="nl-NL" b="1" dirty="0"/>
          </a:p>
        </p:txBody>
      </p:sp>
      <p:sp>
        <p:nvSpPr>
          <p:cNvPr id="7" name="Stroomdiagram: Alternatief proces 6">
            <a:extLst>
              <a:ext uri="{FF2B5EF4-FFF2-40B4-BE49-F238E27FC236}">
                <a16:creationId xmlns:a16="http://schemas.microsoft.com/office/drawing/2014/main" id="{C836C20C-23A4-A915-4C7E-B252C374A55B}"/>
              </a:ext>
            </a:extLst>
          </p:cNvPr>
          <p:cNvSpPr/>
          <p:nvPr/>
        </p:nvSpPr>
        <p:spPr>
          <a:xfrm>
            <a:off x="4783613" y="4061110"/>
            <a:ext cx="2089758" cy="964505"/>
          </a:xfrm>
          <a:prstGeom prst="flowChartAlternateProcess">
            <a:avLst/>
          </a:prstGeom>
          <a:solidFill>
            <a:srgbClr val="BE311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Contributing researcher(s)</a:t>
            </a:r>
            <a:endParaRPr lang="nl-NL" b="1" dirty="0"/>
          </a:p>
        </p:txBody>
      </p:sp>
      <p:sp>
        <p:nvSpPr>
          <p:cNvPr id="8" name="Stroomdiagram: Alternatief proces 7">
            <a:extLst>
              <a:ext uri="{FF2B5EF4-FFF2-40B4-BE49-F238E27FC236}">
                <a16:creationId xmlns:a16="http://schemas.microsoft.com/office/drawing/2014/main" id="{3B7B83AB-7172-0FCA-15AA-75BBAB914F92}"/>
              </a:ext>
            </a:extLst>
          </p:cNvPr>
          <p:cNvSpPr/>
          <p:nvPr/>
        </p:nvSpPr>
        <p:spPr>
          <a:xfrm>
            <a:off x="4783613" y="5344257"/>
            <a:ext cx="2089758" cy="964505"/>
          </a:xfrm>
          <a:prstGeom prst="flowChartAlternateProcess">
            <a:avLst/>
          </a:prstGeom>
          <a:solidFill>
            <a:srgbClr val="BE311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Contributing researcher(s)</a:t>
            </a:r>
            <a:endParaRPr lang="nl-NL" b="1" dirty="0"/>
          </a:p>
        </p:txBody>
      </p:sp>
      <p:sp>
        <p:nvSpPr>
          <p:cNvPr id="9" name="Stroomdiagram: Alternatief proces 8">
            <a:extLst>
              <a:ext uri="{FF2B5EF4-FFF2-40B4-BE49-F238E27FC236}">
                <a16:creationId xmlns:a16="http://schemas.microsoft.com/office/drawing/2014/main" id="{1F0E8C44-2EEC-CE78-17F9-43E56F37211E}"/>
              </a:ext>
            </a:extLst>
          </p:cNvPr>
          <p:cNvSpPr/>
          <p:nvPr/>
        </p:nvSpPr>
        <p:spPr>
          <a:xfrm>
            <a:off x="9649659" y="2981015"/>
            <a:ext cx="1667033" cy="488156"/>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Dataset</a:t>
            </a:r>
            <a:endParaRPr lang="nl-NL" b="1" dirty="0"/>
          </a:p>
        </p:txBody>
      </p:sp>
      <p:sp>
        <p:nvSpPr>
          <p:cNvPr id="10" name="Stroomdiagram: Alternatief proces 9">
            <a:extLst>
              <a:ext uri="{FF2B5EF4-FFF2-40B4-BE49-F238E27FC236}">
                <a16:creationId xmlns:a16="http://schemas.microsoft.com/office/drawing/2014/main" id="{C2EC7AA4-8B62-E5F1-7404-E068AF866456}"/>
              </a:ext>
            </a:extLst>
          </p:cNvPr>
          <p:cNvSpPr/>
          <p:nvPr/>
        </p:nvSpPr>
        <p:spPr>
          <a:xfrm>
            <a:off x="9627042" y="4299284"/>
            <a:ext cx="1667033" cy="488156"/>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Dataset</a:t>
            </a:r>
            <a:endParaRPr lang="nl-NL" b="1" dirty="0"/>
          </a:p>
        </p:txBody>
      </p:sp>
      <p:sp>
        <p:nvSpPr>
          <p:cNvPr id="11" name="Stroomdiagram: Alternatief proces 10">
            <a:extLst>
              <a:ext uri="{FF2B5EF4-FFF2-40B4-BE49-F238E27FC236}">
                <a16:creationId xmlns:a16="http://schemas.microsoft.com/office/drawing/2014/main" id="{EC39C47E-F907-EFD6-49F2-E3B26F3C64DA}"/>
              </a:ext>
            </a:extLst>
          </p:cNvPr>
          <p:cNvSpPr/>
          <p:nvPr/>
        </p:nvSpPr>
        <p:spPr>
          <a:xfrm>
            <a:off x="9627041" y="5589852"/>
            <a:ext cx="1667033" cy="488156"/>
          </a:xfrm>
          <a:prstGeom prst="flowChartAlternateProcess">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Dataset</a:t>
            </a:r>
            <a:endParaRPr lang="nl-NL" b="1" dirty="0"/>
          </a:p>
        </p:txBody>
      </p:sp>
      <p:sp>
        <p:nvSpPr>
          <p:cNvPr id="30" name="Tekstvak 29">
            <a:extLst>
              <a:ext uri="{FF2B5EF4-FFF2-40B4-BE49-F238E27FC236}">
                <a16:creationId xmlns:a16="http://schemas.microsoft.com/office/drawing/2014/main" id="{CD650C02-6319-FF2C-3F71-3E4A385BFBC3}"/>
              </a:ext>
            </a:extLst>
          </p:cNvPr>
          <p:cNvSpPr txBox="1"/>
          <p:nvPr/>
        </p:nvSpPr>
        <p:spPr>
          <a:xfrm>
            <a:off x="6850753" y="3233644"/>
            <a:ext cx="2776288" cy="369332"/>
          </a:xfrm>
          <a:prstGeom prst="rect">
            <a:avLst/>
          </a:prstGeom>
          <a:noFill/>
        </p:spPr>
        <p:txBody>
          <a:bodyPr wrap="square">
            <a:spAutoFit/>
          </a:bodyPr>
          <a:lstStyle/>
          <a:p>
            <a:pPr algn="ctr"/>
            <a:r>
              <a:rPr lang="en-US" sz="1800" b="1" dirty="0"/>
              <a:t>Secondary Analysis</a:t>
            </a:r>
            <a:endParaRPr lang="nl-NL" sz="1800" b="1" dirty="0"/>
          </a:p>
        </p:txBody>
      </p:sp>
      <p:sp>
        <p:nvSpPr>
          <p:cNvPr id="31" name="Tekstvak 30">
            <a:extLst>
              <a:ext uri="{FF2B5EF4-FFF2-40B4-BE49-F238E27FC236}">
                <a16:creationId xmlns:a16="http://schemas.microsoft.com/office/drawing/2014/main" id="{15D48463-D702-B661-31C4-5C9C07F82663}"/>
              </a:ext>
            </a:extLst>
          </p:cNvPr>
          <p:cNvSpPr txBox="1"/>
          <p:nvPr/>
        </p:nvSpPr>
        <p:spPr>
          <a:xfrm>
            <a:off x="6850753" y="4564638"/>
            <a:ext cx="2776288" cy="369332"/>
          </a:xfrm>
          <a:prstGeom prst="rect">
            <a:avLst/>
          </a:prstGeom>
          <a:noFill/>
        </p:spPr>
        <p:txBody>
          <a:bodyPr wrap="square">
            <a:spAutoFit/>
          </a:bodyPr>
          <a:lstStyle/>
          <a:p>
            <a:pPr algn="ctr"/>
            <a:r>
              <a:rPr lang="en-US" sz="1800" b="1" dirty="0"/>
              <a:t>Secondary Analysis</a:t>
            </a:r>
            <a:endParaRPr lang="nl-NL" sz="1800" b="1" dirty="0"/>
          </a:p>
        </p:txBody>
      </p:sp>
      <p:sp>
        <p:nvSpPr>
          <p:cNvPr id="32" name="Tekstvak 31">
            <a:extLst>
              <a:ext uri="{FF2B5EF4-FFF2-40B4-BE49-F238E27FC236}">
                <a16:creationId xmlns:a16="http://schemas.microsoft.com/office/drawing/2014/main" id="{43F4E062-C056-1B1B-F4D1-A4A977A1D41D}"/>
              </a:ext>
            </a:extLst>
          </p:cNvPr>
          <p:cNvSpPr txBox="1"/>
          <p:nvPr/>
        </p:nvSpPr>
        <p:spPr>
          <a:xfrm>
            <a:off x="6895350" y="5861630"/>
            <a:ext cx="2776288" cy="369332"/>
          </a:xfrm>
          <a:prstGeom prst="rect">
            <a:avLst/>
          </a:prstGeom>
          <a:noFill/>
        </p:spPr>
        <p:txBody>
          <a:bodyPr wrap="square">
            <a:spAutoFit/>
          </a:bodyPr>
          <a:lstStyle/>
          <a:p>
            <a:pPr algn="ctr"/>
            <a:r>
              <a:rPr lang="en-US" sz="1800" b="1" dirty="0"/>
              <a:t>Secondary Analysis</a:t>
            </a:r>
            <a:endParaRPr lang="nl-NL" sz="1800" b="1" dirty="0"/>
          </a:p>
        </p:txBody>
      </p:sp>
      <p:sp>
        <p:nvSpPr>
          <p:cNvPr id="33" name="Tekstvak 32">
            <a:extLst>
              <a:ext uri="{FF2B5EF4-FFF2-40B4-BE49-F238E27FC236}">
                <a16:creationId xmlns:a16="http://schemas.microsoft.com/office/drawing/2014/main" id="{6C5AE042-1D67-3C85-A8A5-3149402CA60E}"/>
              </a:ext>
            </a:extLst>
          </p:cNvPr>
          <p:cNvSpPr txBox="1"/>
          <p:nvPr/>
        </p:nvSpPr>
        <p:spPr>
          <a:xfrm>
            <a:off x="3225848" y="4198012"/>
            <a:ext cx="1416770" cy="646331"/>
          </a:xfrm>
          <a:prstGeom prst="rect">
            <a:avLst/>
          </a:prstGeom>
          <a:noFill/>
        </p:spPr>
        <p:txBody>
          <a:bodyPr wrap="square">
            <a:spAutoFit/>
          </a:bodyPr>
          <a:lstStyle/>
          <a:p>
            <a:pPr algn="ctr"/>
            <a:r>
              <a:rPr lang="en-US" sz="1800" b="1" dirty="0"/>
              <a:t>Analysis Protocol</a:t>
            </a:r>
            <a:endParaRPr lang="nl-NL" sz="1800" b="1" dirty="0"/>
          </a:p>
        </p:txBody>
      </p:sp>
      <p:sp>
        <p:nvSpPr>
          <p:cNvPr id="46" name="Tekstvak 45">
            <a:extLst>
              <a:ext uri="{FF2B5EF4-FFF2-40B4-BE49-F238E27FC236}">
                <a16:creationId xmlns:a16="http://schemas.microsoft.com/office/drawing/2014/main" id="{D59E7BF3-C147-E414-95D3-19C3A1D2BC29}"/>
              </a:ext>
            </a:extLst>
          </p:cNvPr>
          <p:cNvSpPr txBox="1"/>
          <p:nvPr/>
        </p:nvSpPr>
        <p:spPr>
          <a:xfrm>
            <a:off x="1239288" y="2813409"/>
            <a:ext cx="2534463" cy="646331"/>
          </a:xfrm>
          <a:prstGeom prst="rect">
            <a:avLst/>
          </a:prstGeom>
          <a:noFill/>
        </p:spPr>
        <p:txBody>
          <a:bodyPr wrap="square">
            <a:spAutoFit/>
          </a:bodyPr>
          <a:lstStyle/>
          <a:p>
            <a:pPr algn="ctr"/>
            <a:r>
              <a:rPr lang="en-US" sz="1800" b="1" dirty="0" err="1"/>
              <a:t>Intepreted</a:t>
            </a:r>
            <a:r>
              <a:rPr lang="en-US" sz="1800" b="1" dirty="0"/>
              <a:t> data (case descriptions)</a:t>
            </a:r>
            <a:endParaRPr lang="nl-NL" sz="1800" b="1" dirty="0"/>
          </a:p>
        </p:txBody>
      </p:sp>
    </p:spTree>
    <p:extLst>
      <p:ext uri="{BB962C8B-B14F-4D97-AF65-F5344CB8AC3E}">
        <p14:creationId xmlns:p14="http://schemas.microsoft.com/office/powerpoint/2010/main" val="320599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500"/>
                                        <p:tgtEl>
                                          <p:spTgt spid="34"/>
                                        </p:tgtEl>
                                      </p:cBhvr>
                                    </p:animEffect>
                                  </p:childTnLst>
                                </p:cTn>
                              </p:par>
                              <p:par>
                                <p:cTn id="63" presetID="10" presetClass="entr" presetSubtype="0" fill="hold" nodeType="with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500"/>
                                        <p:tgtEl>
                                          <p:spTgt spid="3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30" grpId="0"/>
      <p:bldP spid="31" grpId="0"/>
      <p:bldP spid="32" grpId="0"/>
      <p:bldP spid="33" grpId="0"/>
      <p:bldP spid="4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B6F4247-0C51-A946-0765-D809613B75E0}"/>
              </a:ext>
            </a:extLst>
          </p:cNvPr>
          <p:cNvSpPr>
            <a:spLocks noGrp="1"/>
          </p:cNvSpPr>
          <p:nvPr>
            <p:ph type="body" sz="quarter" idx="13"/>
          </p:nvPr>
        </p:nvSpPr>
        <p:spPr/>
        <p:txBody>
          <a:bodyPr/>
          <a:lstStyle/>
          <a:p>
            <a:r>
              <a:rPr lang="en-US" sz="2000" dirty="0"/>
              <a:t>Annotate publications with information about data generation and analysis</a:t>
            </a:r>
            <a:endParaRPr lang="nl-NL" sz="2000" dirty="0"/>
          </a:p>
        </p:txBody>
      </p:sp>
      <p:sp>
        <p:nvSpPr>
          <p:cNvPr id="3" name="Titel 2">
            <a:extLst>
              <a:ext uri="{FF2B5EF4-FFF2-40B4-BE49-F238E27FC236}">
                <a16:creationId xmlns:a16="http://schemas.microsoft.com/office/drawing/2014/main" id="{9A39B5D0-82B2-7457-758D-5800431C9E1A}"/>
              </a:ext>
            </a:extLst>
          </p:cNvPr>
          <p:cNvSpPr>
            <a:spLocks noGrp="1"/>
          </p:cNvSpPr>
          <p:nvPr>
            <p:ph type="title"/>
          </p:nvPr>
        </p:nvSpPr>
        <p:spPr/>
        <p:txBody>
          <a:bodyPr/>
          <a:lstStyle/>
          <a:p>
            <a:r>
              <a:rPr lang="en-US" b="1"/>
              <a:t>Annotation for Transparent Inquiry</a:t>
            </a:r>
            <a:br>
              <a:rPr lang="en-US" b="1"/>
            </a:br>
            <a:endParaRPr lang="nl-NL"/>
          </a:p>
        </p:txBody>
      </p:sp>
      <p:sp>
        <p:nvSpPr>
          <p:cNvPr id="4" name="Tijdelijke aanduiding voor tekst 3">
            <a:extLst>
              <a:ext uri="{FF2B5EF4-FFF2-40B4-BE49-F238E27FC236}">
                <a16:creationId xmlns:a16="http://schemas.microsoft.com/office/drawing/2014/main" id="{947EBF83-69DD-492C-1F8D-790B8C6FADD5}"/>
              </a:ext>
            </a:extLst>
          </p:cNvPr>
          <p:cNvSpPr>
            <a:spLocks noGrp="1"/>
          </p:cNvSpPr>
          <p:nvPr>
            <p:ph type="body" sz="quarter" idx="1002"/>
          </p:nvPr>
        </p:nvSpPr>
        <p:spPr/>
        <p:txBody>
          <a:bodyPr/>
          <a:lstStyle/>
          <a:p>
            <a:endParaRPr lang="nl-NL"/>
          </a:p>
        </p:txBody>
      </p:sp>
      <p:pic>
        <p:nvPicPr>
          <p:cNvPr id="5" name="Afbeelding 4" descr="Afbeelding met tekst, Lettertype, schermopname, ontvangst&#10;&#10;Automatisch gegenereerde beschrijving">
            <a:extLst>
              <a:ext uri="{FF2B5EF4-FFF2-40B4-BE49-F238E27FC236}">
                <a16:creationId xmlns:a16="http://schemas.microsoft.com/office/drawing/2014/main" id="{4DB5D161-D8EC-2DAD-4E30-17D69DC60A48}"/>
              </a:ext>
            </a:extLst>
          </p:cNvPr>
          <p:cNvPicPr>
            <a:picLocks noChangeAspect="1"/>
          </p:cNvPicPr>
          <p:nvPr/>
        </p:nvPicPr>
        <p:blipFill>
          <a:blip r:embed="rId3"/>
          <a:stretch>
            <a:fillRect/>
          </a:stretch>
        </p:blipFill>
        <p:spPr>
          <a:xfrm>
            <a:off x="875308" y="2564613"/>
            <a:ext cx="10298980" cy="4293387"/>
          </a:xfrm>
          <a:prstGeom prst="rect">
            <a:avLst/>
          </a:prstGeom>
        </p:spPr>
      </p:pic>
    </p:spTree>
    <p:extLst>
      <p:ext uri="{BB962C8B-B14F-4D97-AF65-F5344CB8AC3E}">
        <p14:creationId xmlns:p14="http://schemas.microsoft.com/office/powerpoint/2010/main" val="2141685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2AACA-42DE-3802-FD48-00F1342A2A6B}"/>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8DA7757-6E02-D3B6-AC4C-F24479708B5C}"/>
              </a:ext>
            </a:extLst>
          </p:cNvPr>
          <p:cNvSpPr>
            <a:spLocks noGrp="1"/>
          </p:cNvSpPr>
          <p:nvPr>
            <p:ph type="body" sz="quarter" idx="10"/>
          </p:nvPr>
        </p:nvSpPr>
        <p:spPr/>
        <p:txBody>
          <a:bodyPr/>
          <a:lstStyle/>
          <a:p>
            <a:r>
              <a:rPr lang="en-US"/>
              <a:t>The end</a:t>
            </a:r>
            <a:endParaRPr lang="nl-NL" dirty="0"/>
          </a:p>
        </p:txBody>
      </p:sp>
    </p:spTree>
    <p:extLst>
      <p:ext uri="{BB962C8B-B14F-4D97-AF65-F5344CB8AC3E}">
        <p14:creationId xmlns:p14="http://schemas.microsoft.com/office/powerpoint/2010/main" val="12542390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04F8F-2F11-80FD-0FD3-9B09B7DF6F4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4EACA722-43B1-35B6-24A0-E9EFBC07286D}"/>
              </a:ext>
            </a:extLst>
          </p:cNvPr>
          <p:cNvSpPr>
            <a:spLocks noGrp="1"/>
          </p:cNvSpPr>
          <p:nvPr>
            <p:ph type="title"/>
          </p:nvPr>
        </p:nvSpPr>
        <p:spPr>
          <a:xfrm>
            <a:off x="1656229" y="2580918"/>
            <a:ext cx="8879541" cy="720000"/>
          </a:xfrm>
        </p:spPr>
        <p:txBody>
          <a:bodyPr/>
          <a:lstStyle/>
          <a:p>
            <a:r>
              <a:rPr lang="en-US" sz="9600" dirty="0">
                <a:latin typeface="Pacifico" panose="00000500000000000000" pitchFamily="2" charset="0"/>
              </a:rPr>
              <a:t>How to proceed ?</a:t>
            </a:r>
            <a:endParaRPr lang="nl-NL" sz="9600" dirty="0">
              <a:latin typeface="Pacifico" panose="00000500000000000000" pitchFamily="2" charset="0"/>
            </a:endParaRPr>
          </a:p>
        </p:txBody>
      </p:sp>
    </p:spTree>
    <p:extLst>
      <p:ext uri="{BB962C8B-B14F-4D97-AF65-F5344CB8AC3E}">
        <p14:creationId xmlns:p14="http://schemas.microsoft.com/office/powerpoint/2010/main" val="18626516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5A9371D-70E2-2B7B-32F9-B8EC4EF23A77}"/>
              </a:ext>
            </a:extLst>
          </p:cNvPr>
          <p:cNvSpPr>
            <a:spLocks noGrp="1"/>
          </p:cNvSpPr>
          <p:nvPr>
            <p:ph type="body" sz="quarter" idx="13"/>
          </p:nvPr>
        </p:nvSpPr>
        <p:spPr>
          <a:xfrm>
            <a:off x="7686979" y="4761987"/>
            <a:ext cx="3628329" cy="541863"/>
          </a:xfrm>
        </p:spPr>
        <p:txBody>
          <a:bodyPr/>
          <a:lstStyle/>
          <a:p>
            <a:pPr algn="ctr"/>
            <a:r>
              <a:rPr lang="en-US" sz="2400" dirty="0">
                <a:hlinkClick r:id="rId3"/>
              </a:rPr>
              <a:t>dcc@ru.nl</a:t>
            </a:r>
            <a:endParaRPr lang="nl-NL" sz="2400" dirty="0"/>
          </a:p>
        </p:txBody>
      </p:sp>
      <p:sp>
        <p:nvSpPr>
          <p:cNvPr id="3" name="Titel 2">
            <a:extLst>
              <a:ext uri="{FF2B5EF4-FFF2-40B4-BE49-F238E27FC236}">
                <a16:creationId xmlns:a16="http://schemas.microsoft.com/office/drawing/2014/main" id="{0240583D-C4C8-57A7-A03B-A6906C1FB082}"/>
              </a:ext>
            </a:extLst>
          </p:cNvPr>
          <p:cNvSpPr>
            <a:spLocks noGrp="1"/>
          </p:cNvSpPr>
          <p:nvPr>
            <p:ph type="title"/>
          </p:nvPr>
        </p:nvSpPr>
        <p:spPr/>
        <p:txBody>
          <a:bodyPr/>
          <a:lstStyle/>
          <a:p>
            <a:r>
              <a:rPr lang="en-US"/>
              <a:t>Questions?</a:t>
            </a:r>
            <a:endParaRPr lang="nl-NL"/>
          </a:p>
        </p:txBody>
      </p:sp>
      <p:sp>
        <p:nvSpPr>
          <p:cNvPr id="4" name="Tijdelijke aanduiding voor tekst 3">
            <a:extLst>
              <a:ext uri="{FF2B5EF4-FFF2-40B4-BE49-F238E27FC236}">
                <a16:creationId xmlns:a16="http://schemas.microsoft.com/office/drawing/2014/main" id="{EFA6DFF3-035B-11F9-CAFE-67DED7B32CD6}"/>
              </a:ext>
            </a:extLst>
          </p:cNvPr>
          <p:cNvSpPr>
            <a:spLocks noGrp="1"/>
          </p:cNvSpPr>
          <p:nvPr>
            <p:ph type="body" sz="quarter" idx="1002"/>
          </p:nvPr>
        </p:nvSpPr>
        <p:spPr/>
        <p:txBody>
          <a:bodyPr/>
          <a:lstStyle/>
          <a:p>
            <a:endParaRPr lang="nl-NL"/>
          </a:p>
        </p:txBody>
      </p:sp>
      <p:pic>
        <p:nvPicPr>
          <p:cNvPr id="7" name="Afbeelding 6" descr="Afbeelding met zwart, duisternis&#10;&#10;Automatisch gegenereerde beschrijving">
            <a:extLst>
              <a:ext uri="{FF2B5EF4-FFF2-40B4-BE49-F238E27FC236}">
                <a16:creationId xmlns:a16="http://schemas.microsoft.com/office/drawing/2014/main" id="{BAB812F0-6BB2-EA68-0368-6DDA040F4F74}"/>
              </a:ext>
            </a:extLst>
          </p:cNvPr>
          <p:cNvPicPr>
            <a:picLocks noChangeAspect="1"/>
          </p:cNvPicPr>
          <p:nvPr/>
        </p:nvPicPr>
        <p:blipFill>
          <a:blip r:embed="rId4">
            <a:duotone>
              <a:schemeClr val="accent1">
                <a:shade val="45000"/>
                <a:satMod val="135000"/>
              </a:schemeClr>
              <a:prstClr val="white"/>
            </a:duotone>
          </a:blip>
          <a:stretch>
            <a:fillRect/>
          </a:stretch>
        </p:blipFill>
        <p:spPr>
          <a:xfrm>
            <a:off x="8729239" y="2996952"/>
            <a:ext cx="1452596" cy="1452596"/>
          </a:xfrm>
          <a:prstGeom prst="rect">
            <a:avLst/>
          </a:prstGeom>
        </p:spPr>
      </p:pic>
      <p:sp>
        <p:nvSpPr>
          <p:cNvPr id="11" name="Tijdelijke aanduiding voor tekst 1">
            <a:extLst>
              <a:ext uri="{FF2B5EF4-FFF2-40B4-BE49-F238E27FC236}">
                <a16:creationId xmlns:a16="http://schemas.microsoft.com/office/drawing/2014/main" id="{CAC199D6-D82F-1AFA-5638-6D3E67E557B1}"/>
              </a:ext>
            </a:extLst>
          </p:cNvPr>
          <p:cNvSpPr txBox="1">
            <a:spLocks/>
          </p:cNvSpPr>
          <p:nvPr/>
        </p:nvSpPr>
        <p:spPr bwMode="gray">
          <a:xfrm>
            <a:off x="876692" y="4761987"/>
            <a:ext cx="2592288" cy="39018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400">
                <a:hlinkClick r:id="rId5"/>
              </a:rPr>
              <a:t>www.ru.nl/rdm</a:t>
            </a:r>
            <a:endParaRPr lang="nl-NL" sz="2400"/>
          </a:p>
        </p:txBody>
      </p:sp>
      <p:pic>
        <p:nvPicPr>
          <p:cNvPr id="13" name="Afbeelding 12" descr="Afbeelding met zwart, duisternis&#10;&#10;Automatisch gegenereerde beschrijving">
            <a:extLst>
              <a:ext uri="{FF2B5EF4-FFF2-40B4-BE49-F238E27FC236}">
                <a16:creationId xmlns:a16="http://schemas.microsoft.com/office/drawing/2014/main" id="{9E7D4597-3F7C-937F-7CBF-93ADDD626C85}"/>
              </a:ext>
            </a:extLst>
          </p:cNvPr>
          <p:cNvPicPr>
            <a:picLocks noChangeAspect="1"/>
          </p:cNvPicPr>
          <p:nvPr/>
        </p:nvPicPr>
        <p:blipFill>
          <a:blip r:embed="rId6">
            <a:duotone>
              <a:schemeClr val="accent1">
                <a:shade val="45000"/>
                <a:satMod val="135000"/>
              </a:schemeClr>
              <a:prstClr val="white"/>
            </a:duotone>
          </a:blip>
          <a:stretch>
            <a:fillRect/>
          </a:stretch>
        </p:blipFill>
        <p:spPr>
          <a:xfrm>
            <a:off x="1446538" y="2996952"/>
            <a:ext cx="1452596" cy="1452596"/>
          </a:xfrm>
          <a:prstGeom prst="rect">
            <a:avLst/>
          </a:prstGeom>
        </p:spPr>
      </p:pic>
      <p:pic>
        <p:nvPicPr>
          <p:cNvPr id="6" name="Afbeelding 5" descr="Afbeelding met zwart, duisternis&#10;&#10;Automatisch gegenereerde beschrijving">
            <a:extLst>
              <a:ext uri="{FF2B5EF4-FFF2-40B4-BE49-F238E27FC236}">
                <a16:creationId xmlns:a16="http://schemas.microsoft.com/office/drawing/2014/main" id="{68CC39F5-5D92-AE7F-0754-313DFF2B4B61}"/>
              </a:ext>
            </a:extLst>
          </p:cNvPr>
          <p:cNvPicPr>
            <a:picLocks noChangeAspect="1"/>
          </p:cNvPicPr>
          <p:nvPr/>
        </p:nvPicPr>
        <p:blipFill>
          <a:blip r:embed="rId7">
            <a:duotone>
              <a:schemeClr val="accent1">
                <a:shade val="45000"/>
                <a:satMod val="135000"/>
              </a:schemeClr>
              <a:prstClr val="white"/>
            </a:duotone>
          </a:blip>
          <a:stretch>
            <a:fillRect/>
          </a:stretch>
        </p:blipFill>
        <p:spPr>
          <a:xfrm>
            <a:off x="4877204" y="2996951"/>
            <a:ext cx="1452597" cy="1452597"/>
          </a:xfrm>
          <a:prstGeom prst="rect">
            <a:avLst/>
          </a:prstGeom>
        </p:spPr>
      </p:pic>
      <p:sp>
        <p:nvSpPr>
          <p:cNvPr id="8" name="Tijdelijke aanduiding voor tekst 1">
            <a:extLst>
              <a:ext uri="{FF2B5EF4-FFF2-40B4-BE49-F238E27FC236}">
                <a16:creationId xmlns:a16="http://schemas.microsoft.com/office/drawing/2014/main" id="{B96D0F0E-3011-B600-965A-CA63188CF6A4}"/>
              </a:ext>
            </a:extLst>
          </p:cNvPr>
          <p:cNvSpPr txBox="1">
            <a:spLocks/>
          </p:cNvSpPr>
          <p:nvPr/>
        </p:nvSpPr>
        <p:spPr bwMode="gray">
          <a:xfrm>
            <a:off x="4307359" y="4761987"/>
            <a:ext cx="2592288" cy="464834"/>
          </a:xfrm>
          <a:prstGeom prst="rect">
            <a:avLst/>
          </a:prstGeom>
        </p:spPr>
        <p:txBody>
          <a:bodyPr vert="horz" lIns="0" tIns="0" rIns="0" bIns="0" rtlCol="0">
            <a:noAutofit/>
          </a:bodyPr>
          <a:lstStyle>
            <a:lvl1pPr marL="0" indent="0" algn="l" defTabSz="1088610" rtl="0" eaLnBrk="1" latinLnBrk="0" hangingPunct="1">
              <a:spcBef>
                <a:spcPts val="0"/>
              </a:spcBef>
              <a:spcAft>
                <a:spcPts val="300"/>
              </a:spcAft>
              <a:buFont typeface="Arial" pitchFamily="34" charset="0"/>
              <a:buNone/>
              <a:defRPr sz="1700" b="0" kern="1200" baseline="0">
                <a:solidFill>
                  <a:schemeClr val="accent5"/>
                </a:solidFill>
                <a:latin typeface="+mj-lt"/>
                <a:ea typeface="+mn-ea"/>
                <a:cs typeface="+mn-cs"/>
              </a:defRPr>
            </a:lvl1pPr>
            <a:lvl2pPr marL="0" indent="0" algn="l" defTabSz="1088610" rtl="0" eaLnBrk="1" latinLnBrk="0" hangingPunct="1">
              <a:lnSpc>
                <a:spcPct val="95000"/>
              </a:lnSpc>
              <a:spcBef>
                <a:spcPts val="0"/>
              </a:spcBef>
              <a:buFont typeface="Arial" pitchFamily="34" charset="0"/>
              <a:buNone/>
              <a:defRPr sz="2800" b="0" kern="1200" spc="-110" baseline="0">
                <a:solidFill>
                  <a:schemeClr val="accent5"/>
                </a:solidFill>
                <a:latin typeface="+mn-lt"/>
                <a:ea typeface="+mn-ea"/>
                <a:cs typeface="+mn-cs"/>
              </a:defRPr>
            </a:lvl2pPr>
            <a:lvl3pPr marL="324000" indent="-324000" algn="l" defTabSz="1088610" rtl="0" eaLnBrk="1" latinLnBrk="0" hangingPunct="1">
              <a:lnSpc>
                <a:spcPct val="90000"/>
              </a:lnSpc>
              <a:spcBef>
                <a:spcPts val="0"/>
              </a:spcBef>
              <a:buFontTx/>
              <a:buChar char="–"/>
              <a:defRPr sz="2800" b="0" kern="1200" spc="-110" baseline="0">
                <a:solidFill>
                  <a:schemeClr val="accent5"/>
                </a:solidFill>
                <a:latin typeface="+mn-lt"/>
                <a:ea typeface="+mn-ea"/>
                <a:cs typeface="+mn-cs"/>
              </a:defRPr>
            </a:lvl3pPr>
            <a:lvl4pPr marL="32400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Open Sans SemiBold" panose="020B0706030804020204" pitchFamily="34" charset="0"/>
                <a:cs typeface="Open Sans SemiBold" panose="020B0706030804020204" pitchFamily="34" charset="0"/>
              </a:defRPr>
            </a:lvl4pPr>
            <a:lvl5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5pPr>
            <a:lvl6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6pPr>
            <a:lvl7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7pPr>
            <a:lvl8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8pPr>
            <a:lvl9pPr marL="0" indent="0" algn="l" defTabSz="1088610" rtl="0" eaLnBrk="1" latinLnBrk="0" hangingPunct="1">
              <a:lnSpc>
                <a:spcPct val="90000"/>
              </a:lnSpc>
              <a:spcBef>
                <a:spcPts val="0"/>
              </a:spcBef>
              <a:buFont typeface="Arial" panose="020B0604020202020204" pitchFamily="34" charset="0"/>
              <a:buNone/>
              <a:defRPr sz="2800" b="0" kern="1200" spc="-110" baseline="0">
                <a:solidFill>
                  <a:schemeClr val="accent5"/>
                </a:solidFill>
                <a:latin typeface="+mn-lt"/>
                <a:ea typeface="+mn-ea"/>
                <a:cs typeface="+mn-cs"/>
              </a:defRPr>
            </a:lvl9pPr>
          </a:lstStyle>
          <a:p>
            <a:pPr lvl="0"/>
            <a:r>
              <a:rPr lang="en-US" sz="2800">
                <a:hlinkClick r:id="rId8"/>
              </a:rPr>
              <a:t>Data steward</a:t>
            </a:r>
            <a:endParaRPr lang="nl-NL" sz="2800"/>
          </a:p>
        </p:txBody>
      </p:sp>
    </p:spTree>
    <p:extLst>
      <p:ext uri="{BB962C8B-B14F-4D97-AF65-F5344CB8AC3E}">
        <p14:creationId xmlns:p14="http://schemas.microsoft.com/office/powerpoint/2010/main" val="30553210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D36C011F-94D9-9BE6-48BA-D70D0F4F106C}"/>
              </a:ext>
            </a:extLst>
          </p:cNvPr>
          <p:cNvSpPr>
            <a:spLocks noGrp="1"/>
          </p:cNvSpPr>
          <p:nvPr>
            <p:ph type="body" sz="quarter" idx="13"/>
          </p:nvPr>
        </p:nvSpPr>
        <p:spPr/>
        <p:txBody>
          <a:bodyPr/>
          <a:lstStyle/>
          <a:p>
            <a:endParaRPr lang="nl-NL"/>
          </a:p>
        </p:txBody>
      </p:sp>
      <p:sp>
        <p:nvSpPr>
          <p:cNvPr id="3" name="Titel 2">
            <a:extLst>
              <a:ext uri="{FF2B5EF4-FFF2-40B4-BE49-F238E27FC236}">
                <a16:creationId xmlns:a16="http://schemas.microsoft.com/office/drawing/2014/main" id="{06D10CAA-C91B-A529-8AE2-39FB5612EE7F}"/>
              </a:ext>
            </a:extLst>
          </p:cNvPr>
          <p:cNvSpPr>
            <a:spLocks noGrp="1"/>
          </p:cNvSpPr>
          <p:nvPr>
            <p:ph type="title"/>
          </p:nvPr>
        </p:nvSpPr>
        <p:spPr>
          <a:xfrm>
            <a:off x="454025" y="177569"/>
            <a:ext cx="10440000" cy="720000"/>
          </a:xfrm>
        </p:spPr>
        <p:txBody>
          <a:bodyPr/>
          <a:lstStyle/>
          <a:p>
            <a:r>
              <a:rPr lang="en-US"/>
              <a:t>Sources</a:t>
            </a:r>
            <a:endParaRPr lang="nl-NL"/>
          </a:p>
        </p:txBody>
      </p:sp>
      <p:graphicFrame>
        <p:nvGraphicFramePr>
          <p:cNvPr id="5" name="Tabel 5">
            <a:extLst>
              <a:ext uri="{FF2B5EF4-FFF2-40B4-BE49-F238E27FC236}">
                <a16:creationId xmlns:a16="http://schemas.microsoft.com/office/drawing/2014/main" id="{8E6ECF62-85C1-BF0F-8D63-27A98707734B}"/>
              </a:ext>
            </a:extLst>
          </p:cNvPr>
          <p:cNvGraphicFramePr>
            <a:graphicFrameLocks noGrp="1"/>
          </p:cNvGraphicFramePr>
          <p:nvPr>
            <p:extLst>
              <p:ext uri="{D42A27DB-BD31-4B8C-83A1-F6EECF244321}">
                <p14:modId xmlns:p14="http://schemas.microsoft.com/office/powerpoint/2010/main" val="3284880862"/>
              </p:ext>
            </p:extLst>
          </p:nvPr>
        </p:nvGraphicFramePr>
        <p:xfrm>
          <a:off x="454025" y="897569"/>
          <a:ext cx="11283950" cy="4988881"/>
        </p:xfrm>
        <a:graphic>
          <a:graphicData uri="http://schemas.openxmlformats.org/drawingml/2006/table">
            <a:tbl>
              <a:tblPr firstRow="1" bandRow="1">
                <a:tableStyleId>{5C22544A-7EE6-4342-B048-85BDC9FD1C3A}</a:tableStyleId>
              </a:tblPr>
              <a:tblGrid>
                <a:gridCol w="985520">
                  <a:extLst>
                    <a:ext uri="{9D8B030D-6E8A-4147-A177-3AD203B41FA5}">
                      <a16:colId xmlns:a16="http://schemas.microsoft.com/office/drawing/2014/main" val="1747043535"/>
                    </a:ext>
                  </a:extLst>
                </a:gridCol>
                <a:gridCol w="10298430">
                  <a:extLst>
                    <a:ext uri="{9D8B030D-6E8A-4147-A177-3AD203B41FA5}">
                      <a16:colId xmlns:a16="http://schemas.microsoft.com/office/drawing/2014/main" val="922201299"/>
                    </a:ext>
                  </a:extLst>
                </a:gridCol>
              </a:tblGrid>
              <a:tr h="416881">
                <a:tc>
                  <a:txBody>
                    <a:bodyPr/>
                    <a:lstStyle/>
                    <a:p>
                      <a:r>
                        <a:rPr lang="en-US" dirty="0"/>
                        <a:t>Slide</a:t>
                      </a:r>
                      <a:endParaRPr lang="nl-NL" dirty="0"/>
                    </a:p>
                  </a:txBody>
                  <a:tcPr/>
                </a:tc>
                <a:tc>
                  <a:txBody>
                    <a:bodyPr/>
                    <a:lstStyle/>
                    <a:p>
                      <a:r>
                        <a:rPr lang="en-US"/>
                        <a:t>Source</a:t>
                      </a:r>
                      <a:endParaRPr lang="nl-NL"/>
                    </a:p>
                  </a:txBody>
                  <a:tcPr/>
                </a:tc>
                <a:extLst>
                  <a:ext uri="{0D108BD9-81ED-4DB2-BD59-A6C34878D82A}">
                    <a16:rowId xmlns:a16="http://schemas.microsoft.com/office/drawing/2014/main" val="4128535069"/>
                  </a:ext>
                </a:extLst>
              </a:tr>
              <a:tr h="0">
                <a:tc>
                  <a:txBody>
                    <a:bodyPr/>
                    <a:lstStyle/>
                    <a:p>
                      <a:pPr algn="ctr"/>
                      <a:r>
                        <a:rPr lang="en-US" sz="1200" b="1" dirty="0"/>
                        <a:t>Icons</a:t>
                      </a:r>
                      <a:endParaRPr lang="nl-NL" sz="1200" b="1" dirty="0"/>
                    </a:p>
                  </a:txBody>
                  <a:tcPr/>
                </a:tc>
                <a:tc>
                  <a:txBody>
                    <a:bodyPr/>
                    <a:lstStyle/>
                    <a:p>
                      <a:r>
                        <a:rPr lang="en-US" sz="1200" dirty="0"/>
                        <a:t>All icons are created by </a:t>
                      </a:r>
                      <a:r>
                        <a:rPr lang="en-US" sz="1200" dirty="0" err="1">
                          <a:hlinkClick r:id="rId3"/>
                        </a:rPr>
                        <a:t>Eucalyp</a:t>
                      </a:r>
                      <a:r>
                        <a:rPr lang="en-US" sz="1200" dirty="0"/>
                        <a:t> and can be found on </a:t>
                      </a:r>
                      <a:r>
                        <a:rPr lang="en-US" sz="1200" dirty="0">
                          <a:hlinkClick r:id="rId4"/>
                        </a:rPr>
                        <a:t>www.flaticon.com</a:t>
                      </a:r>
                      <a:endParaRPr lang="nl-NL" sz="1200" dirty="0"/>
                    </a:p>
                  </a:txBody>
                  <a:tcPr/>
                </a:tc>
                <a:extLst>
                  <a:ext uri="{0D108BD9-81ED-4DB2-BD59-A6C34878D82A}">
                    <a16:rowId xmlns:a16="http://schemas.microsoft.com/office/drawing/2014/main" val="2325175218"/>
                  </a:ext>
                </a:extLst>
              </a:tr>
              <a:tr h="0">
                <a:tc>
                  <a:txBody>
                    <a:bodyPr/>
                    <a:lstStyle/>
                    <a:p>
                      <a:pPr algn="ctr"/>
                      <a:r>
                        <a:rPr lang="en-US" sz="1400" b="1" dirty="0"/>
                        <a:t>7</a:t>
                      </a:r>
                      <a:endParaRPr lang="nl-NL" sz="1400" b="1" dirty="0"/>
                    </a:p>
                  </a:txBody>
                  <a:tcPr/>
                </a:tc>
                <a:tc>
                  <a:txBody>
                    <a:bodyPr/>
                    <a:lstStyle/>
                    <a:p>
                      <a:pPr marL="0" indent="0">
                        <a:buFont typeface="Wingdings" panose="05000000000000000000" pitchFamily="2" charset="2"/>
                        <a:buNone/>
                      </a:pPr>
                      <a:r>
                        <a:rPr lang="en-US" sz="1200" dirty="0"/>
                        <a:t>Barend, B., </a:t>
                      </a:r>
                      <a:r>
                        <a:rPr lang="en-US" sz="1200" dirty="0" err="1"/>
                        <a:t>Neylon</a:t>
                      </a:r>
                      <a:r>
                        <a:rPr lang="en-US" sz="1200" dirty="0"/>
                        <a:t>, C., </a:t>
                      </a:r>
                      <a:r>
                        <a:rPr lang="en-US" sz="1200" dirty="0" err="1"/>
                        <a:t>Veltop</a:t>
                      </a:r>
                      <a:r>
                        <a:rPr lang="en-US" sz="1200" dirty="0"/>
                        <a:t>, J., Dumontier, M, da Silva Santos, L. Wilkinson, M. (2017). Cloudy, increasingly FAIR; revisiting the FAIR Data guiding principles for the European Open Science Cloud. </a:t>
                      </a:r>
                      <a:r>
                        <a:rPr lang="en-US" sz="1200" i="1" dirty="0"/>
                        <a:t>Information Services &amp; Use </a:t>
                      </a:r>
                      <a:r>
                        <a:rPr lang="en-US" sz="1200" i="0" dirty="0"/>
                        <a:t>37(1): 49-56.</a:t>
                      </a:r>
                      <a:endParaRPr lang="en-US" sz="1200" dirty="0"/>
                    </a:p>
                  </a:txBody>
                  <a:tcPr/>
                </a:tc>
                <a:extLst>
                  <a:ext uri="{0D108BD9-81ED-4DB2-BD59-A6C34878D82A}">
                    <a16:rowId xmlns:a16="http://schemas.microsoft.com/office/drawing/2014/main" val="175101957"/>
                  </a:ext>
                </a:extLst>
              </a:tr>
              <a:tr h="0">
                <a:tc>
                  <a:txBody>
                    <a:bodyPr/>
                    <a:lstStyle/>
                    <a:p>
                      <a:pPr algn="ctr"/>
                      <a:r>
                        <a:rPr lang="en-US" sz="1400" b="1" dirty="0"/>
                        <a:t>10</a:t>
                      </a:r>
                      <a:endParaRPr lang="nl-NL" sz="1400" b="1" dirty="0"/>
                    </a:p>
                  </a:txBody>
                  <a:tcPr/>
                </a:tc>
                <a:tc>
                  <a:txBody>
                    <a:bodyPr/>
                    <a:lstStyle/>
                    <a:p>
                      <a:pPr marL="0" marR="0" lvl="0" indent="0" algn="l" defTabSz="1088610" rtl="0" eaLnBrk="1" fontAlgn="auto" latinLnBrk="0" hangingPunct="1">
                        <a:lnSpc>
                          <a:spcPct val="100000"/>
                        </a:lnSpc>
                        <a:spcBef>
                          <a:spcPts val="0"/>
                        </a:spcBef>
                        <a:spcAft>
                          <a:spcPts val="0"/>
                        </a:spcAft>
                        <a:buClrTx/>
                        <a:buSzTx/>
                        <a:buFontTx/>
                        <a:buNone/>
                        <a:tabLst/>
                        <a:defRPr/>
                      </a:pPr>
                      <a:r>
                        <a:rPr lang="en-US" sz="1200" dirty="0"/>
                        <a:t>Wilkinson, M., Dumontier, M., </a:t>
                      </a:r>
                      <a:r>
                        <a:rPr lang="en-US" sz="1200" dirty="0" err="1"/>
                        <a:t>Aalbersberg</a:t>
                      </a:r>
                      <a:r>
                        <a:rPr lang="en-US" sz="1200" dirty="0"/>
                        <a:t>, I. </a:t>
                      </a:r>
                      <a:r>
                        <a:rPr lang="en-US" sz="1200" i="1" dirty="0"/>
                        <a:t>et al.</a:t>
                      </a:r>
                      <a:r>
                        <a:rPr lang="en-US" sz="1200" dirty="0"/>
                        <a:t> (2016). The FAIR Guiding Principles for scientific data management and stewardship. </a:t>
                      </a:r>
                      <a:r>
                        <a:rPr lang="en-US" sz="1200" i="1" dirty="0"/>
                        <a:t>Scientific Data</a:t>
                      </a:r>
                      <a:r>
                        <a:rPr lang="en-US" sz="1200" dirty="0"/>
                        <a:t> </a:t>
                      </a:r>
                      <a:r>
                        <a:rPr lang="en-US" sz="1200" b="0" dirty="0"/>
                        <a:t>3</a:t>
                      </a:r>
                      <a:r>
                        <a:rPr lang="en-US" sz="1200" dirty="0"/>
                        <a:t>. </a:t>
                      </a:r>
                      <a:r>
                        <a:rPr lang="en-US" sz="1200" dirty="0">
                          <a:hlinkClick r:id="rId5"/>
                        </a:rPr>
                        <a:t>https://doi.org/10.1038/sdata.2016.18</a:t>
                      </a:r>
                      <a:endParaRPr lang="en-US" sz="1200" dirty="0">
                        <a:effectLst/>
                      </a:endParaRPr>
                    </a:p>
                  </a:txBody>
                  <a:tcPr/>
                </a:tc>
                <a:extLst>
                  <a:ext uri="{0D108BD9-81ED-4DB2-BD59-A6C34878D82A}">
                    <a16:rowId xmlns:a16="http://schemas.microsoft.com/office/drawing/2014/main" val="1894542503"/>
                  </a:ext>
                </a:extLst>
              </a:tr>
              <a:tr h="149543">
                <a:tc>
                  <a:txBody>
                    <a:bodyPr/>
                    <a:lstStyle/>
                    <a:p>
                      <a:pPr algn="ctr"/>
                      <a:r>
                        <a:rPr lang="en-US" sz="1400" b="1" dirty="0"/>
                        <a:t>11</a:t>
                      </a:r>
                      <a:endParaRPr lang="nl-NL" sz="1400" b="1" dirty="0"/>
                    </a:p>
                  </a:txBody>
                  <a:tcPr/>
                </a:tc>
                <a:tc>
                  <a:txBody>
                    <a:bodyPr/>
                    <a:lstStyle/>
                    <a:p>
                      <a:pPr marL="171450" marR="0" lvl="0" indent="-171450" algn="l" defTabSz="108861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Jones, S., &amp; </a:t>
                      </a:r>
                      <a:r>
                        <a:rPr lang="en-US" sz="1200" dirty="0" err="1"/>
                        <a:t>Grootveld</a:t>
                      </a:r>
                      <a:r>
                        <a:rPr lang="en-US" sz="1200" dirty="0"/>
                        <a:t>, M. (2017). </a:t>
                      </a:r>
                      <a:r>
                        <a:rPr lang="en-US" sz="1200" i="1" dirty="0"/>
                        <a:t>How FAIR are your data? Checklist</a:t>
                      </a:r>
                      <a:r>
                        <a:rPr lang="en-US" sz="1200" dirty="0"/>
                        <a:t>. National Coordination Point Research Data Management.</a:t>
                      </a:r>
                    </a:p>
                    <a:p>
                      <a:pPr marL="171450" marR="0" lvl="0" indent="-171450" algn="l" defTabSz="108861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Australian Research Data Commons (2024). </a:t>
                      </a:r>
                      <a:r>
                        <a:rPr lang="en-US" sz="1200" i="1" dirty="0"/>
                        <a:t>FAIR Data Self Assessment Tool</a:t>
                      </a:r>
                      <a:r>
                        <a:rPr lang="en-US" sz="1200" dirty="0"/>
                        <a:t>. </a:t>
                      </a:r>
                      <a:r>
                        <a:rPr lang="en-US" sz="1200" dirty="0">
                          <a:hlinkClick r:id="rId6"/>
                        </a:rPr>
                        <a:t>https://ardc.edu.au/resource/fair-data-self-assessment-tool</a:t>
                      </a:r>
                      <a:r>
                        <a:rPr lang="en-US" sz="1200" dirty="0"/>
                        <a:t> </a:t>
                      </a:r>
                      <a:endParaRPr lang="nl-NL" sz="1200" dirty="0"/>
                    </a:p>
                  </a:txBody>
                  <a:tcPr/>
                </a:tc>
                <a:extLst>
                  <a:ext uri="{0D108BD9-81ED-4DB2-BD59-A6C34878D82A}">
                    <a16:rowId xmlns:a16="http://schemas.microsoft.com/office/drawing/2014/main" val="2428603568"/>
                  </a:ext>
                </a:extLst>
              </a:tr>
              <a:tr h="140970">
                <a:tc>
                  <a:txBody>
                    <a:bodyPr/>
                    <a:lstStyle/>
                    <a:p>
                      <a:pPr algn="ctr"/>
                      <a:r>
                        <a:rPr lang="en-US" sz="1400" b="1" dirty="0"/>
                        <a:t>17</a:t>
                      </a:r>
                      <a:endParaRPr lang="nl-NL" sz="1400" b="1" dirty="0"/>
                    </a:p>
                  </a:txBody>
                  <a:tcPr/>
                </a:tc>
                <a:tc>
                  <a:txBody>
                    <a:bodyPr/>
                    <a:lstStyle/>
                    <a:p>
                      <a:pPr marL="0" marR="0" lvl="0" indent="0" algn="l" defTabSz="1088610" rtl="0" eaLnBrk="1" fontAlgn="auto" latinLnBrk="0" hangingPunct="1">
                        <a:lnSpc>
                          <a:spcPct val="100000"/>
                        </a:lnSpc>
                        <a:spcBef>
                          <a:spcPts val="0"/>
                        </a:spcBef>
                        <a:spcAft>
                          <a:spcPts val="0"/>
                        </a:spcAft>
                        <a:buClrTx/>
                        <a:buSzTx/>
                        <a:buFontTx/>
                        <a:buNone/>
                        <a:tabLst/>
                        <a:defRPr/>
                      </a:pPr>
                      <a:r>
                        <a:rPr lang="en-US" sz="1200" dirty="0">
                          <a:effectLst/>
                        </a:rPr>
                        <a:t>Research Data Alliance International Indigenous Data Sovereignty Interest Group. (2019). </a:t>
                      </a:r>
                      <a:r>
                        <a:rPr lang="en-US" sz="1200" i="1" u="none" dirty="0">
                          <a:effectLst/>
                        </a:rPr>
                        <a:t>CARE Principles for Indigenous Data Governance</a:t>
                      </a:r>
                      <a:r>
                        <a:rPr lang="en-US" sz="1200" dirty="0">
                          <a:effectLst/>
                        </a:rPr>
                        <a:t>. Research Data Alliance International Indigenous Data Sovereignty Interest Group.</a:t>
                      </a:r>
                    </a:p>
                  </a:txBody>
                  <a:tcPr/>
                </a:tc>
                <a:extLst>
                  <a:ext uri="{0D108BD9-81ED-4DB2-BD59-A6C34878D82A}">
                    <a16:rowId xmlns:a16="http://schemas.microsoft.com/office/drawing/2014/main" val="503395544"/>
                  </a:ext>
                </a:extLst>
              </a:tr>
              <a:tr h="262890">
                <a:tc>
                  <a:txBody>
                    <a:bodyPr/>
                    <a:lstStyle/>
                    <a:p>
                      <a:pPr algn="ctr"/>
                      <a:r>
                        <a:rPr lang="en-US" sz="1400" b="1" dirty="0"/>
                        <a:t>21</a:t>
                      </a:r>
                      <a:endParaRPr lang="nl-NL" sz="1400" b="1" dirty="0"/>
                    </a:p>
                  </a:txBody>
                  <a:tcPr/>
                </a:tc>
                <a:tc>
                  <a:txBody>
                    <a:bodyPr/>
                    <a:lstStyle/>
                    <a:p>
                      <a:pPr marL="0" marR="0" lvl="0" indent="0" algn="l" defTabSz="1088610" rtl="0" eaLnBrk="1" fontAlgn="auto" latinLnBrk="0" hangingPunct="1">
                        <a:lnSpc>
                          <a:spcPct val="100000"/>
                        </a:lnSpc>
                        <a:spcBef>
                          <a:spcPts val="0"/>
                        </a:spcBef>
                        <a:spcAft>
                          <a:spcPts val="0"/>
                        </a:spcAft>
                        <a:buClrTx/>
                        <a:buSzTx/>
                        <a:buFontTx/>
                        <a:buNone/>
                        <a:tabLst/>
                        <a:defRPr/>
                      </a:pPr>
                      <a:r>
                        <a:rPr lang="en-US" sz="1200" dirty="0"/>
                        <a:t>Hernández Serrano, P. &amp; Vivas Romero, M (2022) </a:t>
                      </a:r>
                      <a:r>
                        <a:rPr lang="en-US" sz="1200" i="1" dirty="0"/>
                        <a:t>Library Carpentries: “Circular Research Data Bootcamp”</a:t>
                      </a:r>
                      <a:r>
                        <a:rPr lang="en-US" sz="1200" dirty="0"/>
                        <a:t>. Maastricht University Library. </a:t>
                      </a:r>
                      <a:r>
                        <a:rPr lang="en-US" sz="1200" dirty="0">
                          <a:hlinkClick r:id="rId7"/>
                        </a:rPr>
                        <a:t>https://maastrichtu-library.github.io</a:t>
                      </a:r>
                      <a:r>
                        <a:rPr lang="en-US" sz="1200">
                          <a:hlinkClick r:id="rId7"/>
                        </a:rPr>
                        <a:t>/circular-research-data-bootcamp</a:t>
                      </a:r>
                      <a:r>
                        <a:rPr lang="en-US" sz="1200"/>
                        <a:t> </a:t>
                      </a:r>
                      <a:endParaRPr lang="en-US" sz="1200" dirty="0"/>
                    </a:p>
                  </a:txBody>
                  <a:tcPr/>
                </a:tc>
                <a:extLst>
                  <a:ext uri="{0D108BD9-81ED-4DB2-BD59-A6C34878D82A}">
                    <a16:rowId xmlns:a16="http://schemas.microsoft.com/office/drawing/2014/main" val="3120084182"/>
                  </a:ext>
                </a:extLst>
              </a:tr>
              <a:tr h="262890">
                <a:tc>
                  <a:txBody>
                    <a:bodyPr/>
                    <a:lstStyle/>
                    <a:p>
                      <a:pPr algn="ctr"/>
                      <a:r>
                        <a:rPr lang="en-US" sz="1400" b="1" dirty="0"/>
                        <a:t>34</a:t>
                      </a:r>
                      <a:endParaRPr lang="nl-NL" sz="1400" b="1" dirty="0"/>
                    </a:p>
                  </a:txBody>
                  <a:tcPr/>
                </a:tc>
                <a:tc>
                  <a:txBody>
                    <a:bodyPr/>
                    <a:lstStyle/>
                    <a:p>
                      <a:pPr marL="0" marR="0" lvl="0" indent="0" algn="l" defTabSz="1088610" rtl="0" eaLnBrk="1" fontAlgn="auto" latinLnBrk="0" hangingPunct="1">
                        <a:lnSpc>
                          <a:spcPct val="100000"/>
                        </a:lnSpc>
                        <a:spcBef>
                          <a:spcPts val="0"/>
                        </a:spcBef>
                        <a:spcAft>
                          <a:spcPts val="0"/>
                        </a:spcAft>
                        <a:buClrTx/>
                        <a:buSzTx/>
                        <a:buFontTx/>
                        <a:buNone/>
                        <a:tabLst/>
                        <a:defRPr/>
                      </a:pPr>
                      <a:r>
                        <a:rPr lang="en-US" sz="1200" dirty="0"/>
                        <a:t>Barend, B., </a:t>
                      </a:r>
                      <a:r>
                        <a:rPr lang="en-US" sz="1200" dirty="0" err="1"/>
                        <a:t>Neylon</a:t>
                      </a:r>
                      <a:r>
                        <a:rPr lang="en-US" sz="1200" dirty="0"/>
                        <a:t>, C., </a:t>
                      </a:r>
                      <a:r>
                        <a:rPr lang="en-US" sz="1200" dirty="0" err="1"/>
                        <a:t>Veltop</a:t>
                      </a:r>
                      <a:r>
                        <a:rPr lang="en-US" sz="1200" dirty="0"/>
                        <a:t>, J., Dumontier, M, da Silva Santos, L. Wilkinson, M. (2017). Cloudy, increasingly FAIR; revisiting the FAIR Data guiding principles for the European Open Science Cloud. </a:t>
                      </a:r>
                      <a:r>
                        <a:rPr lang="en-US" sz="1200" i="1" dirty="0"/>
                        <a:t>Information Services &amp; Use </a:t>
                      </a:r>
                      <a:r>
                        <a:rPr lang="en-US" sz="1200" i="0" dirty="0"/>
                        <a:t>37(1): 49-56. </a:t>
                      </a:r>
                      <a:r>
                        <a:rPr lang="en-US" sz="1200" dirty="0">
                          <a:hlinkClick r:id="rId8"/>
                        </a:rPr>
                        <a:t>https://doi.org/10.3233/ISU-170824</a:t>
                      </a:r>
                      <a:endParaRPr lang="en-US" sz="1200" dirty="0"/>
                    </a:p>
                  </a:txBody>
                  <a:tcPr/>
                </a:tc>
                <a:extLst>
                  <a:ext uri="{0D108BD9-81ED-4DB2-BD59-A6C34878D82A}">
                    <a16:rowId xmlns:a16="http://schemas.microsoft.com/office/drawing/2014/main" val="3015869088"/>
                  </a:ext>
                </a:extLst>
              </a:tr>
              <a:tr h="262890">
                <a:tc>
                  <a:txBody>
                    <a:bodyPr/>
                    <a:lstStyle/>
                    <a:p>
                      <a:pPr algn="ctr"/>
                      <a:r>
                        <a:rPr lang="en-US" sz="1400" b="1" dirty="0"/>
                        <a:t>35-36</a:t>
                      </a:r>
                      <a:endParaRPr lang="nl-NL" sz="1400" b="1" dirty="0"/>
                    </a:p>
                  </a:txBody>
                  <a:tcPr/>
                </a:tc>
                <a:tc>
                  <a:txBody>
                    <a:bodyPr/>
                    <a:lstStyle/>
                    <a:p>
                      <a:pPr marL="0" marR="0" lvl="0" indent="0" algn="l" defTabSz="1088610" rtl="0" eaLnBrk="1" fontAlgn="auto" latinLnBrk="0" hangingPunct="1">
                        <a:lnSpc>
                          <a:spcPct val="100000"/>
                        </a:lnSpc>
                        <a:spcBef>
                          <a:spcPts val="0"/>
                        </a:spcBef>
                        <a:spcAft>
                          <a:spcPts val="0"/>
                        </a:spcAft>
                        <a:buClrTx/>
                        <a:buSzTx/>
                        <a:buFontTx/>
                        <a:buNone/>
                        <a:tabLst/>
                        <a:defRPr/>
                      </a:pPr>
                      <a:r>
                        <a:rPr lang="en-US" sz="1200" dirty="0" err="1"/>
                        <a:t>Verburg</a:t>
                      </a:r>
                      <a:r>
                        <a:rPr lang="en-US" sz="1200" dirty="0"/>
                        <a:t>, M., </a:t>
                      </a:r>
                      <a:r>
                        <a:rPr lang="en-US" sz="1200" dirty="0" err="1"/>
                        <a:t>Braukmann</a:t>
                      </a:r>
                      <a:r>
                        <a:rPr lang="en-US" sz="1200" dirty="0"/>
                        <a:t>, R., &amp; </a:t>
                      </a:r>
                      <a:r>
                        <a:rPr lang="en-US" sz="1200" dirty="0" err="1"/>
                        <a:t>Mahabier</a:t>
                      </a:r>
                      <a:r>
                        <a:rPr lang="en-US" sz="1200" dirty="0"/>
                        <a:t>, W. (2023). </a:t>
                      </a:r>
                      <a:r>
                        <a:rPr lang="en-US" sz="1200" i="1" dirty="0"/>
                        <a:t>Making Qualitative Data Reusable. A Short Guidebook For Researchers And Data Stewards Working With Qualitative Data</a:t>
                      </a:r>
                      <a:r>
                        <a:rPr lang="en-US" sz="1200" dirty="0"/>
                        <a:t>. DANS.</a:t>
                      </a:r>
                      <a:endParaRPr lang="nl-NL" sz="1200" dirty="0"/>
                    </a:p>
                  </a:txBody>
                  <a:tcPr/>
                </a:tc>
                <a:extLst>
                  <a:ext uri="{0D108BD9-81ED-4DB2-BD59-A6C34878D82A}">
                    <a16:rowId xmlns:a16="http://schemas.microsoft.com/office/drawing/2014/main" val="1523336430"/>
                  </a:ext>
                </a:extLst>
              </a:tr>
              <a:tr h="241935">
                <a:tc>
                  <a:txBody>
                    <a:bodyPr/>
                    <a:lstStyle/>
                    <a:p>
                      <a:pPr algn="ctr"/>
                      <a:r>
                        <a:rPr lang="en-US" sz="1400" b="1" dirty="0"/>
                        <a:t>40</a:t>
                      </a:r>
                      <a:endParaRPr lang="nl-NL" sz="1400" b="1" dirty="0"/>
                    </a:p>
                  </a:txBody>
                  <a:tcPr/>
                </a:tc>
                <a:tc>
                  <a:txBody>
                    <a:bodyPr/>
                    <a:lstStyle/>
                    <a:p>
                      <a:pPr marL="0" marR="0" lvl="0" indent="0" algn="l" defTabSz="108861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dirty="0"/>
                        <a:t>Berends, H., Pour, K. K., </a:t>
                      </a:r>
                      <a:r>
                        <a:rPr lang="en-US" sz="1200" dirty="0" err="1"/>
                        <a:t>Braukmann</a:t>
                      </a:r>
                      <a:r>
                        <a:rPr lang="en-US" sz="1200" dirty="0"/>
                        <a:t>, R., Haynes, E., &amp; </a:t>
                      </a:r>
                      <a:r>
                        <a:rPr lang="en-US" sz="1200" dirty="0" err="1"/>
                        <a:t>Deken</a:t>
                      </a:r>
                      <a:r>
                        <a:rPr lang="en-US" sz="1200" dirty="0"/>
                        <a:t>, F. (2023, October 5). OPEN-QUAL. Innovating Methods for Open Science in Qualitative Management Research. I want to be FAIR - How to deal with my qualitative data?, Rotterdam. </a:t>
                      </a:r>
                      <a:r>
                        <a:rPr lang="en-US" sz="1200" dirty="0">
                          <a:hlinkClick r:id="rId9"/>
                        </a:rPr>
                        <a:t>https://zenodo.org/doi/10.5281/zenodo.10044494</a:t>
                      </a:r>
                      <a:r>
                        <a:rPr lang="en-US" sz="1200" dirty="0"/>
                        <a:t> </a:t>
                      </a:r>
                      <a:endParaRPr lang="nl-NL" sz="1200" dirty="0"/>
                    </a:p>
                  </a:txBody>
                  <a:tcPr/>
                </a:tc>
                <a:extLst>
                  <a:ext uri="{0D108BD9-81ED-4DB2-BD59-A6C34878D82A}">
                    <a16:rowId xmlns:a16="http://schemas.microsoft.com/office/drawing/2014/main" val="2140629554"/>
                  </a:ext>
                </a:extLst>
              </a:tr>
              <a:tr h="318869">
                <a:tc>
                  <a:txBody>
                    <a:bodyPr/>
                    <a:lstStyle/>
                    <a:p>
                      <a:pPr algn="ctr"/>
                      <a:r>
                        <a:rPr lang="en-US" sz="1400" b="1" dirty="0"/>
                        <a:t>41</a:t>
                      </a:r>
                      <a:endParaRPr lang="nl-NL" sz="1400" b="1" dirty="0"/>
                    </a:p>
                  </a:txBody>
                  <a:tcPr/>
                </a:tc>
                <a:tc>
                  <a:txBody>
                    <a:bodyPr/>
                    <a:lstStyle/>
                    <a:p>
                      <a:pPr marL="0" marR="0" lvl="0" indent="0" algn="l" defTabSz="108861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Cambridge University Press. Annotation for Transparent Inquiry (ATI). </a:t>
                      </a:r>
                      <a:r>
                        <a:rPr lang="en-US" sz="1200" dirty="0">
                          <a:solidFill>
                            <a:schemeClr val="tx1"/>
                          </a:solidFill>
                          <a:hlinkClick r:id="rId10"/>
                        </a:rPr>
                        <a:t>https://www.cambridge.org/core/services/authors/annotation-for-transparent-inquiry-ati</a:t>
                      </a:r>
                      <a:r>
                        <a:rPr lang="en-US" sz="1200" dirty="0">
                          <a:solidFill>
                            <a:schemeClr val="tx1"/>
                          </a:solidFill>
                        </a:rPr>
                        <a:t> </a:t>
                      </a:r>
                      <a:endParaRPr lang="nl-NL" sz="1200" dirty="0">
                        <a:solidFill>
                          <a:schemeClr val="tx1"/>
                        </a:solidFill>
                      </a:endParaRPr>
                    </a:p>
                  </a:txBody>
                  <a:tcPr/>
                </a:tc>
                <a:extLst>
                  <a:ext uri="{0D108BD9-81ED-4DB2-BD59-A6C34878D82A}">
                    <a16:rowId xmlns:a16="http://schemas.microsoft.com/office/drawing/2014/main" val="2141659598"/>
                  </a:ext>
                </a:extLst>
              </a:tr>
            </a:tbl>
          </a:graphicData>
        </a:graphic>
      </p:graphicFrame>
    </p:spTree>
    <p:extLst>
      <p:ext uri="{BB962C8B-B14F-4D97-AF65-F5344CB8AC3E}">
        <p14:creationId xmlns:p14="http://schemas.microsoft.com/office/powerpoint/2010/main" val="1493467102"/>
      </p:ext>
    </p:extLst>
  </p:cSld>
  <p:clrMapOvr>
    <a:masterClrMapping/>
  </p:clrMapOvr>
</p:sld>
</file>

<file path=ppt/theme/theme1.xml><?xml version="1.0" encoding="utf-8"?>
<a:theme xmlns:a="http://schemas.openxmlformats.org/drawingml/2006/main" name="Corporate identity">
  <a:themeElements>
    <a:clrScheme name="Kleuren Radboud University PP">
      <a:dk1>
        <a:sysClr val="windowText" lastClr="000000"/>
      </a:dk1>
      <a:lt1>
        <a:sysClr val="window" lastClr="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Lettertypen Radboud University PP">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defRPr sz="1800" dirty="0" err="1" smtClean="0"/>
        </a:defPPr>
      </a:lstStyle>
    </a:txDef>
  </a:objectDefaults>
  <a:extraClrSchemeLst/>
  <a:custClrLst>
    <a:custClr name="Poppy">
      <a:srgbClr val="FF424B"/>
    </a:custClr>
    <a:custClr name="Poppy tekst 1">
      <a:srgbClr val="EE1C25"/>
    </a:custClr>
    <a:custClr name="Poppy tekst 2">
      <a:srgbClr val="730E04"/>
    </a:custClr>
    <a:custClr>
      <a:srgbClr val="FFFFFF"/>
    </a:custClr>
    <a:custClr name="Red Impact">
      <a:srgbClr val="E3000B"/>
    </a:custClr>
    <a:custClr name="Red Impact tekst 1">
      <a:srgbClr val="8C201B"/>
    </a:custClr>
    <a:custClr name="Red Impact tekst 2">
      <a:srgbClr val="41000E"/>
    </a:custClr>
    <a:custClr>
      <a:srgbClr val="FFFFFF"/>
    </a:custClr>
    <a:custClr>
      <a:srgbClr val="FFFFFF"/>
    </a:custClr>
    <a:custClr>
      <a:srgbClr val="FFFFFF"/>
    </a:custClr>
    <a:custClr name="Lady bug">
      <a:srgbClr val="BE311A"/>
    </a:custClr>
    <a:custClr name="Lady bug tekst 1">
      <a:srgbClr val="F15A5C"/>
    </a:custClr>
    <a:custClr name="Lady bug tekst 2">
      <a:srgbClr val="8C201B"/>
    </a:custClr>
    <a:custClr>
      <a:srgbClr val="FFFFFF"/>
    </a:custClr>
    <a:custClr name="Berry">
      <a:srgbClr val="8F2011"/>
    </a:custClr>
    <a:custClr name="Berry tekst 1">
      <a:srgbClr val="F15A5C"/>
    </a:custClr>
    <a:custClr name="Berry tekst 2">
      <a:srgbClr val="EE1C25"/>
    </a:custClr>
    <a:custClr>
      <a:srgbClr val="FFFFFF"/>
    </a:custClr>
    <a:custClr>
      <a:srgbClr val="FFFFFF"/>
    </a:custClr>
    <a:custClr>
      <a:srgbClr val="FFFFFF"/>
    </a:custClr>
    <a:custClr name="Maroon">
      <a:srgbClr val="730E04"/>
    </a:custClr>
    <a:custClr name="Maroon tekst 1">
      <a:srgbClr val="F15A5C"/>
    </a:custClr>
    <a:custClr name="Maroon tekst 2">
      <a:srgbClr val="EE1C25"/>
    </a:custClr>
    <a:custClr>
      <a:srgbClr val="FFFFFF"/>
    </a:custClr>
    <a:custClr name="Mahogany">
      <a:srgbClr val="4A0004"/>
    </a:custClr>
    <a:custClr name="Mahogany tekst 1">
      <a:srgbClr val="F15A5C"/>
    </a:custClr>
    <a:custClr name="Mahogany tekst 2">
      <a:srgbClr val="EE1C25"/>
    </a:custClr>
    <a:custClr>
      <a:srgbClr val="FFFFFF"/>
    </a:custClr>
    <a:custClr>
      <a:srgbClr val="FFFFFF"/>
    </a:custClr>
    <a:custClr>
      <a:srgbClr val="FFFFFF"/>
    </a:custClr>
    <a:custClr name="Gray (Charts and table only)">
      <a:srgbClr val="797777"/>
    </a:custClr>
    <a:custClr name="Orange (Charts and table only)">
      <a:srgbClr val="D05208"/>
    </a:custClr>
    <a:custClr name="Blue (Charts and table only)">
      <a:srgbClr val="008ACB"/>
    </a:custClr>
    <a:custClr name="Petrol (Charts and table only)">
      <a:srgbClr val="008F89"/>
    </a:custClr>
    <a:custClr name="Green (Charts and table only)">
      <a:srgbClr val="4AA943"/>
    </a:custClr>
    <a:custClr name="Yellow (Charts and table only)">
      <a:srgbClr val="CCAF00"/>
    </a:custClr>
  </a:custClrLst>
  <a:extLst>
    <a:ext uri="{05A4C25C-085E-4340-85A3-A5531E510DB2}">
      <thm15:themeFamily xmlns:thm15="http://schemas.microsoft.com/office/thememl/2012/main" name="Presentation Radboud University.potx" id="{2214C47D-CDFA-40EA-B17B-F3DF3FE80E08}" vid="{5DBF791C-4672-440D-ADE9-3481520972EB}"/>
    </a:ext>
  </a:extLst>
</a:theme>
</file>

<file path=ppt/theme/theme2.xml><?xml version="1.0" encoding="utf-8"?>
<a:theme xmlns:a="http://schemas.openxmlformats.org/drawingml/2006/main" name="Office-thema">
  <a:themeElements>
    <a:clrScheme name="Notes colors">
      <a:dk1>
        <a:srgbClr val="000000"/>
      </a:dk1>
      <a:lt1>
        <a:srgbClr val="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Notes fonts">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Handout colors">
      <a:dk1>
        <a:srgbClr val="000000"/>
      </a:dk1>
      <a:lt1>
        <a:srgbClr val="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Handout fonts">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45E4F3435B2242B71184640C26CB8E" ma:contentTypeVersion="13" ma:contentTypeDescription="Een nieuw document maken." ma:contentTypeScope="" ma:versionID="6f9a9bc493c157402fd20ad766461eb7">
  <xsd:schema xmlns:xsd="http://www.w3.org/2001/XMLSchema" xmlns:xs="http://www.w3.org/2001/XMLSchema" xmlns:p="http://schemas.microsoft.com/office/2006/metadata/properties" xmlns:ns2="879b6640-f28b-48ab-b98b-c24e42c66395" xmlns:ns3="5002505a-ce1c-4189-a150-733e7cd478c6" targetNamespace="http://schemas.microsoft.com/office/2006/metadata/properties" ma:root="true" ma:fieldsID="720d42d12883033c2112c71c4e42a6db" ns2:_="" ns3:_="">
    <xsd:import namespace="879b6640-f28b-48ab-b98b-c24e42c66395"/>
    <xsd:import namespace="5002505a-ce1c-4189-a150-733e7cd478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9b6640-f28b-48ab-b98b-c24e42c663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9479e1c4-431f-42ea-b6f3-1b0615c9ce1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002505a-ce1c-4189-a150-733e7cd478c6" elementFormDefault="qualified">
    <xsd:import namespace="http://schemas.microsoft.com/office/2006/documentManagement/types"/>
    <xsd:import namespace="http://schemas.microsoft.com/office/infopath/2007/PartnerControls"/>
    <xsd:element name="SharedWithUsers" ma:index="1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juid xmlns="http://www.joulesunlimited.com/juid"/>
</file>

<file path=customXml/item4.xml><?xml version="1.0" encoding="utf-8"?>
<juid xmlns="http://www.joulesunlimited.com/juid"/>
</file>

<file path=customXml/item5.xml><?xml version="1.0" encoding="utf-8"?>
<p:properties xmlns:p="http://schemas.microsoft.com/office/2006/metadata/properties" xmlns:xsi="http://www.w3.org/2001/XMLSchema-instance" xmlns:pc="http://schemas.microsoft.com/office/infopath/2007/PartnerControls">
  <documentManagement>
    <lcf76f155ced4ddcb4097134ff3c332f xmlns="879b6640-f28b-48ab-b98b-c24e42c66395">
      <Terms xmlns="http://schemas.microsoft.com/office/infopath/2007/PartnerControls"/>
    </lcf76f155ced4ddcb4097134ff3c332f>
  </documentManagement>
</p:properties>
</file>

<file path=customXml/item6.xml><?xml version="1.0" encoding="utf-8"?>
<juid xmlns="http://www.joulesunlimited.com/juid"/>
</file>

<file path=customXml/item7.xml><?xml version="1.0" encoding="utf-8"?>
<juid xmlns="http://www.joulesunlimited.com/juid"/>
</file>

<file path=customXml/item8.xml><?xml version="1.0" encoding="utf-8"?>
<juid xmlns="http://www.joulesunlimited.com/juid"/>
</file>

<file path=customXml/item9.xml><?xml version="1.0" encoding="utf-8"?>
<juid xmlns="http://www.joulesunlimited.com/juid"/>
</file>

<file path=customXml/itemProps1.xml><?xml version="1.0" encoding="utf-8"?>
<ds:datastoreItem xmlns:ds="http://schemas.openxmlformats.org/officeDocument/2006/customXml" ds:itemID="{F929EF52-B763-4E52-94BD-D908A89F10C0}">
  <ds:schemaRefs>
    <ds:schemaRef ds:uri="http://schemas.microsoft.com/sharepoint/v3/contenttype/forms"/>
  </ds:schemaRefs>
</ds:datastoreItem>
</file>

<file path=customXml/itemProps2.xml><?xml version="1.0" encoding="utf-8"?>
<ds:datastoreItem xmlns:ds="http://schemas.openxmlformats.org/officeDocument/2006/customXml" ds:itemID="{1A085598-2F3C-4332-807D-DB1430A0C394}">
  <ds:schemaRefs>
    <ds:schemaRef ds:uri="5002505a-ce1c-4189-a150-733e7cd478c6"/>
    <ds:schemaRef ds:uri="879b6640-f28b-48ab-b98b-c24e42c6639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9B489D0-65FE-4206-AFF4-C06A6DF1A844}">
  <ds:schemaRefs>
    <ds:schemaRef ds:uri="http://www.joulesunlimited.com/juid"/>
  </ds:schemaRefs>
</ds:datastoreItem>
</file>

<file path=customXml/itemProps4.xml><?xml version="1.0" encoding="utf-8"?>
<ds:datastoreItem xmlns:ds="http://schemas.openxmlformats.org/officeDocument/2006/customXml" ds:itemID="{601C3B0B-087E-4744-948E-47445817C688}">
  <ds:schemaRefs>
    <ds:schemaRef ds:uri="http://www.joulesunlimited.com/juid"/>
  </ds:schemaRefs>
</ds:datastoreItem>
</file>

<file path=customXml/itemProps5.xml><?xml version="1.0" encoding="utf-8"?>
<ds:datastoreItem xmlns:ds="http://schemas.openxmlformats.org/officeDocument/2006/customXml" ds:itemID="{BA5D039B-D5C5-4FF0-AE1F-B403C9954011}">
  <ds:schemaRefs>
    <ds:schemaRef ds:uri="879b6640-f28b-48ab-b98b-c24e42c66395"/>
    <ds:schemaRef ds:uri="9e8f4c73-37a9-4bc9-adec-fa89e25282b2"/>
    <ds:schemaRef ds:uri="e2f9d9af-a020-4038-9f42-ccb98f6cef6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6.xml><?xml version="1.0" encoding="utf-8"?>
<ds:datastoreItem xmlns:ds="http://schemas.openxmlformats.org/officeDocument/2006/customXml" ds:itemID="{65919D97-51AC-44E2-B4DB-46EE1563EEC2}">
  <ds:schemaRefs>
    <ds:schemaRef ds:uri="http://www.joulesunlimited.com/juid"/>
  </ds:schemaRefs>
</ds:datastoreItem>
</file>

<file path=customXml/itemProps7.xml><?xml version="1.0" encoding="utf-8"?>
<ds:datastoreItem xmlns:ds="http://schemas.openxmlformats.org/officeDocument/2006/customXml" ds:itemID="{11CFDEC4-653E-424D-81B1-F58AC6D98CC0}">
  <ds:schemaRefs>
    <ds:schemaRef ds:uri="http://www.joulesunlimited.com/juid"/>
  </ds:schemaRefs>
</ds:datastoreItem>
</file>

<file path=customXml/itemProps8.xml><?xml version="1.0" encoding="utf-8"?>
<ds:datastoreItem xmlns:ds="http://schemas.openxmlformats.org/officeDocument/2006/customXml" ds:itemID="{02B10460-7494-489E-93B8-4D49CE66F7B2}">
  <ds:schemaRefs>
    <ds:schemaRef ds:uri="http://www.joulesunlimited.com/juid"/>
  </ds:schemaRefs>
</ds:datastoreItem>
</file>

<file path=customXml/itemProps9.xml><?xml version="1.0" encoding="utf-8"?>
<ds:datastoreItem xmlns:ds="http://schemas.openxmlformats.org/officeDocument/2006/customXml" ds:itemID="{5E8D386F-DA8E-4635-ADD4-4E52F91BAA66}">
  <ds:schemaRefs>
    <ds:schemaRef ds:uri="http://www.joulesunlimited.com/juid"/>
  </ds:schemaRefs>
</ds:datastoreItem>
</file>

<file path=docMetadata/LabelInfo.xml><?xml version="1.0" encoding="utf-8"?>
<clbl:labelList xmlns:clbl="http://schemas.microsoft.com/office/2020/mipLabelMetadata">
  <clbl:label id="{084578d9-400d-4a5a-a7c7-e76ca47af400}" enabled="0" method="" siteId="{084578d9-400d-4a5a-a7c7-e76ca47af400}" removed="1"/>
</clbl:labelList>
</file>

<file path=docProps/app.xml><?xml version="1.0" encoding="utf-8"?>
<Properties xmlns="http://schemas.openxmlformats.org/officeDocument/2006/extended-properties" xmlns:vt="http://schemas.openxmlformats.org/officeDocument/2006/docPropsVTypes">
  <Template>Presentation Radboud University</Template>
  <TotalTime>0</TotalTime>
  <Words>5087</Words>
  <Application>Microsoft Office PowerPoint</Application>
  <PresentationFormat>Widescreen</PresentationFormat>
  <Paragraphs>493</Paragraphs>
  <Slides>45</Slides>
  <Notes>45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Calibri</vt:lpstr>
      <vt:lpstr>Open Sans</vt:lpstr>
      <vt:lpstr>Open Sans ExtraBold</vt:lpstr>
      <vt:lpstr>Open Sans Light</vt:lpstr>
      <vt:lpstr>Open Sans SemiBold</vt:lpstr>
      <vt:lpstr>Pacifico</vt:lpstr>
      <vt:lpstr>Wingdings</vt:lpstr>
      <vt:lpstr>Corporate identity</vt:lpstr>
      <vt:lpstr>PowerPoint Presentation</vt:lpstr>
      <vt:lpstr>Goal of this meeting</vt:lpstr>
      <vt:lpstr>PowerPoint Presentation</vt:lpstr>
      <vt:lpstr>PowerPoint Presentation</vt:lpstr>
      <vt:lpstr>What is  F A I R ?</vt:lpstr>
      <vt:lpstr>FAIR is a culture change</vt:lpstr>
      <vt:lpstr>FAIR ≠ open</vt:lpstr>
      <vt:lpstr>History of FAIR</vt:lpstr>
      <vt:lpstr>Why is FAIR important to you?</vt:lpstr>
      <vt:lpstr>FAIR principles</vt:lpstr>
      <vt:lpstr>How FAIR is your data?</vt:lpstr>
      <vt:lpstr>PowerPoint Presentation</vt:lpstr>
      <vt:lpstr>What is qualitative data ?</vt:lpstr>
      <vt:lpstr>What is qualitative data?</vt:lpstr>
      <vt:lpstr>Why make qualitative data reusable?</vt:lpstr>
      <vt:lpstr>What are the challenges?</vt:lpstr>
      <vt:lpstr>CARE principles</vt:lpstr>
      <vt:lpstr>PowerPoint Presentation</vt:lpstr>
      <vt:lpstr>PowerPoint Presentation</vt:lpstr>
      <vt:lpstr>Project Planning </vt:lpstr>
      <vt:lpstr>Make the project “friendly”</vt:lpstr>
      <vt:lpstr>PowerPoint Presentation</vt:lpstr>
      <vt:lpstr>Data collection</vt:lpstr>
      <vt:lpstr>Data preparation</vt:lpstr>
      <vt:lpstr>Data anonymisation</vt:lpstr>
      <vt:lpstr>Data organisation</vt:lpstr>
      <vt:lpstr>Data documentation</vt:lpstr>
      <vt:lpstr>Documentation in publications</vt:lpstr>
      <vt:lpstr>Interview documentation</vt:lpstr>
      <vt:lpstr>Code documentation</vt:lpstr>
      <vt:lpstr>File formats </vt:lpstr>
      <vt:lpstr>PowerPoint Presentation</vt:lpstr>
      <vt:lpstr>Data publishing</vt:lpstr>
      <vt:lpstr>FAIR archiving</vt:lpstr>
      <vt:lpstr>Access levels</vt:lpstr>
      <vt:lpstr>PowerPoint Presentation</vt:lpstr>
      <vt:lpstr>Promote your data!</vt:lpstr>
      <vt:lpstr>PowerPoint Presentation</vt:lpstr>
      <vt:lpstr>Secure ANalysis Environment (SANE)</vt:lpstr>
      <vt:lpstr>Decentralised reuse of data</vt:lpstr>
      <vt:lpstr>Annotation for Transparent Inquiry </vt:lpstr>
      <vt:lpstr>PowerPoint Presentation</vt:lpstr>
      <vt:lpstr>How to proceed ?</vt:lpstr>
      <vt:lpstr>Questions?</vt:lpstr>
      <vt:lpstr>Sources</vt:lpstr>
    </vt:vector>
  </TitlesOfParts>
  <Manager/>
  <Company>Radboud Universiteit Nijmegen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Koemans, A. (Anne)</dc:creator>
  <cp:keywords/>
  <dc:description>Template version: 1.0 - 24 Augustus 2020_x000d_
Templates: www.JoulesUnlimited.com</dc:description>
  <cp:lastModifiedBy>Burgt, H.G.J. van der (Henry)</cp:lastModifiedBy>
  <cp:revision>5</cp:revision>
  <dcterms:created xsi:type="dcterms:W3CDTF">2020-08-27T08:53:08Z</dcterms:created>
  <dcterms:modified xsi:type="dcterms:W3CDTF">2025-02-26T14:45:23Z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0x0101000C45E4F3435B2242B71184640C26CB8E</vt:lpwstr>
  </property>
</Properties>
</file>