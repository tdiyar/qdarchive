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7" r:id="rId4"/>
  </p:sldMasterIdLst>
  <p:notesMasterIdLst>
    <p:notesMasterId r:id="rId25"/>
  </p:notesMasterIdLst>
  <p:handoutMasterIdLst>
    <p:handoutMasterId r:id="rId26"/>
  </p:handoutMasterIdLst>
  <p:sldIdLst>
    <p:sldId id="346" r:id="rId5"/>
    <p:sldId id="350" r:id="rId6"/>
    <p:sldId id="1201" r:id="rId7"/>
    <p:sldId id="349" r:id="rId8"/>
    <p:sldId id="1190" r:id="rId9"/>
    <p:sldId id="1200" r:id="rId10"/>
    <p:sldId id="1194" r:id="rId11"/>
    <p:sldId id="347" r:id="rId12"/>
    <p:sldId id="1198" r:id="rId13"/>
    <p:sldId id="1196" r:id="rId14"/>
    <p:sldId id="1192" r:id="rId15"/>
    <p:sldId id="352" r:id="rId16"/>
    <p:sldId id="354" r:id="rId17"/>
    <p:sldId id="353" r:id="rId18"/>
    <p:sldId id="1186" r:id="rId19"/>
    <p:sldId id="1197" r:id="rId20"/>
    <p:sldId id="355" r:id="rId21"/>
    <p:sldId id="1187" r:id="rId22"/>
    <p:sldId id="1199" r:id="rId23"/>
    <p:sldId id="333" r:id="rId24"/>
  </p:sldIdLst>
  <p:sldSz cx="12192000" cy="6858000"/>
  <p:notesSz cx="6858000" cy="9144000"/>
  <p:custDataLst>
    <p:tags r:id="rId27"/>
  </p:custDataLst>
  <p:defaultTextStyle>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9152458D-D975-4659-9756-A6BAF0E2F024}">
          <p14:sldIdLst>
            <p14:sldId id="346"/>
            <p14:sldId id="350"/>
            <p14:sldId id="1201"/>
            <p14:sldId id="349"/>
            <p14:sldId id="1190"/>
            <p14:sldId id="1200"/>
            <p14:sldId id="1194"/>
            <p14:sldId id="347"/>
            <p14:sldId id="1198"/>
            <p14:sldId id="1196"/>
            <p14:sldId id="1192"/>
            <p14:sldId id="352"/>
            <p14:sldId id="354"/>
            <p14:sldId id="353"/>
            <p14:sldId id="1186"/>
            <p14:sldId id="1197"/>
            <p14:sldId id="355"/>
            <p14:sldId id="1187"/>
            <p14:sldId id="1199"/>
            <p14:sldId id="33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7F7F7"/>
    <a:srgbClr val="0028A5"/>
    <a:srgbClr val="FF66FF"/>
    <a:srgbClr val="A4D233"/>
    <a:srgbClr val="FFFFFF"/>
    <a:srgbClr val="F1F3F3"/>
    <a:srgbClr val="E5EAE9"/>
    <a:srgbClr val="E1D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B81EC8-0FC9-939A-846F-B735BEA5489C}" v="93" dt="2025-01-21T08:41:04.602"/>
    <p1510:client id="{76818CC8-D985-7912-293D-8A174FFD23B0}" v="75" dt="2025-01-21T08:35:04.959"/>
    <p1510:client id="{7D087A90-7702-4F4F-A0F7-2F43490BA242}" v="23" dt="2025-01-21T08:41:26.665"/>
    <p1510:client id="{D6CB5541-7671-5608-ECE5-0C934C77D2C8}" v="43" dt="2025-01-21T08:40:26.802"/>
  </p1510:revLst>
</p1510:revInfo>
</file>

<file path=ppt/tableStyles.xml><?xml version="1.0" encoding="utf-8"?>
<a:tblStyleLst xmlns:a="http://schemas.openxmlformats.org/drawingml/2006/main" def="{CA20E951-F767-40FB-8981-BDCADE0C3650}">
  <a:tblStyle styleId="{CA20E951-F767-40FB-8981-BDCADE0C3650}" styleName="UZH Standard">
    <a:wholeTbl>
      <a:tcTxStyle>
        <a:fontRef idx="minor">
          <a:prstClr val="black"/>
        </a:fontRef>
        <a:schemeClr val="dk1"/>
      </a:tcTxStyle>
      <a:tcStyle>
        <a:tcBdr>
          <a:left>
            <a:ln>
              <a:noFill/>
            </a:ln>
          </a:left>
          <a:right>
            <a:ln>
              <a:noFill/>
            </a:ln>
          </a:right>
          <a:top>
            <a:ln>
              <a:noFill/>
            </a:ln>
          </a:top>
          <a:bottom>
            <a:ln w="4233" cmpd="sng">
              <a:solidFill>
                <a:schemeClr val="dk1"/>
              </a:solidFill>
            </a:ln>
          </a:bottom>
          <a:insideH>
            <a:ln w="4233" cmpd="sng">
              <a:solidFill>
                <a:schemeClr val="dk1"/>
              </a:solidFill>
            </a:ln>
          </a:insideH>
          <a:insideV>
            <a:ln>
              <a:noFill/>
            </a:ln>
          </a:insideV>
        </a:tcBdr>
        <a:fill>
          <a:noFill/>
        </a:fill>
      </a:tcStyle>
    </a:wholeTbl>
    <a:band1H>
      <a:tcTxStyle>
        <a:schemeClr val="dk1"/>
      </a:tcTxStyle>
      <a:tcStyle>
        <a:tcBdr/>
        <a:fill>
          <a:noFill/>
        </a:fill>
      </a:tcStyle>
    </a:band1H>
    <a:band2H>
      <a:tcTxStyle>
        <a:schemeClr val="dk1"/>
      </a:tcTxStyle>
      <a:tcStyle>
        <a:tcBdr/>
        <a:fill>
          <a:noFill/>
        </a:fill>
      </a:tcStyle>
    </a:band2H>
    <a:band1V>
      <a:tcTxStyle>
        <a:schemeClr val="dk1"/>
      </a:tcTxStyle>
      <a:tcStyle>
        <a:tcBdr/>
        <a:fill>
          <a:noFill/>
        </a:fill>
      </a:tcStyle>
    </a:band1V>
    <a:band2V>
      <a:tcTxStyle>
        <a:schemeClr val="dk1"/>
      </a:tcTxStyle>
      <a:tcStyle>
        <a:tcBdr/>
        <a:fill>
          <a:noFill/>
        </a:fill>
      </a:tcStyle>
    </a:band2V>
    <a:lastCol>
      <a:tcTxStyle>
        <a:fontRef idx="major"/>
        <a:schemeClr val="dk1"/>
      </a:tcTxStyle>
      <a:tcStyle>
        <a:tcBdr/>
        <a:fill>
          <a:noFill/>
        </a:fill>
      </a:tcStyle>
    </a:lastCol>
    <a:firstCol>
      <a:tcTxStyle>
        <a:fontRef idx="major"/>
        <a:schemeClr val="dk1"/>
      </a:tcTxStyle>
      <a:tcStyle>
        <a:tcBdr/>
        <a:fill>
          <a:noFill/>
        </a:fill>
      </a:tcStyle>
    </a:firstCol>
    <a:lastRow>
      <a:tcTxStyle>
        <a:fontRef idx="major"/>
        <a:schemeClr val="dk1"/>
      </a:tcTxStyle>
      <a:tcStyle>
        <a:tcBdr>
          <a:top>
            <a:ln w="4233" cmpd="sng">
              <a:solidFill>
                <a:schemeClr val="dk1"/>
              </a:solidFill>
            </a:ln>
          </a:top>
          <a:bottom>
            <a:ln w="4233" cmpd="sng">
              <a:solidFill>
                <a:schemeClr val="dk1"/>
              </a:solidFill>
            </a:ln>
          </a:bottom>
        </a:tcBdr>
        <a:fill>
          <a:noFill/>
        </a:fill>
      </a:tcStyle>
    </a:lastRow>
    <a:firstRow>
      <a:tcTxStyle b="on">
        <a:fontRef idx="major"/>
        <a:schemeClr val="dk1"/>
      </a:tcTxStyle>
      <a:tcStyle>
        <a:tcBdr>
          <a:top>
            <a:ln>
              <a:noFill/>
            </a:ln>
          </a:top>
          <a:bottom>
            <a:ln w="12700" cmpd="sng">
              <a:solidFill>
                <a:schemeClr val="dk1"/>
              </a:solidFill>
            </a:ln>
          </a:bottom>
        </a:tcBdr>
        <a:fill>
          <a:no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102" d="100"/>
          <a:sy n="102" d="100"/>
        </p:scale>
        <p:origin x="930"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6D4A52-0CF1-4B75-B167-6F5E46DA8B4D}" type="doc">
      <dgm:prSet loTypeId="urn:microsoft.com/office/officeart/2005/8/layout/default" loCatId="list" qsTypeId="urn:microsoft.com/office/officeart/2005/8/quickstyle/simple1" qsCatId="simple" csTypeId="urn:microsoft.com/office/officeart/2005/8/colors/accent1_4" csCatId="accent1" phldr="1"/>
      <dgm:spPr/>
      <dgm:t>
        <a:bodyPr/>
        <a:lstStyle/>
        <a:p>
          <a:endParaRPr lang="de-CH"/>
        </a:p>
      </dgm:t>
    </dgm:pt>
    <dgm:pt modelId="{CB8AB684-C63B-46DF-A0C0-E34095B13849}">
      <dgm:prSet phldrT="[Text]"/>
      <dgm:spPr/>
      <dgm:t>
        <a:bodyPr/>
        <a:lstStyle/>
        <a:p>
          <a:r>
            <a:rPr lang="de-CH"/>
            <a:t>Individual Practices and Memberships in Clubs</a:t>
          </a:r>
        </a:p>
      </dgm:t>
    </dgm:pt>
    <dgm:pt modelId="{0D189675-4F8B-4D80-996C-68FF981868BF}" type="parTrans" cxnId="{32174D7D-C8DF-4341-8CD7-DBE737C9120B}">
      <dgm:prSet/>
      <dgm:spPr/>
      <dgm:t>
        <a:bodyPr/>
        <a:lstStyle/>
        <a:p>
          <a:endParaRPr lang="de-CH"/>
        </a:p>
      </dgm:t>
    </dgm:pt>
    <dgm:pt modelId="{495FDED5-B4AF-4989-832C-46A64BF4451C}" type="sibTrans" cxnId="{32174D7D-C8DF-4341-8CD7-DBE737C9120B}">
      <dgm:prSet/>
      <dgm:spPr/>
      <dgm:t>
        <a:bodyPr/>
        <a:lstStyle/>
        <a:p>
          <a:endParaRPr lang="de-CH"/>
        </a:p>
      </dgm:t>
    </dgm:pt>
    <dgm:pt modelId="{55846419-DABC-4DFA-B612-CD1F0596CE84}">
      <dgm:prSet phldrT="[Text]"/>
      <dgm:spPr/>
      <dgm:t>
        <a:bodyPr/>
        <a:lstStyle/>
        <a:p>
          <a:r>
            <a:rPr lang="de-CH"/>
            <a:t>Migration </a:t>
          </a:r>
          <a:r>
            <a:rPr lang="de-CH" err="1"/>
            <a:t>Biography</a:t>
          </a:r>
          <a:r>
            <a:rPr lang="de-CH"/>
            <a:t> / </a:t>
          </a:r>
          <a:r>
            <a:rPr lang="de-CH" err="1"/>
            <a:t>History</a:t>
          </a:r>
          <a:endParaRPr lang="de-CH"/>
        </a:p>
      </dgm:t>
    </dgm:pt>
    <dgm:pt modelId="{2757AFB1-69E8-4BD6-AE41-74C61BD44283}" type="parTrans" cxnId="{92859297-2047-495C-9443-40BF004D9391}">
      <dgm:prSet/>
      <dgm:spPr/>
      <dgm:t>
        <a:bodyPr/>
        <a:lstStyle/>
        <a:p>
          <a:endParaRPr lang="de-CH"/>
        </a:p>
      </dgm:t>
    </dgm:pt>
    <dgm:pt modelId="{300F0F9C-0973-4744-A88E-483AEA805AEB}" type="sibTrans" cxnId="{92859297-2047-495C-9443-40BF004D9391}">
      <dgm:prSet/>
      <dgm:spPr/>
      <dgm:t>
        <a:bodyPr/>
        <a:lstStyle/>
        <a:p>
          <a:endParaRPr lang="de-CH"/>
        </a:p>
      </dgm:t>
    </dgm:pt>
    <dgm:pt modelId="{1CF1F63F-3A48-4F07-90E3-89D446E65CFC}">
      <dgm:prSet phldrT="[Text]"/>
      <dgm:spPr/>
      <dgm:t>
        <a:bodyPr/>
        <a:lstStyle/>
        <a:p>
          <a:r>
            <a:rPr lang="de-CH"/>
            <a:t>Collective Identity, </a:t>
          </a:r>
          <a:r>
            <a:rPr lang="de-CH" err="1"/>
            <a:t>Religiosity</a:t>
          </a:r>
          <a:r>
            <a:rPr lang="de-CH"/>
            <a:t>, and Practices</a:t>
          </a:r>
        </a:p>
      </dgm:t>
    </dgm:pt>
    <dgm:pt modelId="{0DA28ACA-4242-4083-BDA4-46DF8BF8EB2B}" type="parTrans" cxnId="{ECA434B9-D020-47AF-8A09-51BA96A6E48F}">
      <dgm:prSet/>
      <dgm:spPr/>
      <dgm:t>
        <a:bodyPr/>
        <a:lstStyle/>
        <a:p>
          <a:endParaRPr lang="de-CH"/>
        </a:p>
      </dgm:t>
    </dgm:pt>
    <dgm:pt modelId="{09435961-35DC-45BC-88B1-0D0F29C7791A}" type="sibTrans" cxnId="{ECA434B9-D020-47AF-8A09-51BA96A6E48F}">
      <dgm:prSet/>
      <dgm:spPr/>
      <dgm:t>
        <a:bodyPr/>
        <a:lstStyle/>
        <a:p>
          <a:endParaRPr lang="de-CH"/>
        </a:p>
      </dgm:t>
    </dgm:pt>
    <dgm:pt modelId="{91BC2106-7936-492D-A58C-E14EC5E88D55}">
      <dgm:prSet phldrT="[Text]"/>
      <dgm:spPr/>
      <dgm:t>
        <a:bodyPr/>
        <a:lstStyle/>
        <a:p>
          <a:r>
            <a:rPr lang="de-CH"/>
            <a:t>Individual </a:t>
          </a:r>
          <a:r>
            <a:rPr lang="de-CH" err="1"/>
            <a:t>Religiosity</a:t>
          </a:r>
          <a:r>
            <a:rPr lang="de-CH"/>
            <a:t> and Practices</a:t>
          </a:r>
        </a:p>
      </dgm:t>
    </dgm:pt>
    <dgm:pt modelId="{CF742A52-EF1E-4E3C-958A-76D11D6B2722}" type="parTrans" cxnId="{77ADA856-2F6C-446C-8886-48C3511B1071}">
      <dgm:prSet/>
      <dgm:spPr/>
      <dgm:t>
        <a:bodyPr/>
        <a:lstStyle/>
        <a:p>
          <a:endParaRPr lang="de-CH"/>
        </a:p>
      </dgm:t>
    </dgm:pt>
    <dgm:pt modelId="{46873919-E174-473B-9BFD-13B48E1F031F}" type="sibTrans" cxnId="{77ADA856-2F6C-446C-8886-48C3511B1071}">
      <dgm:prSet/>
      <dgm:spPr/>
      <dgm:t>
        <a:bodyPr/>
        <a:lstStyle/>
        <a:p>
          <a:endParaRPr lang="de-CH"/>
        </a:p>
      </dgm:t>
    </dgm:pt>
    <dgm:pt modelId="{2C4FE4EF-41DF-4CCB-BFDF-32720411605C}">
      <dgm:prSet phldrT="[Text]"/>
      <dgm:spPr/>
      <dgm:t>
        <a:bodyPr/>
        <a:lstStyle/>
        <a:p>
          <a:r>
            <a:rPr lang="de-CH"/>
            <a:t>Organizational </a:t>
          </a:r>
          <a:r>
            <a:rPr lang="de-CH" err="1"/>
            <a:t>Structures</a:t>
          </a:r>
          <a:r>
            <a:rPr lang="de-CH"/>
            <a:t> and </a:t>
          </a:r>
          <a:r>
            <a:rPr lang="de-CH" err="1"/>
            <a:t>Roles</a:t>
          </a:r>
          <a:endParaRPr lang="de-CH"/>
        </a:p>
      </dgm:t>
    </dgm:pt>
    <dgm:pt modelId="{DE947D37-224A-40E9-A5CC-97107FD52FCA}" type="parTrans" cxnId="{CB746CB7-392F-4A76-8F40-2B7DDAFEF142}">
      <dgm:prSet/>
      <dgm:spPr/>
      <dgm:t>
        <a:bodyPr/>
        <a:lstStyle/>
        <a:p>
          <a:endParaRPr lang="de-CH"/>
        </a:p>
      </dgm:t>
    </dgm:pt>
    <dgm:pt modelId="{DFF4F7AB-BFCB-4AAD-9C38-928A3A01628A}" type="sibTrans" cxnId="{CB746CB7-392F-4A76-8F40-2B7DDAFEF142}">
      <dgm:prSet/>
      <dgm:spPr/>
      <dgm:t>
        <a:bodyPr/>
        <a:lstStyle/>
        <a:p>
          <a:endParaRPr lang="de-CH"/>
        </a:p>
      </dgm:t>
    </dgm:pt>
    <dgm:pt modelId="{F59B5A3C-1AB0-4553-BE0C-F48C50AA8484}">
      <dgm:prSet phldrT="[Text]"/>
      <dgm:spPr/>
      <dgm:t>
        <a:bodyPr/>
        <a:lstStyle/>
        <a:p>
          <a:r>
            <a:rPr lang="de-CH"/>
            <a:t>Organizational Environments</a:t>
          </a:r>
        </a:p>
      </dgm:t>
    </dgm:pt>
    <dgm:pt modelId="{2E7A2C09-C80B-47EC-9933-9C4048C4327A}" type="parTrans" cxnId="{7EA90F69-D8DC-4D12-ADB3-B53676FDD2B3}">
      <dgm:prSet/>
      <dgm:spPr/>
      <dgm:t>
        <a:bodyPr/>
        <a:lstStyle/>
        <a:p>
          <a:endParaRPr lang="de-CH"/>
        </a:p>
      </dgm:t>
    </dgm:pt>
    <dgm:pt modelId="{AC28261B-5AF5-4AE7-BBE1-524854FCCC6E}" type="sibTrans" cxnId="{7EA90F69-D8DC-4D12-ADB3-B53676FDD2B3}">
      <dgm:prSet/>
      <dgm:spPr/>
      <dgm:t>
        <a:bodyPr/>
        <a:lstStyle/>
        <a:p>
          <a:endParaRPr lang="de-CH"/>
        </a:p>
      </dgm:t>
    </dgm:pt>
    <dgm:pt modelId="{B987F893-CA8A-41B8-B942-63AF6AB2D4CB}">
      <dgm:prSet phldrT="[Text]"/>
      <dgm:spPr/>
      <dgm:t>
        <a:bodyPr/>
        <a:lstStyle/>
        <a:p>
          <a:r>
            <a:rPr lang="de-CH"/>
            <a:t>Individual Political </a:t>
          </a:r>
          <a:r>
            <a:rPr lang="de-CH" err="1"/>
            <a:t>Behavior</a:t>
          </a:r>
          <a:endParaRPr lang="de-CH"/>
        </a:p>
      </dgm:t>
    </dgm:pt>
    <dgm:pt modelId="{4BD08973-DE5D-4393-957A-649882989B78}" type="parTrans" cxnId="{05FDB48E-E822-475B-A122-66C45A0FE8F5}">
      <dgm:prSet/>
      <dgm:spPr/>
      <dgm:t>
        <a:bodyPr/>
        <a:lstStyle/>
        <a:p>
          <a:endParaRPr lang="de-CH"/>
        </a:p>
      </dgm:t>
    </dgm:pt>
    <dgm:pt modelId="{CB04919F-2513-484B-BE84-2394B5C8362D}" type="sibTrans" cxnId="{05FDB48E-E822-475B-A122-66C45A0FE8F5}">
      <dgm:prSet/>
      <dgm:spPr/>
      <dgm:t>
        <a:bodyPr/>
        <a:lstStyle/>
        <a:p>
          <a:endParaRPr lang="de-CH"/>
        </a:p>
      </dgm:t>
    </dgm:pt>
    <dgm:pt modelId="{A1A73CE1-1574-4FB2-9C53-499F6645D067}">
      <dgm:prSet phldrT="[Text]"/>
      <dgm:spPr/>
      <dgm:t>
        <a:bodyPr/>
        <a:lstStyle/>
        <a:p>
          <a:r>
            <a:rPr lang="de-CH"/>
            <a:t>Community </a:t>
          </a:r>
          <a:r>
            <a:rPr lang="de-CH" err="1"/>
            <a:t>History</a:t>
          </a:r>
          <a:endParaRPr lang="de-CH"/>
        </a:p>
      </dgm:t>
    </dgm:pt>
    <dgm:pt modelId="{4C2627F8-0A08-4B56-877B-52EB5A0C23BB}" type="parTrans" cxnId="{F29AD15A-DBE3-41CE-B884-A30770F672EB}">
      <dgm:prSet/>
      <dgm:spPr/>
      <dgm:t>
        <a:bodyPr/>
        <a:lstStyle/>
        <a:p>
          <a:endParaRPr lang="de-CH"/>
        </a:p>
      </dgm:t>
    </dgm:pt>
    <dgm:pt modelId="{702AF1FB-F433-4F0C-8EF2-6305BE8F619B}" type="sibTrans" cxnId="{F29AD15A-DBE3-41CE-B884-A30770F672EB}">
      <dgm:prSet/>
      <dgm:spPr/>
      <dgm:t>
        <a:bodyPr/>
        <a:lstStyle/>
        <a:p>
          <a:endParaRPr lang="de-CH"/>
        </a:p>
      </dgm:t>
    </dgm:pt>
    <dgm:pt modelId="{B875CBB8-433B-4744-AC54-979C544DF0EF}" type="pres">
      <dgm:prSet presAssocID="{5F6D4A52-0CF1-4B75-B167-6F5E46DA8B4D}" presName="diagram" presStyleCnt="0">
        <dgm:presLayoutVars>
          <dgm:dir/>
          <dgm:resizeHandles val="exact"/>
        </dgm:presLayoutVars>
      </dgm:prSet>
      <dgm:spPr/>
    </dgm:pt>
    <dgm:pt modelId="{2AB63246-162A-4DAC-86F4-FB91113D0011}" type="pres">
      <dgm:prSet presAssocID="{CB8AB684-C63B-46DF-A0C0-E34095B13849}" presName="node" presStyleLbl="node1" presStyleIdx="0" presStyleCnt="8">
        <dgm:presLayoutVars>
          <dgm:bulletEnabled val="1"/>
        </dgm:presLayoutVars>
      </dgm:prSet>
      <dgm:spPr/>
    </dgm:pt>
    <dgm:pt modelId="{873AEE5D-C72E-400E-8C09-CCE0977057A7}" type="pres">
      <dgm:prSet presAssocID="{495FDED5-B4AF-4989-832C-46A64BF4451C}" presName="sibTrans" presStyleCnt="0"/>
      <dgm:spPr/>
    </dgm:pt>
    <dgm:pt modelId="{58B1426D-D07D-44FF-9E64-FBE1324C1910}" type="pres">
      <dgm:prSet presAssocID="{B987F893-CA8A-41B8-B942-63AF6AB2D4CB}" presName="node" presStyleLbl="node1" presStyleIdx="1" presStyleCnt="8">
        <dgm:presLayoutVars>
          <dgm:bulletEnabled val="1"/>
        </dgm:presLayoutVars>
      </dgm:prSet>
      <dgm:spPr/>
    </dgm:pt>
    <dgm:pt modelId="{E920F331-566C-49A0-A3B4-797EE41C36C0}" type="pres">
      <dgm:prSet presAssocID="{CB04919F-2513-484B-BE84-2394B5C8362D}" presName="sibTrans" presStyleCnt="0"/>
      <dgm:spPr/>
    </dgm:pt>
    <dgm:pt modelId="{FAEC47C1-291A-459D-A8C4-0C53660BB715}" type="pres">
      <dgm:prSet presAssocID="{91BC2106-7936-492D-A58C-E14EC5E88D55}" presName="node" presStyleLbl="node1" presStyleIdx="2" presStyleCnt="8">
        <dgm:presLayoutVars>
          <dgm:bulletEnabled val="1"/>
        </dgm:presLayoutVars>
      </dgm:prSet>
      <dgm:spPr/>
    </dgm:pt>
    <dgm:pt modelId="{CDE1F19D-20AD-4AC8-AC37-D917B2368644}" type="pres">
      <dgm:prSet presAssocID="{46873919-E174-473B-9BFD-13B48E1F031F}" presName="sibTrans" presStyleCnt="0"/>
      <dgm:spPr/>
    </dgm:pt>
    <dgm:pt modelId="{AB158150-2F54-435E-B202-97952D3B0D2F}" type="pres">
      <dgm:prSet presAssocID="{55846419-DABC-4DFA-B612-CD1F0596CE84}" presName="node" presStyleLbl="node1" presStyleIdx="3" presStyleCnt="8">
        <dgm:presLayoutVars>
          <dgm:bulletEnabled val="1"/>
        </dgm:presLayoutVars>
      </dgm:prSet>
      <dgm:spPr/>
    </dgm:pt>
    <dgm:pt modelId="{983D7B9D-F5BE-4530-BF2B-F45223EDC8B3}" type="pres">
      <dgm:prSet presAssocID="{300F0F9C-0973-4744-A88E-483AEA805AEB}" presName="sibTrans" presStyleCnt="0"/>
      <dgm:spPr/>
    </dgm:pt>
    <dgm:pt modelId="{62A23367-C069-4394-8002-20AC96309A80}" type="pres">
      <dgm:prSet presAssocID="{A1A73CE1-1574-4FB2-9C53-499F6645D067}" presName="node" presStyleLbl="node1" presStyleIdx="4" presStyleCnt="8">
        <dgm:presLayoutVars>
          <dgm:bulletEnabled val="1"/>
        </dgm:presLayoutVars>
      </dgm:prSet>
      <dgm:spPr/>
    </dgm:pt>
    <dgm:pt modelId="{9A13430D-2AC7-4939-94B1-648C248E369B}" type="pres">
      <dgm:prSet presAssocID="{702AF1FB-F433-4F0C-8EF2-6305BE8F619B}" presName="sibTrans" presStyleCnt="0"/>
      <dgm:spPr/>
    </dgm:pt>
    <dgm:pt modelId="{30D8D5F9-0EA4-4F7F-8FF4-9A3EE2B3AE04}" type="pres">
      <dgm:prSet presAssocID="{1CF1F63F-3A48-4F07-90E3-89D446E65CFC}" presName="node" presStyleLbl="node1" presStyleIdx="5" presStyleCnt="8">
        <dgm:presLayoutVars>
          <dgm:bulletEnabled val="1"/>
        </dgm:presLayoutVars>
      </dgm:prSet>
      <dgm:spPr/>
    </dgm:pt>
    <dgm:pt modelId="{AE504D7E-260C-486D-A58D-DB57341BB459}" type="pres">
      <dgm:prSet presAssocID="{09435961-35DC-45BC-88B1-0D0F29C7791A}" presName="sibTrans" presStyleCnt="0"/>
      <dgm:spPr/>
    </dgm:pt>
    <dgm:pt modelId="{B41EB8D2-056A-4490-BD11-29EB0F2DA93D}" type="pres">
      <dgm:prSet presAssocID="{2C4FE4EF-41DF-4CCB-BFDF-32720411605C}" presName="node" presStyleLbl="node1" presStyleIdx="6" presStyleCnt="8">
        <dgm:presLayoutVars>
          <dgm:bulletEnabled val="1"/>
        </dgm:presLayoutVars>
      </dgm:prSet>
      <dgm:spPr/>
    </dgm:pt>
    <dgm:pt modelId="{2EEECDE5-EF88-4251-8277-59EB0BF596C0}" type="pres">
      <dgm:prSet presAssocID="{DFF4F7AB-BFCB-4AAD-9C38-928A3A01628A}" presName="sibTrans" presStyleCnt="0"/>
      <dgm:spPr/>
    </dgm:pt>
    <dgm:pt modelId="{5338EEE7-42D3-4B0A-B812-FBADD071D7FF}" type="pres">
      <dgm:prSet presAssocID="{F59B5A3C-1AB0-4553-BE0C-F48C50AA8484}" presName="node" presStyleLbl="node1" presStyleIdx="7" presStyleCnt="8">
        <dgm:presLayoutVars>
          <dgm:bulletEnabled val="1"/>
        </dgm:presLayoutVars>
      </dgm:prSet>
      <dgm:spPr/>
    </dgm:pt>
  </dgm:ptLst>
  <dgm:cxnLst>
    <dgm:cxn modelId="{5BB30D21-FFF4-419F-B7E1-F7DA2991C8D0}" type="presOf" srcId="{B987F893-CA8A-41B8-B942-63AF6AB2D4CB}" destId="{58B1426D-D07D-44FF-9E64-FBE1324C1910}" srcOrd="0" destOrd="0" presId="urn:microsoft.com/office/officeart/2005/8/layout/default"/>
    <dgm:cxn modelId="{C261FA22-79B3-435A-B201-580883C5F843}" type="presOf" srcId="{CB8AB684-C63B-46DF-A0C0-E34095B13849}" destId="{2AB63246-162A-4DAC-86F4-FB91113D0011}" srcOrd="0" destOrd="0" presId="urn:microsoft.com/office/officeart/2005/8/layout/default"/>
    <dgm:cxn modelId="{15E91727-C71D-43D5-BCB7-C7A037673736}" type="presOf" srcId="{55846419-DABC-4DFA-B612-CD1F0596CE84}" destId="{AB158150-2F54-435E-B202-97952D3B0D2F}" srcOrd="0" destOrd="0" presId="urn:microsoft.com/office/officeart/2005/8/layout/default"/>
    <dgm:cxn modelId="{F5CBC22A-D43F-409B-854C-E7315791E7E5}" type="presOf" srcId="{5F6D4A52-0CF1-4B75-B167-6F5E46DA8B4D}" destId="{B875CBB8-433B-4744-AC54-979C544DF0EF}" srcOrd="0" destOrd="0" presId="urn:microsoft.com/office/officeart/2005/8/layout/default"/>
    <dgm:cxn modelId="{B6008C34-9861-45F6-A925-6CC5D8F7D817}" type="presOf" srcId="{F59B5A3C-1AB0-4553-BE0C-F48C50AA8484}" destId="{5338EEE7-42D3-4B0A-B812-FBADD071D7FF}" srcOrd="0" destOrd="0" presId="urn:microsoft.com/office/officeart/2005/8/layout/default"/>
    <dgm:cxn modelId="{01F77B36-D683-454A-A073-5EB813BC9984}" type="presOf" srcId="{91BC2106-7936-492D-A58C-E14EC5E88D55}" destId="{FAEC47C1-291A-459D-A8C4-0C53660BB715}" srcOrd="0" destOrd="0" presId="urn:microsoft.com/office/officeart/2005/8/layout/default"/>
    <dgm:cxn modelId="{7EA90F69-D8DC-4D12-ADB3-B53676FDD2B3}" srcId="{5F6D4A52-0CF1-4B75-B167-6F5E46DA8B4D}" destId="{F59B5A3C-1AB0-4553-BE0C-F48C50AA8484}" srcOrd="7" destOrd="0" parTransId="{2E7A2C09-C80B-47EC-9933-9C4048C4327A}" sibTransId="{AC28261B-5AF5-4AE7-BBE1-524854FCCC6E}"/>
    <dgm:cxn modelId="{C6CA974F-123D-4601-B540-E7B5E954E0D3}" type="presOf" srcId="{1CF1F63F-3A48-4F07-90E3-89D446E65CFC}" destId="{30D8D5F9-0EA4-4F7F-8FF4-9A3EE2B3AE04}" srcOrd="0" destOrd="0" presId="urn:microsoft.com/office/officeart/2005/8/layout/default"/>
    <dgm:cxn modelId="{77ADA856-2F6C-446C-8886-48C3511B1071}" srcId="{5F6D4A52-0CF1-4B75-B167-6F5E46DA8B4D}" destId="{91BC2106-7936-492D-A58C-E14EC5E88D55}" srcOrd="2" destOrd="0" parTransId="{CF742A52-EF1E-4E3C-958A-76D11D6B2722}" sibTransId="{46873919-E174-473B-9BFD-13B48E1F031F}"/>
    <dgm:cxn modelId="{F29AD15A-DBE3-41CE-B884-A30770F672EB}" srcId="{5F6D4A52-0CF1-4B75-B167-6F5E46DA8B4D}" destId="{A1A73CE1-1574-4FB2-9C53-499F6645D067}" srcOrd="4" destOrd="0" parTransId="{4C2627F8-0A08-4B56-877B-52EB5A0C23BB}" sibTransId="{702AF1FB-F433-4F0C-8EF2-6305BE8F619B}"/>
    <dgm:cxn modelId="{32174D7D-C8DF-4341-8CD7-DBE737C9120B}" srcId="{5F6D4A52-0CF1-4B75-B167-6F5E46DA8B4D}" destId="{CB8AB684-C63B-46DF-A0C0-E34095B13849}" srcOrd="0" destOrd="0" parTransId="{0D189675-4F8B-4D80-996C-68FF981868BF}" sibTransId="{495FDED5-B4AF-4989-832C-46A64BF4451C}"/>
    <dgm:cxn modelId="{05FDB48E-E822-475B-A122-66C45A0FE8F5}" srcId="{5F6D4A52-0CF1-4B75-B167-6F5E46DA8B4D}" destId="{B987F893-CA8A-41B8-B942-63AF6AB2D4CB}" srcOrd="1" destOrd="0" parTransId="{4BD08973-DE5D-4393-957A-649882989B78}" sibTransId="{CB04919F-2513-484B-BE84-2394B5C8362D}"/>
    <dgm:cxn modelId="{92859297-2047-495C-9443-40BF004D9391}" srcId="{5F6D4A52-0CF1-4B75-B167-6F5E46DA8B4D}" destId="{55846419-DABC-4DFA-B612-CD1F0596CE84}" srcOrd="3" destOrd="0" parTransId="{2757AFB1-69E8-4BD6-AE41-74C61BD44283}" sibTransId="{300F0F9C-0973-4744-A88E-483AEA805AEB}"/>
    <dgm:cxn modelId="{09A3E3AA-7707-46CA-AC3E-031CEE477D0F}" type="presOf" srcId="{A1A73CE1-1574-4FB2-9C53-499F6645D067}" destId="{62A23367-C069-4394-8002-20AC96309A80}" srcOrd="0" destOrd="0" presId="urn:microsoft.com/office/officeart/2005/8/layout/default"/>
    <dgm:cxn modelId="{6A62B5AB-C2E0-4829-889B-F9D52BC30D82}" type="presOf" srcId="{2C4FE4EF-41DF-4CCB-BFDF-32720411605C}" destId="{B41EB8D2-056A-4490-BD11-29EB0F2DA93D}" srcOrd="0" destOrd="0" presId="urn:microsoft.com/office/officeart/2005/8/layout/default"/>
    <dgm:cxn modelId="{CB746CB7-392F-4A76-8F40-2B7DDAFEF142}" srcId="{5F6D4A52-0CF1-4B75-B167-6F5E46DA8B4D}" destId="{2C4FE4EF-41DF-4CCB-BFDF-32720411605C}" srcOrd="6" destOrd="0" parTransId="{DE947D37-224A-40E9-A5CC-97107FD52FCA}" sibTransId="{DFF4F7AB-BFCB-4AAD-9C38-928A3A01628A}"/>
    <dgm:cxn modelId="{ECA434B9-D020-47AF-8A09-51BA96A6E48F}" srcId="{5F6D4A52-0CF1-4B75-B167-6F5E46DA8B4D}" destId="{1CF1F63F-3A48-4F07-90E3-89D446E65CFC}" srcOrd="5" destOrd="0" parTransId="{0DA28ACA-4242-4083-BDA4-46DF8BF8EB2B}" sibTransId="{09435961-35DC-45BC-88B1-0D0F29C7791A}"/>
    <dgm:cxn modelId="{E723AB17-1544-45EC-B27D-7B73818FB715}" type="presParOf" srcId="{B875CBB8-433B-4744-AC54-979C544DF0EF}" destId="{2AB63246-162A-4DAC-86F4-FB91113D0011}" srcOrd="0" destOrd="0" presId="urn:microsoft.com/office/officeart/2005/8/layout/default"/>
    <dgm:cxn modelId="{4E8F9C49-5965-41AE-8ECC-473D5303B629}" type="presParOf" srcId="{B875CBB8-433B-4744-AC54-979C544DF0EF}" destId="{873AEE5D-C72E-400E-8C09-CCE0977057A7}" srcOrd="1" destOrd="0" presId="urn:microsoft.com/office/officeart/2005/8/layout/default"/>
    <dgm:cxn modelId="{CCAAB3BF-914E-44BD-9BD5-1C5CB3A717CF}" type="presParOf" srcId="{B875CBB8-433B-4744-AC54-979C544DF0EF}" destId="{58B1426D-D07D-44FF-9E64-FBE1324C1910}" srcOrd="2" destOrd="0" presId="urn:microsoft.com/office/officeart/2005/8/layout/default"/>
    <dgm:cxn modelId="{22E49C2D-06CE-4CD6-A02A-1DDF79BCF63F}" type="presParOf" srcId="{B875CBB8-433B-4744-AC54-979C544DF0EF}" destId="{E920F331-566C-49A0-A3B4-797EE41C36C0}" srcOrd="3" destOrd="0" presId="urn:microsoft.com/office/officeart/2005/8/layout/default"/>
    <dgm:cxn modelId="{B9F8CE6A-67C1-4B9B-88B6-BA9A24F55C26}" type="presParOf" srcId="{B875CBB8-433B-4744-AC54-979C544DF0EF}" destId="{FAEC47C1-291A-459D-A8C4-0C53660BB715}" srcOrd="4" destOrd="0" presId="urn:microsoft.com/office/officeart/2005/8/layout/default"/>
    <dgm:cxn modelId="{694BB284-D76B-4A68-9929-BBEC64CF319A}" type="presParOf" srcId="{B875CBB8-433B-4744-AC54-979C544DF0EF}" destId="{CDE1F19D-20AD-4AC8-AC37-D917B2368644}" srcOrd="5" destOrd="0" presId="urn:microsoft.com/office/officeart/2005/8/layout/default"/>
    <dgm:cxn modelId="{A3389C8D-E537-4AD8-8766-E91B10F920EA}" type="presParOf" srcId="{B875CBB8-433B-4744-AC54-979C544DF0EF}" destId="{AB158150-2F54-435E-B202-97952D3B0D2F}" srcOrd="6" destOrd="0" presId="urn:microsoft.com/office/officeart/2005/8/layout/default"/>
    <dgm:cxn modelId="{E63AE9FE-C9D1-4FCD-9114-171D540AFF3C}" type="presParOf" srcId="{B875CBB8-433B-4744-AC54-979C544DF0EF}" destId="{983D7B9D-F5BE-4530-BF2B-F45223EDC8B3}" srcOrd="7" destOrd="0" presId="urn:microsoft.com/office/officeart/2005/8/layout/default"/>
    <dgm:cxn modelId="{E977F105-F705-4A48-B864-EF466ABD173D}" type="presParOf" srcId="{B875CBB8-433B-4744-AC54-979C544DF0EF}" destId="{62A23367-C069-4394-8002-20AC96309A80}" srcOrd="8" destOrd="0" presId="urn:microsoft.com/office/officeart/2005/8/layout/default"/>
    <dgm:cxn modelId="{505891A9-18CF-4763-9FD0-BA5851943C0A}" type="presParOf" srcId="{B875CBB8-433B-4744-AC54-979C544DF0EF}" destId="{9A13430D-2AC7-4939-94B1-648C248E369B}" srcOrd="9" destOrd="0" presId="urn:microsoft.com/office/officeart/2005/8/layout/default"/>
    <dgm:cxn modelId="{36AD6F86-6A3B-4FE9-89FD-921002FB5F19}" type="presParOf" srcId="{B875CBB8-433B-4744-AC54-979C544DF0EF}" destId="{30D8D5F9-0EA4-4F7F-8FF4-9A3EE2B3AE04}" srcOrd="10" destOrd="0" presId="urn:microsoft.com/office/officeart/2005/8/layout/default"/>
    <dgm:cxn modelId="{CB04AFE4-B113-476A-9C48-16DDB593A4A1}" type="presParOf" srcId="{B875CBB8-433B-4744-AC54-979C544DF0EF}" destId="{AE504D7E-260C-486D-A58D-DB57341BB459}" srcOrd="11" destOrd="0" presId="urn:microsoft.com/office/officeart/2005/8/layout/default"/>
    <dgm:cxn modelId="{0B8F363C-6F0A-406E-91F1-6837E74F11EF}" type="presParOf" srcId="{B875CBB8-433B-4744-AC54-979C544DF0EF}" destId="{B41EB8D2-056A-4490-BD11-29EB0F2DA93D}" srcOrd="12" destOrd="0" presId="urn:microsoft.com/office/officeart/2005/8/layout/default"/>
    <dgm:cxn modelId="{B1763429-13DA-4D59-9401-D675FB9245B9}" type="presParOf" srcId="{B875CBB8-433B-4744-AC54-979C544DF0EF}" destId="{2EEECDE5-EF88-4251-8277-59EB0BF596C0}" srcOrd="13" destOrd="0" presId="urn:microsoft.com/office/officeart/2005/8/layout/default"/>
    <dgm:cxn modelId="{F2086FF2-53C2-4DC5-B2E6-55011459A656}" type="presParOf" srcId="{B875CBB8-433B-4744-AC54-979C544DF0EF}" destId="{5338EEE7-42D3-4B0A-B812-FBADD071D7FF}"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A4EDC4-0979-435C-B80D-4CF4A8E54311}" type="doc">
      <dgm:prSet loTypeId="urn:microsoft.com/office/officeart/2005/8/layout/vList5" loCatId="list" qsTypeId="urn:microsoft.com/office/officeart/2005/8/quickstyle/simple1" qsCatId="simple" csTypeId="urn:microsoft.com/office/officeart/2005/8/colors/accent1_3" csCatId="accent1" phldr="1"/>
      <dgm:spPr/>
      <dgm:t>
        <a:bodyPr/>
        <a:lstStyle/>
        <a:p>
          <a:endParaRPr lang="en-US"/>
        </a:p>
      </dgm:t>
    </dgm:pt>
    <dgm:pt modelId="{EB56CC0E-5310-4191-A628-6887E6A44A1F}">
      <dgm:prSet/>
      <dgm:spPr/>
      <dgm:t>
        <a:bodyPr/>
        <a:lstStyle/>
        <a:p>
          <a:r>
            <a:rPr lang="en-US" b="1"/>
            <a:t>Field</a:t>
          </a:r>
          <a:endParaRPr lang="en-US"/>
        </a:p>
      </dgm:t>
    </dgm:pt>
    <dgm:pt modelId="{554D6E0F-16A6-42A5-8597-02D624C01FE5}" type="parTrans" cxnId="{557F99B1-AE16-4F89-B588-6D4558D3E98C}">
      <dgm:prSet/>
      <dgm:spPr/>
      <dgm:t>
        <a:bodyPr/>
        <a:lstStyle/>
        <a:p>
          <a:endParaRPr lang="en-US"/>
        </a:p>
      </dgm:t>
    </dgm:pt>
    <dgm:pt modelId="{1A0EC484-B12C-4630-91F9-B537F66D90A6}" type="sibTrans" cxnId="{557F99B1-AE16-4F89-B588-6D4558D3E98C}">
      <dgm:prSet/>
      <dgm:spPr/>
      <dgm:t>
        <a:bodyPr/>
        <a:lstStyle/>
        <a:p>
          <a:endParaRPr lang="en-US"/>
        </a:p>
      </dgm:t>
    </dgm:pt>
    <dgm:pt modelId="{EF33F05A-DFBE-4AB7-993F-0C21BD8379E1}">
      <dgm:prSet/>
      <dgm:spPr/>
      <dgm:t>
        <a:bodyPr/>
        <a:lstStyle/>
        <a:p>
          <a:r>
            <a:rPr lang="en-US"/>
            <a:t>Two each in Switzerland (de / fr) / Two each in Germany</a:t>
          </a:r>
        </a:p>
      </dgm:t>
    </dgm:pt>
    <dgm:pt modelId="{DE43053E-7DF1-4962-BF31-D9456B10DDC3}" type="parTrans" cxnId="{8EC5DA63-9EC6-4A13-938D-11ABC7417A13}">
      <dgm:prSet/>
      <dgm:spPr/>
      <dgm:t>
        <a:bodyPr/>
        <a:lstStyle/>
        <a:p>
          <a:endParaRPr lang="en-US"/>
        </a:p>
      </dgm:t>
    </dgm:pt>
    <dgm:pt modelId="{69B92D1E-0196-4B2A-B3CC-6DB46DDF2771}" type="sibTrans" cxnId="{8EC5DA63-9EC6-4A13-938D-11ABC7417A13}">
      <dgm:prSet/>
      <dgm:spPr/>
      <dgm:t>
        <a:bodyPr/>
        <a:lstStyle/>
        <a:p>
          <a:endParaRPr lang="en-US"/>
        </a:p>
      </dgm:t>
    </dgm:pt>
    <dgm:pt modelId="{05E2548F-926E-4B60-8C52-010F7033FCA9}">
      <dgm:prSet/>
      <dgm:spPr/>
      <dgm:t>
        <a:bodyPr/>
        <a:lstStyle/>
        <a:p>
          <a:r>
            <a:rPr lang="en-US"/>
            <a:t>Two in larger cities / Two in more rural areas</a:t>
          </a:r>
        </a:p>
      </dgm:t>
    </dgm:pt>
    <dgm:pt modelId="{24ABC1F3-AD96-48FB-A125-735098196A3C}" type="parTrans" cxnId="{1F102CFD-3FFE-4D8A-9639-935FD1F6CD42}">
      <dgm:prSet/>
      <dgm:spPr/>
      <dgm:t>
        <a:bodyPr/>
        <a:lstStyle/>
        <a:p>
          <a:endParaRPr lang="en-US"/>
        </a:p>
      </dgm:t>
    </dgm:pt>
    <dgm:pt modelId="{F9C54906-3465-4156-BD2D-25687E4D82ED}" type="sibTrans" cxnId="{1F102CFD-3FFE-4D8A-9639-935FD1F6CD42}">
      <dgm:prSet/>
      <dgm:spPr/>
      <dgm:t>
        <a:bodyPr/>
        <a:lstStyle/>
        <a:p>
          <a:endParaRPr lang="en-US"/>
        </a:p>
      </dgm:t>
    </dgm:pt>
    <dgm:pt modelId="{F08AF0CB-2499-4B3E-85B4-4E7A523B0423}">
      <dgm:prSet/>
      <dgm:spPr/>
      <dgm:t>
        <a:bodyPr/>
        <a:lstStyle/>
        <a:p>
          <a:r>
            <a:rPr lang="en-US"/>
            <a:t>40 interviews (33 members and 7 with priests)</a:t>
          </a:r>
        </a:p>
      </dgm:t>
    </dgm:pt>
    <dgm:pt modelId="{1D720EC0-2D86-49DB-90E6-097B6248574D}" type="parTrans" cxnId="{1DF93FF1-38C7-4931-A0CF-B38B17563AD8}">
      <dgm:prSet/>
      <dgm:spPr/>
      <dgm:t>
        <a:bodyPr/>
        <a:lstStyle/>
        <a:p>
          <a:endParaRPr lang="en-US"/>
        </a:p>
      </dgm:t>
    </dgm:pt>
    <dgm:pt modelId="{363A8222-D2E4-4FF8-BB47-D2D4CF94E921}" type="sibTrans" cxnId="{1DF93FF1-38C7-4931-A0CF-B38B17563AD8}">
      <dgm:prSet/>
      <dgm:spPr/>
      <dgm:t>
        <a:bodyPr/>
        <a:lstStyle/>
        <a:p>
          <a:endParaRPr lang="en-US"/>
        </a:p>
      </dgm:t>
    </dgm:pt>
    <dgm:pt modelId="{27C7056E-738C-4BB6-9F8D-69578E1B2E87}">
      <dgm:prSet/>
      <dgm:spPr/>
      <dgm:t>
        <a:bodyPr/>
        <a:lstStyle/>
        <a:p>
          <a:r>
            <a:rPr lang="en-US" b="1"/>
            <a:t>Topic-focused Interviews</a:t>
          </a:r>
          <a:endParaRPr lang="en-US"/>
        </a:p>
      </dgm:t>
    </dgm:pt>
    <dgm:pt modelId="{3FD1A4BD-7DEA-4A73-BCCB-AFF03DA5F634}" type="parTrans" cxnId="{5FA57D3A-D001-4658-A40B-7690F7240588}">
      <dgm:prSet/>
      <dgm:spPr/>
      <dgm:t>
        <a:bodyPr/>
        <a:lstStyle/>
        <a:p>
          <a:endParaRPr lang="en-US"/>
        </a:p>
      </dgm:t>
    </dgm:pt>
    <dgm:pt modelId="{FA23BD02-4D0C-4A5B-B1BE-3E5FAEB9CDFB}" type="sibTrans" cxnId="{5FA57D3A-D001-4658-A40B-7690F7240588}">
      <dgm:prSet/>
      <dgm:spPr/>
      <dgm:t>
        <a:bodyPr/>
        <a:lstStyle/>
        <a:p>
          <a:endParaRPr lang="en-US"/>
        </a:p>
      </dgm:t>
    </dgm:pt>
    <dgm:pt modelId="{A5BA4431-5B89-4466-AD12-BE2A00312443}">
      <dgm:prSet/>
      <dgm:spPr/>
      <dgm:t>
        <a:bodyPr/>
        <a:lstStyle/>
        <a:p>
          <a:r>
            <a:rPr lang="en-US"/>
            <a:t>Guided for the priests</a:t>
          </a:r>
        </a:p>
      </dgm:t>
    </dgm:pt>
    <dgm:pt modelId="{D6954F0D-5F81-4E1D-9820-C7821A10D5C1}" type="parTrans" cxnId="{A3FF9996-98C0-4A5B-90F7-DE84377623B5}">
      <dgm:prSet/>
      <dgm:spPr/>
      <dgm:t>
        <a:bodyPr/>
        <a:lstStyle/>
        <a:p>
          <a:endParaRPr lang="en-US"/>
        </a:p>
      </dgm:t>
    </dgm:pt>
    <dgm:pt modelId="{4ED34469-7859-4E4B-9C00-470321EE9977}" type="sibTrans" cxnId="{A3FF9996-98C0-4A5B-90F7-DE84377623B5}">
      <dgm:prSet/>
      <dgm:spPr/>
      <dgm:t>
        <a:bodyPr/>
        <a:lstStyle/>
        <a:p>
          <a:endParaRPr lang="en-US"/>
        </a:p>
      </dgm:t>
    </dgm:pt>
    <dgm:pt modelId="{2C49EBC0-BEF3-4ED5-BEE9-9B3C1C92F6C8}">
      <dgm:prSet/>
      <dgm:spPr/>
      <dgm:t>
        <a:bodyPr/>
        <a:lstStyle/>
        <a:p>
          <a:r>
            <a:rPr lang="en-US"/>
            <a:t>Guide for the members</a:t>
          </a:r>
        </a:p>
      </dgm:t>
    </dgm:pt>
    <dgm:pt modelId="{B22B7B9C-DEED-450A-81DC-E6E89C830914}" type="parTrans" cxnId="{A9BAFCC1-3295-41C7-A65E-893DF2BD102C}">
      <dgm:prSet/>
      <dgm:spPr/>
      <dgm:t>
        <a:bodyPr/>
        <a:lstStyle/>
        <a:p>
          <a:endParaRPr lang="en-US"/>
        </a:p>
      </dgm:t>
    </dgm:pt>
    <dgm:pt modelId="{9CCF8055-5647-4EA5-87B9-EDC6E8A6FCDD}" type="sibTrans" cxnId="{A9BAFCC1-3295-41C7-A65E-893DF2BD102C}">
      <dgm:prSet/>
      <dgm:spPr/>
      <dgm:t>
        <a:bodyPr/>
        <a:lstStyle/>
        <a:p>
          <a:endParaRPr lang="en-US"/>
        </a:p>
      </dgm:t>
    </dgm:pt>
    <dgm:pt modelId="{A64718F4-7921-425A-9128-C3B803828743}">
      <dgm:prSet/>
      <dgm:spPr/>
      <dgm:t>
        <a:bodyPr/>
        <a:lstStyle/>
        <a:p>
          <a:r>
            <a:rPr lang="en-US" b="1"/>
            <a:t>Structured Qualitative Content Analysis</a:t>
          </a:r>
          <a:endParaRPr lang="en-US"/>
        </a:p>
      </dgm:t>
    </dgm:pt>
    <dgm:pt modelId="{11F5E086-478A-4DC7-A9AC-7C02786491E4}" type="parTrans" cxnId="{4A8F688D-5704-47CE-8459-929CFE1F41F5}">
      <dgm:prSet/>
      <dgm:spPr/>
      <dgm:t>
        <a:bodyPr/>
        <a:lstStyle/>
        <a:p>
          <a:endParaRPr lang="en-US"/>
        </a:p>
      </dgm:t>
    </dgm:pt>
    <dgm:pt modelId="{7D189FBF-764C-468E-B821-DF2414A69F48}" type="sibTrans" cxnId="{4A8F688D-5704-47CE-8459-929CFE1F41F5}">
      <dgm:prSet/>
      <dgm:spPr/>
      <dgm:t>
        <a:bodyPr/>
        <a:lstStyle/>
        <a:p>
          <a:endParaRPr lang="en-US"/>
        </a:p>
      </dgm:t>
    </dgm:pt>
    <dgm:pt modelId="{ED1A9728-8A1A-4499-BD5C-40256B5324CD}">
      <dgm:prSet/>
      <dgm:spPr/>
      <dgm:t>
        <a:bodyPr/>
        <a:lstStyle/>
        <a:p>
          <a:r>
            <a:rPr lang="en-US"/>
            <a:t>Deductive approach: e.g. expectation management, legitimacy,</a:t>
          </a:r>
        </a:p>
      </dgm:t>
    </dgm:pt>
    <dgm:pt modelId="{B485D98F-809B-44B1-94F8-AF9AAF9F3B92}" type="parTrans" cxnId="{B8A29D10-C083-4BE3-B84E-A9DF8D36D545}">
      <dgm:prSet/>
      <dgm:spPr/>
      <dgm:t>
        <a:bodyPr/>
        <a:lstStyle/>
        <a:p>
          <a:endParaRPr lang="en-US"/>
        </a:p>
      </dgm:t>
    </dgm:pt>
    <dgm:pt modelId="{1AD0A344-7F65-4730-861C-28EA9B470581}" type="sibTrans" cxnId="{B8A29D10-C083-4BE3-B84E-A9DF8D36D545}">
      <dgm:prSet/>
      <dgm:spPr/>
      <dgm:t>
        <a:bodyPr/>
        <a:lstStyle/>
        <a:p>
          <a:endParaRPr lang="en-US"/>
        </a:p>
      </dgm:t>
    </dgm:pt>
    <dgm:pt modelId="{B5638925-9AF5-4D56-8991-1FE8B38A947F}">
      <dgm:prSet/>
      <dgm:spPr/>
      <dgm:t>
        <a:bodyPr/>
        <a:lstStyle/>
        <a:p>
          <a:r>
            <a:rPr lang="en-US"/>
            <a:t>Inductive approach: e.g.: Charity, holidays</a:t>
          </a:r>
        </a:p>
      </dgm:t>
    </dgm:pt>
    <dgm:pt modelId="{93569253-73E1-4734-8B13-1E7A38C6FC9B}" type="parTrans" cxnId="{9EE945A3-EABB-4634-9A11-F6DF92C09350}">
      <dgm:prSet/>
      <dgm:spPr/>
      <dgm:t>
        <a:bodyPr/>
        <a:lstStyle/>
        <a:p>
          <a:endParaRPr lang="en-US"/>
        </a:p>
      </dgm:t>
    </dgm:pt>
    <dgm:pt modelId="{7B981164-8891-49EF-A3FD-AC0F123D0EBF}" type="sibTrans" cxnId="{9EE945A3-EABB-4634-9A11-F6DF92C09350}">
      <dgm:prSet/>
      <dgm:spPr/>
      <dgm:t>
        <a:bodyPr/>
        <a:lstStyle/>
        <a:p>
          <a:endParaRPr lang="en-US"/>
        </a:p>
      </dgm:t>
    </dgm:pt>
    <dgm:pt modelId="{09EA6CD6-FC15-4C0C-AEF4-B9F33217318F}" type="pres">
      <dgm:prSet presAssocID="{EFA4EDC4-0979-435C-B80D-4CF4A8E54311}" presName="Name0" presStyleCnt="0">
        <dgm:presLayoutVars>
          <dgm:dir/>
          <dgm:animLvl val="lvl"/>
          <dgm:resizeHandles val="exact"/>
        </dgm:presLayoutVars>
      </dgm:prSet>
      <dgm:spPr/>
    </dgm:pt>
    <dgm:pt modelId="{3143A0C0-9E3B-42BE-A8AD-EC5CD45730E2}" type="pres">
      <dgm:prSet presAssocID="{EB56CC0E-5310-4191-A628-6887E6A44A1F}" presName="linNode" presStyleCnt="0"/>
      <dgm:spPr/>
    </dgm:pt>
    <dgm:pt modelId="{F87A4DA1-131C-4FE7-87DD-6E15BF4A49BD}" type="pres">
      <dgm:prSet presAssocID="{EB56CC0E-5310-4191-A628-6887E6A44A1F}" presName="parentText" presStyleLbl="node1" presStyleIdx="0" presStyleCnt="3">
        <dgm:presLayoutVars>
          <dgm:chMax val="1"/>
          <dgm:bulletEnabled val="1"/>
        </dgm:presLayoutVars>
      </dgm:prSet>
      <dgm:spPr/>
    </dgm:pt>
    <dgm:pt modelId="{83DDA903-073E-44F6-9440-5E0603973559}" type="pres">
      <dgm:prSet presAssocID="{EB56CC0E-5310-4191-A628-6887E6A44A1F}" presName="descendantText" presStyleLbl="alignAccFollowNode1" presStyleIdx="0" presStyleCnt="3">
        <dgm:presLayoutVars>
          <dgm:bulletEnabled val="1"/>
        </dgm:presLayoutVars>
      </dgm:prSet>
      <dgm:spPr/>
    </dgm:pt>
    <dgm:pt modelId="{56A36B6C-C4D3-4A7E-B782-2B4DC0A18D58}" type="pres">
      <dgm:prSet presAssocID="{1A0EC484-B12C-4630-91F9-B537F66D90A6}" presName="sp" presStyleCnt="0"/>
      <dgm:spPr/>
    </dgm:pt>
    <dgm:pt modelId="{DCA1C2D2-67D5-43C4-956C-F74E5A669165}" type="pres">
      <dgm:prSet presAssocID="{27C7056E-738C-4BB6-9F8D-69578E1B2E87}" presName="linNode" presStyleCnt="0"/>
      <dgm:spPr/>
    </dgm:pt>
    <dgm:pt modelId="{AE4625AD-114E-48B6-AF03-7BC4C0171CA4}" type="pres">
      <dgm:prSet presAssocID="{27C7056E-738C-4BB6-9F8D-69578E1B2E87}" presName="parentText" presStyleLbl="node1" presStyleIdx="1" presStyleCnt="3">
        <dgm:presLayoutVars>
          <dgm:chMax val="1"/>
          <dgm:bulletEnabled val="1"/>
        </dgm:presLayoutVars>
      </dgm:prSet>
      <dgm:spPr/>
    </dgm:pt>
    <dgm:pt modelId="{39F890CE-790B-4453-9B7B-FEE5237762D4}" type="pres">
      <dgm:prSet presAssocID="{27C7056E-738C-4BB6-9F8D-69578E1B2E87}" presName="descendantText" presStyleLbl="alignAccFollowNode1" presStyleIdx="1" presStyleCnt="3">
        <dgm:presLayoutVars>
          <dgm:bulletEnabled val="1"/>
        </dgm:presLayoutVars>
      </dgm:prSet>
      <dgm:spPr/>
    </dgm:pt>
    <dgm:pt modelId="{3C1D7F7B-B24D-46E4-961C-377168C62E72}" type="pres">
      <dgm:prSet presAssocID="{FA23BD02-4D0C-4A5B-B1BE-3E5FAEB9CDFB}" presName="sp" presStyleCnt="0"/>
      <dgm:spPr/>
    </dgm:pt>
    <dgm:pt modelId="{4923D6D6-42C9-4503-8AEE-D21B6755BE6D}" type="pres">
      <dgm:prSet presAssocID="{A64718F4-7921-425A-9128-C3B803828743}" presName="linNode" presStyleCnt="0"/>
      <dgm:spPr/>
    </dgm:pt>
    <dgm:pt modelId="{06557D02-BC4B-40DF-A31A-2FE20E4C9A05}" type="pres">
      <dgm:prSet presAssocID="{A64718F4-7921-425A-9128-C3B803828743}" presName="parentText" presStyleLbl="node1" presStyleIdx="2" presStyleCnt="3">
        <dgm:presLayoutVars>
          <dgm:chMax val="1"/>
          <dgm:bulletEnabled val="1"/>
        </dgm:presLayoutVars>
      </dgm:prSet>
      <dgm:spPr/>
    </dgm:pt>
    <dgm:pt modelId="{234A7F64-AF8F-437F-BE70-12A86671F52D}" type="pres">
      <dgm:prSet presAssocID="{A64718F4-7921-425A-9128-C3B803828743}" presName="descendantText" presStyleLbl="alignAccFollowNode1" presStyleIdx="2" presStyleCnt="3">
        <dgm:presLayoutVars>
          <dgm:bulletEnabled val="1"/>
        </dgm:presLayoutVars>
      </dgm:prSet>
      <dgm:spPr/>
    </dgm:pt>
  </dgm:ptLst>
  <dgm:cxnLst>
    <dgm:cxn modelId="{B4956608-D173-462D-B9B7-620D5E9E2432}" type="presOf" srcId="{ED1A9728-8A1A-4499-BD5C-40256B5324CD}" destId="{234A7F64-AF8F-437F-BE70-12A86671F52D}" srcOrd="0" destOrd="0" presId="urn:microsoft.com/office/officeart/2005/8/layout/vList5"/>
    <dgm:cxn modelId="{97E47D0A-03D0-411B-ADB8-E7A2D87E77AF}" type="presOf" srcId="{B5638925-9AF5-4D56-8991-1FE8B38A947F}" destId="{234A7F64-AF8F-437F-BE70-12A86671F52D}" srcOrd="0" destOrd="1" presId="urn:microsoft.com/office/officeart/2005/8/layout/vList5"/>
    <dgm:cxn modelId="{38CAF20C-4BAF-44DD-A637-D5CDE566A95E}" type="presOf" srcId="{A5BA4431-5B89-4466-AD12-BE2A00312443}" destId="{39F890CE-790B-4453-9B7B-FEE5237762D4}" srcOrd="0" destOrd="0" presId="urn:microsoft.com/office/officeart/2005/8/layout/vList5"/>
    <dgm:cxn modelId="{B8A29D10-C083-4BE3-B84E-A9DF8D36D545}" srcId="{A64718F4-7921-425A-9128-C3B803828743}" destId="{ED1A9728-8A1A-4499-BD5C-40256B5324CD}" srcOrd="0" destOrd="0" parTransId="{B485D98F-809B-44B1-94F8-AF9AAF9F3B92}" sibTransId="{1AD0A344-7F65-4730-861C-28EA9B470581}"/>
    <dgm:cxn modelId="{E6F71D37-299A-4AB0-BAC4-7F0443B8E779}" type="presOf" srcId="{27C7056E-738C-4BB6-9F8D-69578E1B2E87}" destId="{AE4625AD-114E-48B6-AF03-7BC4C0171CA4}" srcOrd="0" destOrd="0" presId="urn:microsoft.com/office/officeart/2005/8/layout/vList5"/>
    <dgm:cxn modelId="{5FA57D3A-D001-4658-A40B-7690F7240588}" srcId="{EFA4EDC4-0979-435C-B80D-4CF4A8E54311}" destId="{27C7056E-738C-4BB6-9F8D-69578E1B2E87}" srcOrd="1" destOrd="0" parTransId="{3FD1A4BD-7DEA-4A73-BCCB-AFF03DA5F634}" sibTransId="{FA23BD02-4D0C-4A5B-B1BE-3E5FAEB9CDFB}"/>
    <dgm:cxn modelId="{B4C30D5C-421A-47F0-9DF9-263B31E61991}" type="presOf" srcId="{EFA4EDC4-0979-435C-B80D-4CF4A8E54311}" destId="{09EA6CD6-FC15-4C0C-AEF4-B9F33217318F}" srcOrd="0" destOrd="0" presId="urn:microsoft.com/office/officeart/2005/8/layout/vList5"/>
    <dgm:cxn modelId="{8EC5DA63-9EC6-4A13-938D-11ABC7417A13}" srcId="{EB56CC0E-5310-4191-A628-6887E6A44A1F}" destId="{EF33F05A-DFBE-4AB7-993F-0C21BD8379E1}" srcOrd="0" destOrd="0" parTransId="{DE43053E-7DF1-4962-BF31-D9456B10DDC3}" sibTransId="{69B92D1E-0196-4B2A-B3CC-6DB46DDF2771}"/>
    <dgm:cxn modelId="{105B0375-1F05-47CB-8C33-2AB91C5BAB23}" type="presOf" srcId="{F08AF0CB-2499-4B3E-85B4-4E7A523B0423}" destId="{83DDA903-073E-44F6-9440-5E0603973559}" srcOrd="0" destOrd="2" presId="urn:microsoft.com/office/officeart/2005/8/layout/vList5"/>
    <dgm:cxn modelId="{6F07CF56-7315-4B56-9FD0-DF29EACC1BF1}" type="presOf" srcId="{2C49EBC0-BEF3-4ED5-BEE9-9B3C1C92F6C8}" destId="{39F890CE-790B-4453-9B7B-FEE5237762D4}" srcOrd="0" destOrd="1" presId="urn:microsoft.com/office/officeart/2005/8/layout/vList5"/>
    <dgm:cxn modelId="{4A8F688D-5704-47CE-8459-929CFE1F41F5}" srcId="{EFA4EDC4-0979-435C-B80D-4CF4A8E54311}" destId="{A64718F4-7921-425A-9128-C3B803828743}" srcOrd="2" destOrd="0" parTransId="{11F5E086-478A-4DC7-A9AC-7C02786491E4}" sibTransId="{7D189FBF-764C-468E-B821-DF2414A69F48}"/>
    <dgm:cxn modelId="{A3FF9996-98C0-4A5B-90F7-DE84377623B5}" srcId="{27C7056E-738C-4BB6-9F8D-69578E1B2E87}" destId="{A5BA4431-5B89-4466-AD12-BE2A00312443}" srcOrd="0" destOrd="0" parTransId="{D6954F0D-5F81-4E1D-9820-C7821A10D5C1}" sibTransId="{4ED34469-7859-4E4B-9C00-470321EE9977}"/>
    <dgm:cxn modelId="{685E199E-5885-48A1-89DC-38BE4BC52B34}" type="presOf" srcId="{05E2548F-926E-4B60-8C52-010F7033FCA9}" destId="{83DDA903-073E-44F6-9440-5E0603973559}" srcOrd="0" destOrd="1" presId="urn:microsoft.com/office/officeart/2005/8/layout/vList5"/>
    <dgm:cxn modelId="{9EE945A3-EABB-4634-9A11-F6DF92C09350}" srcId="{A64718F4-7921-425A-9128-C3B803828743}" destId="{B5638925-9AF5-4D56-8991-1FE8B38A947F}" srcOrd="1" destOrd="0" parTransId="{93569253-73E1-4734-8B13-1E7A38C6FC9B}" sibTransId="{7B981164-8891-49EF-A3FD-AC0F123D0EBF}"/>
    <dgm:cxn modelId="{557F99B1-AE16-4F89-B588-6D4558D3E98C}" srcId="{EFA4EDC4-0979-435C-B80D-4CF4A8E54311}" destId="{EB56CC0E-5310-4191-A628-6887E6A44A1F}" srcOrd="0" destOrd="0" parTransId="{554D6E0F-16A6-42A5-8597-02D624C01FE5}" sibTransId="{1A0EC484-B12C-4630-91F9-B537F66D90A6}"/>
    <dgm:cxn modelId="{A9BAFCC1-3295-41C7-A65E-893DF2BD102C}" srcId="{27C7056E-738C-4BB6-9F8D-69578E1B2E87}" destId="{2C49EBC0-BEF3-4ED5-BEE9-9B3C1C92F6C8}" srcOrd="1" destOrd="0" parTransId="{B22B7B9C-DEED-450A-81DC-E6E89C830914}" sibTransId="{9CCF8055-5647-4EA5-87B9-EDC6E8A6FCDD}"/>
    <dgm:cxn modelId="{86CC81DB-DCD3-4E11-8C99-6D3692E46B50}" type="presOf" srcId="{EB56CC0E-5310-4191-A628-6887E6A44A1F}" destId="{F87A4DA1-131C-4FE7-87DD-6E15BF4A49BD}" srcOrd="0" destOrd="0" presId="urn:microsoft.com/office/officeart/2005/8/layout/vList5"/>
    <dgm:cxn modelId="{1DF93FF1-38C7-4931-A0CF-B38B17563AD8}" srcId="{EB56CC0E-5310-4191-A628-6887E6A44A1F}" destId="{F08AF0CB-2499-4B3E-85B4-4E7A523B0423}" srcOrd="2" destOrd="0" parTransId="{1D720EC0-2D86-49DB-90E6-097B6248574D}" sibTransId="{363A8222-D2E4-4FF8-BB47-D2D4CF94E921}"/>
    <dgm:cxn modelId="{0D88E4FA-D1F2-4EF4-BBC0-FD8A5644DFE3}" type="presOf" srcId="{EF33F05A-DFBE-4AB7-993F-0C21BD8379E1}" destId="{83DDA903-073E-44F6-9440-5E0603973559}" srcOrd="0" destOrd="0" presId="urn:microsoft.com/office/officeart/2005/8/layout/vList5"/>
    <dgm:cxn modelId="{026071FC-F032-4794-9258-67E637A91ED5}" type="presOf" srcId="{A64718F4-7921-425A-9128-C3B803828743}" destId="{06557D02-BC4B-40DF-A31A-2FE20E4C9A05}" srcOrd="0" destOrd="0" presId="urn:microsoft.com/office/officeart/2005/8/layout/vList5"/>
    <dgm:cxn modelId="{1F102CFD-3FFE-4D8A-9639-935FD1F6CD42}" srcId="{EB56CC0E-5310-4191-A628-6887E6A44A1F}" destId="{05E2548F-926E-4B60-8C52-010F7033FCA9}" srcOrd="1" destOrd="0" parTransId="{24ABC1F3-AD96-48FB-A125-735098196A3C}" sibTransId="{F9C54906-3465-4156-BD2D-25687E4D82ED}"/>
    <dgm:cxn modelId="{C8CD426A-BC82-4FAF-9B3A-E1906187DE45}" type="presParOf" srcId="{09EA6CD6-FC15-4C0C-AEF4-B9F33217318F}" destId="{3143A0C0-9E3B-42BE-A8AD-EC5CD45730E2}" srcOrd="0" destOrd="0" presId="urn:microsoft.com/office/officeart/2005/8/layout/vList5"/>
    <dgm:cxn modelId="{6C525B5B-C250-4600-B2F6-9DFB6DF7EE14}" type="presParOf" srcId="{3143A0C0-9E3B-42BE-A8AD-EC5CD45730E2}" destId="{F87A4DA1-131C-4FE7-87DD-6E15BF4A49BD}" srcOrd="0" destOrd="0" presId="urn:microsoft.com/office/officeart/2005/8/layout/vList5"/>
    <dgm:cxn modelId="{D8599039-BF99-4270-B193-205F9501BF8F}" type="presParOf" srcId="{3143A0C0-9E3B-42BE-A8AD-EC5CD45730E2}" destId="{83DDA903-073E-44F6-9440-5E0603973559}" srcOrd="1" destOrd="0" presId="urn:microsoft.com/office/officeart/2005/8/layout/vList5"/>
    <dgm:cxn modelId="{6F25E5CD-F9B8-45DF-ACAD-026AD628B1A7}" type="presParOf" srcId="{09EA6CD6-FC15-4C0C-AEF4-B9F33217318F}" destId="{56A36B6C-C4D3-4A7E-B782-2B4DC0A18D58}" srcOrd="1" destOrd="0" presId="urn:microsoft.com/office/officeart/2005/8/layout/vList5"/>
    <dgm:cxn modelId="{5E2B4DF5-80D4-460D-B8EF-689F828BA79A}" type="presParOf" srcId="{09EA6CD6-FC15-4C0C-AEF4-B9F33217318F}" destId="{DCA1C2D2-67D5-43C4-956C-F74E5A669165}" srcOrd="2" destOrd="0" presId="urn:microsoft.com/office/officeart/2005/8/layout/vList5"/>
    <dgm:cxn modelId="{F8948252-3F26-4362-8F05-A51256338832}" type="presParOf" srcId="{DCA1C2D2-67D5-43C4-956C-F74E5A669165}" destId="{AE4625AD-114E-48B6-AF03-7BC4C0171CA4}" srcOrd="0" destOrd="0" presId="urn:microsoft.com/office/officeart/2005/8/layout/vList5"/>
    <dgm:cxn modelId="{AD69AB89-A1AD-493F-AF14-37561458F0C1}" type="presParOf" srcId="{DCA1C2D2-67D5-43C4-956C-F74E5A669165}" destId="{39F890CE-790B-4453-9B7B-FEE5237762D4}" srcOrd="1" destOrd="0" presId="urn:microsoft.com/office/officeart/2005/8/layout/vList5"/>
    <dgm:cxn modelId="{8548B37B-7496-4F75-9AF6-E5F8CFCD8504}" type="presParOf" srcId="{09EA6CD6-FC15-4C0C-AEF4-B9F33217318F}" destId="{3C1D7F7B-B24D-46E4-961C-377168C62E72}" srcOrd="3" destOrd="0" presId="urn:microsoft.com/office/officeart/2005/8/layout/vList5"/>
    <dgm:cxn modelId="{FADDA7F6-0F66-45A0-BA72-3D67AEC503BD}" type="presParOf" srcId="{09EA6CD6-FC15-4C0C-AEF4-B9F33217318F}" destId="{4923D6D6-42C9-4503-8AEE-D21B6755BE6D}" srcOrd="4" destOrd="0" presId="urn:microsoft.com/office/officeart/2005/8/layout/vList5"/>
    <dgm:cxn modelId="{31180173-E6A8-422D-B802-C95FAF0F7DCA}" type="presParOf" srcId="{4923D6D6-42C9-4503-8AEE-D21B6755BE6D}" destId="{06557D02-BC4B-40DF-A31A-2FE20E4C9A05}" srcOrd="0" destOrd="0" presId="urn:microsoft.com/office/officeart/2005/8/layout/vList5"/>
    <dgm:cxn modelId="{1CC28DE3-0BAB-41CB-931F-05E927CCA472}" type="presParOf" srcId="{4923D6D6-42C9-4503-8AEE-D21B6755BE6D}" destId="{234A7F64-AF8F-437F-BE70-12A86671F52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6D4A52-0CF1-4B75-B167-6F5E46DA8B4D}" type="doc">
      <dgm:prSet loTypeId="urn:microsoft.com/office/officeart/2005/8/layout/vList5" loCatId="list" qsTypeId="urn:microsoft.com/office/officeart/2005/8/quickstyle/simple1" qsCatId="simple" csTypeId="urn:microsoft.com/office/officeart/2005/8/colors/accent1_4" csCatId="accent1" phldr="1"/>
      <dgm:spPr/>
      <dgm:t>
        <a:bodyPr/>
        <a:lstStyle/>
        <a:p>
          <a:endParaRPr lang="de-CH"/>
        </a:p>
      </dgm:t>
    </dgm:pt>
    <dgm:pt modelId="{CB8AB684-C63B-46DF-A0C0-E34095B13849}">
      <dgm:prSet phldrT="[Text]"/>
      <dgm:spPr/>
      <dgm:t>
        <a:bodyPr/>
        <a:lstStyle/>
        <a:p>
          <a:r>
            <a:rPr lang="de-CH"/>
            <a:t>Individual Practices and Memberships in Clubs</a:t>
          </a:r>
        </a:p>
      </dgm:t>
    </dgm:pt>
    <dgm:pt modelId="{0D189675-4F8B-4D80-996C-68FF981868BF}" type="parTrans" cxnId="{32174D7D-C8DF-4341-8CD7-DBE737C9120B}">
      <dgm:prSet/>
      <dgm:spPr/>
      <dgm:t>
        <a:bodyPr/>
        <a:lstStyle/>
        <a:p>
          <a:endParaRPr lang="de-CH"/>
        </a:p>
      </dgm:t>
    </dgm:pt>
    <dgm:pt modelId="{495FDED5-B4AF-4989-832C-46A64BF4451C}" type="sibTrans" cxnId="{32174D7D-C8DF-4341-8CD7-DBE737C9120B}">
      <dgm:prSet/>
      <dgm:spPr/>
      <dgm:t>
        <a:bodyPr/>
        <a:lstStyle/>
        <a:p>
          <a:endParaRPr lang="de-CH"/>
        </a:p>
      </dgm:t>
    </dgm:pt>
    <dgm:pt modelId="{55846419-DABC-4DFA-B612-CD1F0596CE84}">
      <dgm:prSet phldrT="[Text]"/>
      <dgm:spPr/>
      <dgm:t>
        <a:bodyPr/>
        <a:lstStyle/>
        <a:p>
          <a:r>
            <a:rPr lang="de-CH"/>
            <a:t>Migration </a:t>
          </a:r>
          <a:r>
            <a:rPr lang="de-CH" err="1"/>
            <a:t>Biography</a:t>
          </a:r>
          <a:r>
            <a:rPr lang="de-CH"/>
            <a:t> / </a:t>
          </a:r>
          <a:r>
            <a:rPr lang="de-CH" err="1"/>
            <a:t>History</a:t>
          </a:r>
          <a:endParaRPr lang="de-CH"/>
        </a:p>
      </dgm:t>
    </dgm:pt>
    <dgm:pt modelId="{2757AFB1-69E8-4BD6-AE41-74C61BD44283}" type="parTrans" cxnId="{92859297-2047-495C-9443-40BF004D9391}">
      <dgm:prSet/>
      <dgm:spPr/>
      <dgm:t>
        <a:bodyPr/>
        <a:lstStyle/>
        <a:p>
          <a:endParaRPr lang="de-CH"/>
        </a:p>
      </dgm:t>
    </dgm:pt>
    <dgm:pt modelId="{300F0F9C-0973-4744-A88E-483AEA805AEB}" type="sibTrans" cxnId="{92859297-2047-495C-9443-40BF004D9391}">
      <dgm:prSet/>
      <dgm:spPr/>
      <dgm:t>
        <a:bodyPr/>
        <a:lstStyle/>
        <a:p>
          <a:endParaRPr lang="de-CH"/>
        </a:p>
      </dgm:t>
    </dgm:pt>
    <dgm:pt modelId="{1CF1F63F-3A48-4F07-90E3-89D446E65CFC}">
      <dgm:prSet phldrT="[Text]"/>
      <dgm:spPr/>
      <dgm:t>
        <a:bodyPr/>
        <a:lstStyle/>
        <a:p>
          <a:r>
            <a:rPr lang="de-CH"/>
            <a:t>Collective Identity, </a:t>
          </a:r>
          <a:r>
            <a:rPr lang="de-CH" err="1"/>
            <a:t>Religiosity</a:t>
          </a:r>
          <a:r>
            <a:rPr lang="de-CH"/>
            <a:t>, and Practices</a:t>
          </a:r>
        </a:p>
      </dgm:t>
    </dgm:pt>
    <dgm:pt modelId="{0DA28ACA-4242-4083-BDA4-46DF8BF8EB2B}" type="parTrans" cxnId="{ECA434B9-D020-47AF-8A09-51BA96A6E48F}">
      <dgm:prSet/>
      <dgm:spPr/>
      <dgm:t>
        <a:bodyPr/>
        <a:lstStyle/>
        <a:p>
          <a:endParaRPr lang="de-CH"/>
        </a:p>
      </dgm:t>
    </dgm:pt>
    <dgm:pt modelId="{09435961-35DC-45BC-88B1-0D0F29C7791A}" type="sibTrans" cxnId="{ECA434B9-D020-47AF-8A09-51BA96A6E48F}">
      <dgm:prSet/>
      <dgm:spPr/>
      <dgm:t>
        <a:bodyPr/>
        <a:lstStyle/>
        <a:p>
          <a:endParaRPr lang="de-CH"/>
        </a:p>
      </dgm:t>
    </dgm:pt>
    <dgm:pt modelId="{91BC2106-7936-492D-A58C-E14EC5E88D55}">
      <dgm:prSet phldrT="[Text]"/>
      <dgm:spPr/>
      <dgm:t>
        <a:bodyPr/>
        <a:lstStyle/>
        <a:p>
          <a:r>
            <a:rPr lang="de-CH"/>
            <a:t>Individual </a:t>
          </a:r>
          <a:r>
            <a:rPr lang="de-CH" err="1"/>
            <a:t>Religiosity</a:t>
          </a:r>
          <a:r>
            <a:rPr lang="de-CH"/>
            <a:t> and Practices</a:t>
          </a:r>
        </a:p>
      </dgm:t>
    </dgm:pt>
    <dgm:pt modelId="{CF742A52-EF1E-4E3C-958A-76D11D6B2722}" type="parTrans" cxnId="{77ADA856-2F6C-446C-8886-48C3511B1071}">
      <dgm:prSet/>
      <dgm:spPr/>
      <dgm:t>
        <a:bodyPr/>
        <a:lstStyle/>
        <a:p>
          <a:endParaRPr lang="de-CH"/>
        </a:p>
      </dgm:t>
    </dgm:pt>
    <dgm:pt modelId="{46873919-E174-473B-9BFD-13B48E1F031F}" type="sibTrans" cxnId="{77ADA856-2F6C-446C-8886-48C3511B1071}">
      <dgm:prSet/>
      <dgm:spPr/>
      <dgm:t>
        <a:bodyPr/>
        <a:lstStyle/>
        <a:p>
          <a:endParaRPr lang="de-CH"/>
        </a:p>
      </dgm:t>
    </dgm:pt>
    <dgm:pt modelId="{2C4FE4EF-41DF-4CCB-BFDF-32720411605C}">
      <dgm:prSet phldrT="[Text]"/>
      <dgm:spPr/>
      <dgm:t>
        <a:bodyPr/>
        <a:lstStyle/>
        <a:p>
          <a:r>
            <a:rPr lang="de-CH"/>
            <a:t>Organizational </a:t>
          </a:r>
          <a:r>
            <a:rPr lang="de-CH" err="1"/>
            <a:t>Structures</a:t>
          </a:r>
          <a:r>
            <a:rPr lang="de-CH"/>
            <a:t> and </a:t>
          </a:r>
          <a:r>
            <a:rPr lang="de-CH" err="1"/>
            <a:t>Roles</a:t>
          </a:r>
          <a:endParaRPr lang="de-CH"/>
        </a:p>
      </dgm:t>
    </dgm:pt>
    <dgm:pt modelId="{DE947D37-224A-40E9-A5CC-97107FD52FCA}" type="parTrans" cxnId="{CB746CB7-392F-4A76-8F40-2B7DDAFEF142}">
      <dgm:prSet/>
      <dgm:spPr/>
      <dgm:t>
        <a:bodyPr/>
        <a:lstStyle/>
        <a:p>
          <a:endParaRPr lang="de-CH"/>
        </a:p>
      </dgm:t>
    </dgm:pt>
    <dgm:pt modelId="{DFF4F7AB-BFCB-4AAD-9C38-928A3A01628A}" type="sibTrans" cxnId="{CB746CB7-392F-4A76-8F40-2B7DDAFEF142}">
      <dgm:prSet/>
      <dgm:spPr/>
      <dgm:t>
        <a:bodyPr/>
        <a:lstStyle/>
        <a:p>
          <a:endParaRPr lang="de-CH"/>
        </a:p>
      </dgm:t>
    </dgm:pt>
    <dgm:pt modelId="{F59B5A3C-1AB0-4553-BE0C-F48C50AA8484}">
      <dgm:prSet phldrT="[Text]"/>
      <dgm:spPr/>
      <dgm:t>
        <a:bodyPr/>
        <a:lstStyle/>
        <a:p>
          <a:r>
            <a:rPr lang="de-CH"/>
            <a:t>Organizational Environments</a:t>
          </a:r>
        </a:p>
      </dgm:t>
    </dgm:pt>
    <dgm:pt modelId="{2E7A2C09-C80B-47EC-9933-9C4048C4327A}" type="parTrans" cxnId="{7EA90F69-D8DC-4D12-ADB3-B53676FDD2B3}">
      <dgm:prSet/>
      <dgm:spPr/>
      <dgm:t>
        <a:bodyPr/>
        <a:lstStyle/>
        <a:p>
          <a:endParaRPr lang="de-CH"/>
        </a:p>
      </dgm:t>
    </dgm:pt>
    <dgm:pt modelId="{AC28261B-5AF5-4AE7-BBE1-524854FCCC6E}" type="sibTrans" cxnId="{7EA90F69-D8DC-4D12-ADB3-B53676FDD2B3}">
      <dgm:prSet/>
      <dgm:spPr/>
      <dgm:t>
        <a:bodyPr/>
        <a:lstStyle/>
        <a:p>
          <a:endParaRPr lang="de-CH"/>
        </a:p>
      </dgm:t>
    </dgm:pt>
    <dgm:pt modelId="{B987F893-CA8A-41B8-B942-63AF6AB2D4CB}">
      <dgm:prSet phldrT="[Text]"/>
      <dgm:spPr/>
      <dgm:t>
        <a:bodyPr/>
        <a:lstStyle/>
        <a:p>
          <a:r>
            <a:rPr lang="de-CH"/>
            <a:t>Individual Political </a:t>
          </a:r>
          <a:r>
            <a:rPr lang="de-CH" err="1"/>
            <a:t>Behavior</a:t>
          </a:r>
          <a:endParaRPr lang="de-CH"/>
        </a:p>
      </dgm:t>
    </dgm:pt>
    <dgm:pt modelId="{4BD08973-DE5D-4393-957A-649882989B78}" type="parTrans" cxnId="{05FDB48E-E822-475B-A122-66C45A0FE8F5}">
      <dgm:prSet/>
      <dgm:spPr/>
      <dgm:t>
        <a:bodyPr/>
        <a:lstStyle/>
        <a:p>
          <a:endParaRPr lang="de-CH"/>
        </a:p>
      </dgm:t>
    </dgm:pt>
    <dgm:pt modelId="{CB04919F-2513-484B-BE84-2394B5C8362D}" type="sibTrans" cxnId="{05FDB48E-E822-475B-A122-66C45A0FE8F5}">
      <dgm:prSet/>
      <dgm:spPr/>
      <dgm:t>
        <a:bodyPr/>
        <a:lstStyle/>
        <a:p>
          <a:endParaRPr lang="de-CH"/>
        </a:p>
      </dgm:t>
    </dgm:pt>
    <dgm:pt modelId="{A1A73CE1-1574-4FB2-9C53-499F6645D067}">
      <dgm:prSet phldrT="[Text]"/>
      <dgm:spPr/>
      <dgm:t>
        <a:bodyPr/>
        <a:lstStyle/>
        <a:p>
          <a:r>
            <a:rPr lang="de-CH"/>
            <a:t>Community </a:t>
          </a:r>
          <a:r>
            <a:rPr lang="de-CH" err="1"/>
            <a:t>History</a:t>
          </a:r>
          <a:r>
            <a:rPr lang="de-CH"/>
            <a:t> </a:t>
          </a:r>
        </a:p>
      </dgm:t>
    </dgm:pt>
    <dgm:pt modelId="{4C2627F8-0A08-4B56-877B-52EB5A0C23BB}" type="parTrans" cxnId="{F29AD15A-DBE3-41CE-B884-A30770F672EB}">
      <dgm:prSet/>
      <dgm:spPr/>
      <dgm:t>
        <a:bodyPr/>
        <a:lstStyle/>
        <a:p>
          <a:endParaRPr lang="de-CH"/>
        </a:p>
      </dgm:t>
    </dgm:pt>
    <dgm:pt modelId="{702AF1FB-F433-4F0C-8EF2-6305BE8F619B}" type="sibTrans" cxnId="{F29AD15A-DBE3-41CE-B884-A30770F672EB}">
      <dgm:prSet/>
      <dgm:spPr/>
      <dgm:t>
        <a:bodyPr/>
        <a:lstStyle/>
        <a:p>
          <a:endParaRPr lang="de-CH"/>
        </a:p>
      </dgm:t>
    </dgm:pt>
    <dgm:pt modelId="{32341D2C-D667-4F9F-A94C-4B09CAB0166A}">
      <dgm:prSet phldrT="[Text]"/>
      <dgm:spPr/>
      <dgm:t>
        <a:bodyPr/>
        <a:lstStyle/>
        <a:p>
          <a:r>
            <a:rPr lang="de-CH" err="1"/>
            <a:t>Names</a:t>
          </a:r>
          <a:r>
            <a:rPr lang="de-CH"/>
            <a:t> </a:t>
          </a:r>
          <a:r>
            <a:rPr lang="de-CH" err="1"/>
            <a:t>of</a:t>
          </a:r>
          <a:r>
            <a:rPr lang="de-CH"/>
            <a:t> Clubs, Dates, </a:t>
          </a:r>
          <a:r>
            <a:rPr lang="de-CH" err="1"/>
            <a:t>Descriptions</a:t>
          </a:r>
          <a:r>
            <a:rPr lang="de-CH"/>
            <a:t> </a:t>
          </a:r>
          <a:r>
            <a:rPr lang="de-CH" err="1"/>
            <a:t>of</a:t>
          </a:r>
          <a:r>
            <a:rPr lang="de-CH"/>
            <a:t> Clubs […]</a:t>
          </a:r>
        </a:p>
      </dgm:t>
    </dgm:pt>
    <dgm:pt modelId="{E10B668F-559C-4981-A077-E2C3A997FF8E}" type="parTrans" cxnId="{6973C332-44E4-4172-A58D-05D558979F25}">
      <dgm:prSet/>
      <dgm:spPr/>
      <dgm:t>
        <a:bodyPr/>
        <a:lstStyle/>
        <a:p>
          <a:endParaRPr lang="de-CH"/>
        </a:p>
      </dgm:t>
    </dgm:pt>
    <dgm:pt modelId="{CC206934-D10B-4E71-B0C1-682BE6734372}" type="sibTrans" cxnId="{6973C332-44E4-4172-A58D-05D558979F25}">
      <dgm:prSet/>
      <dgm:spPr/>
      <dgm:t>
        <a:bodyPr/>
        <a:lstStyle/>
        <a:p>
          <a:endParaRPr lang="de-CH"/>
        </a:p>
      </dgm:t>
    </dgm:pt>
    <dgm:pt modelId="{F00B4F5F-A904-4180-9408-065D22EF19B3}">
      <dgm:prSet phldrT="[Text]"/>
      <dgm:spPr/>
      <dgm:t>
        <a:bodyPr/>
        <a:lstStyle/>
        <a:p>
          <a:r>
            <a:rPr lang="de-CH"/>
            <a:t>Party Affiliation</a:t>
          </a:r>
        </a:p>
      </dgm:t>
    </dgm:pt>
    <dgm:pt modelId="{E6991D9D-2F35-4F1D-BB69-3BD5CE3B56C4}" type="parTrans" cxnId="{567E6375-D467-405A-A774-1495C8E48218}">
      <dgm:prSet/>
      <dgm:spPr/>
      <dgm:t>
        <a:bodyPr/>
        <a:lstStyle/>
        <a:p>
          <a:endParaRPr lang="de-CH"/>
        </a:p>
      </dgm:t>
    </dgm:pt>
    <dgm:pt modelId="{EF5D4BE1-A5BD-40A8-8A11-4B5608FE7644}" type="sibTrans" cxnId="{567E6375-D467-405A-A774-1495C8E48218}">
      <dgm:prSet/>
      <dgm:spPr/>
      <dgm:t>
        <a:bodyPr/>
        <a:lstStyle/>
        <a:p>
          <a:endParaRPr lang="de-CH"/>
        </a:p>
      </dgm:t>
    </dgm:pt>
    <dgm:pt modelId="{B73CD2A7-C944-4AAE-986E-46A9231AC738}">
      <dgm:prSet phldrT="[Text]"/>
      <dgm:spPr/>
      <dgm:t>
        <a:bodyPr/>
        <a:lstStyle/>
        <a:p>
          <a:r>
            <a:rPr lang="de-CH"/>
            <a:t>Description </a:t>
          </a:r>
          <a:r>
            <a:rPr lang="de-CH" err="1"/>
            <a:t>of</a:t>
          </a:r>
          <a:r>
            <a:rPr lang="de-CH"/>
            <a:t> «</a:t>
          </a:r>
          <a:r>
            <a:rPr lang="de-CH" err="1"/>
            <a:t>Religious</a:t>
          </a:r>
          <a:r>
            <a:rPr lang="de-CH"/>
            <a:t> Routine»</a:t>
          </a:r>
        </a:p>
      </dgm:t>
    </dgm:pt>
    <dgm:pt modelId="{4C08500C-06C4-4A98-8BE5-882F3B38BF91}" type="parTrans" cxnId="{F4BEC200-DB8D-4B15-8ECE-53D691070410}">
      <dgm:prSet/>
      <dgm:spPr/>
      <dgm:t>
        <a:bodyPr/>
        <a:lstStyle/>
        <a:p>
          <a:endParaRPr lang="de-CH"/>
        </a:p>
      </dgm:t>
    </dgm:pt>
    <dgm:pt modelId="{E4B2EBD5-885D-4C25-BDCC-C2A30E9221E6}" type="sibTrans" cxnId="{F4BEC200-DB8D-4B15-8ECE-53D691070410}">
      <dgm:prSet/>
      <dgm:spPr/>
      <dgm:t>
        <a:bodyPr/>
        <a:lstStyle/>
        <a:p>
          <a:endParaRPr lang="de-CH"/>
        </a:p>
      </dgm:t>
    </dgm:pt>
    <dgm:pt modelId="{F7C0E439-07E3-447B-9C98-1D525B8C070E}">
      <dgm:prSet phldrT="[Text]"/>
      <dgm:spPr/>
      <dgm:t>
        <a:bodyPr/>
        <a:lstStyle/>
        <a:p>
          <a:r>
            <a:rPr lang="de-CH" err="1"/>
            <a:t>Geographical</a:t>
          </a:r>
          <a:r>
            <a:rPr lang="de-CH"/>
            <a:t> Touchpoints, </a:t>
          </a:r>
          <a:r>
            <a:rPr lang="de-CH" err="1"/>
            <a:t>Biographical</a:t>
          </a:r>
          <a:r>
            <a:rPr lang="de-CH"/>
            <a:t> and Historical Key </a:t>
          </a:r>
          <a:r>
            <a:rPr lang="de-CH" err="1"/>
            <a:t>events</a:t>
          </a:r>
          <a:r>
            <a:rPr lang="de-CH"/>
            <a:t>, Dates […]</a:t>
          </a:r>
        </a:p>
      </dgm:t>
    </dgm:pt>
    <dgm:pt modelId="{09470C5A-23FF-45C1-B27F-B480586EE022}" type="parTrans" cxnId="{5021B41F-EE48-45C9-8943-EDC0210A7E33}">
      <dgm:prSet/>
      <dgm:spPr/>
      <dgm:t>
        <a:bodyPr/>
        <a:lstStyle/>
        <a:p>
          <a:endParaRPr lang="de-CH"/>
        </a:p>
      </dgm:t>
    </dgm:pt>
    <dgm:pt modelId="{CBF3C555-FEF3-4065-9260-54DC557EF355}" type="sibTrans" cxnId="{5021B41F-EE48-45C9-8943-EDC0210A7E33}">
      <dgm:prSet/>
      <dgm:spPr/>
      <dgm:t>
        <a:bodyPr/>
        <a:lstStyle/>
        <a:p>
          <a:endParaRPr lang="de-CH"/>
        </a:p>
      </dgm:t>
    </dgm:pt>
    <dgm:pt modelId="{AE12B413-6192-4B45-B06E-5E1261BD9E52}">
      <dgm:prSet phldrT="[Text]"/>
      <dgm:spPr/>
      <dgm:t>
        <a:bodyPr/>
        <a:lstStyle/>
        <a:p>
          <a:r>
            <a:rPr lang="de-CH" err="1"/>
            <a:t>Geographical</a:t>
          </a:r>
          <a:r>
            <a:rPr lang="de-CH"/>
            <a:t> Locations, Dates, Historical Key </a:t>
          </a:r>
          <a:r>
            <a:rPr lang="de-CH" err="1"/>
            <a:t>events</a:t>
          </a:r>
          <a:r>
            <a:rPr lang="de-CH"/>
            <a:t> […]</a:t>
          </a:r>
        </a:p>
      </dgm:t>
    </dgm:pt>
    <dgm:pt modelId="{3932C303-6DD9-4B64-A067-97F64A142EE0}" type="parTrans" cxnId="{1B96BD18-9376-40DE-9573-B88192DFF424}">
      <dgm:prSet/>
      <dgm:spPr/>
      <dgm:t>
        <a:bodyPr/>
        <a:lstStyle/>
        <a:p>
          <a:endParaRPr lang="de-CH"/>
        </a:p>
      </dgm:t>
    </dgm:pt>
    <dgm:pt modelId="{C3711A19-A087-4C32-9B04-D309F9AAE438}" type="sibTrans" cxnId="{1B96BD18-9376-40DE-9573-B88192DFF424}">
      <dgm:prSet/>
      <dgm:spPr/>
      <dgm:t>
        <a:bodyPr/>
        <a:lstStyle/>
        <a:p>
          <a:endParaRPr lang="de-CH"/>
        </a:p>
      </dgm:t>
    </dgm:pt>
    <dgm:pt modelId="{9972407F-C9F6-4063-BB1D-A647EA2B33E7}">
      <dgm:prSet phldrT="[Text]"/>
      <dgm:spPr/>
      <dgm:t>
        <a:bodyPr/>
        <a:lstStyle/>
        <a:p>
          <a:r>
            <a:rPr lang="de-CH"/>
            <a:t>Time, Locations, </a:t>
          </a:r>
          <a:r>
            <a:rPr lang="de-CH" err="1"/>
            <a:t>Descriptions</a:t>
          </a:r>
          <a:r>
            <a:rPr lang="de-CH"/>
            <a:t> </a:t>
          </a:r>
          <a:r>
            <a:rPr lang="de-CH" err="1"/>
            <a:t>of</a:t>
          </a:r>
          <a:r>
            <a:rPr lang="de-CH"/>
            <a:t> </a:t>
          </a:r>
          <a:r>
            <a:rPr lang="de-CH" err="1"/>
            <a:t>Others</a:t>
          </a:r>
          <a:r>
            <a:rPr lang="de-CH"/>
            <a:t> […]</a:t>
          </a:r>
        </a:p>
      </dgm:t>
    </dgm:pt>
    <dgm:pt modelId="{8023DE15-D4CC-40A8-AD9B-356B375F4CD0}" type="parTrans" cxnId="{95556D7F-1839-4CE7-9233-6CAA3652A447}">
      <dgm:prSet/>
      <dgm:spPr/>
      <dgm:t>
        <a:bodyPr/>
        <a:lstStyle/>
        <a:p>
          <a:endParaRPr lang="de-CH"/>
        </a:p>
      </dgm:t>
    </dgm:pt>
    <dgm:pt modelId="{EFE4FAAC-831A-4F65-BD41-3EE81641DD09}" type="sibTrans" cxnId="{95556D7F-1839-4CE7-9233-6CAA3652A447}">
      <dgm:prSet/>
      <dgm:spPr/>
      <dgm:t>
        <a:bodyPr/>
        <a:lstStyle/>
        <a:p>
          <a:endParaRPr lang="de-CH"/>
        </a:p>
      </dgm:t>
    </dgm:pt>
    <dgm:pt modelId="{4B01A0D0-76A0-469C-9060-6F85B787B048}">
      <dgm:prSet phldrT="[Text]"/>
      <dgm:spPr/>
      <dgm:t>
        <a:bodyPr/>
        <a:lstStyle/>
        <a:p>
          <a:r>
            <a:rPr lang="de-CH"/>
            <a:t>Locations, </a:t>
          </a:r>
          <a:r>
            <a:rPr lang="de-CH" err="1"/>
            <a:t>Names</a:t>
          </a:r>
          <a:r>
            <a:rPr lang="de-CH"/>
            <a:t> </a:t>
          </a:r>
          <a:r>
            <a:rPr lang="de-CH" err="1"/>
            <a:t>of</a:t>
          </a:r>
          <a:r>
            <a:rPr lang="de-CH"/>
            <a:t> </a:t>
          </a:r>
          <a:r>
            <a:rPr lang="de-CH" err="1"/>
            <a:t>Others</a:t>
          </a:r>
          <a:r>
            <a:rPr lang="de-CH"/>
            <a:t>, </a:t>
          </a:r>
          <a:r>
            <a:rPr lang="de-CH" err="1"/>
            <a:t>Hierarchical</a:t>
          </a:r>
          <a:r>
            <a:rPr lang="de-CH"/>
            <a:t> </a:t>
          </a:r>
          <a:r>
            <a:rPr lang="de-CH" err="1"/>
            <a:t>Dependencies</a:t>
          </a:r>
          <a:r>
            <a:rPr lang="de-CH"/>
            <a:t> […]</a:t>
          </a:r>
        </a:p>
      </dgm:t>
    </dgm:pt>
    <dgm:pt modelId="{98DFD561-F0B1-4C7A-AE72-B39875630F2E}" type="parTrans" cxnId="{F24FDE22-9A25-48FB-86C6-B16950BB6470}">
      <dgm:prSet/>
      <dgm:spPr/>
      <dgm:t>
        <a:bodyPr/>
        <a:lstStyle/>
        <a:p>
          <a:endParaRPr lang="de-CH"/>
        </a:p>
      </dgm:t>
    </dgm:pt>
    <dgm:pt modelId="{F39F6710-BD19-42C4-AAB7-B50FD8C3643E}" type="sibTrans" cxnId="{F24FDE22-9A25-48FB-86C6-B16950BB6470}">
      <dgm:prSet/>
      <dgm:spPr/>
      <dgm:t>
        <a:bodyPr/>
        <a:lstStyle/>
        <a:p>
          <a:endParaRPr lang="de-CH"/>
        </a:p>
      </dgm:t>
    </dgm:pt>
    <dgm:pt modelId="{611A9DCB-77A3-44A8-84F8-F8B1C1A06C99}">
      <dgm:prSet phldrT="[Text]"/>
      <dgm:spPr/>
      <dgm:t>
        <a:bodyPr/>
        <a:lstStyle/>
        <a:p>
          <a:r>
            <a:rPr lang="de-CH"/>
            <a:t>Locations, Dates, Name </a:t>
          </a:r>
          <a:r>
            <a:rPr lang="de-CH" err="1"/>
            <a:t>of</a:t>
          </a:r>
          <a:r>
            <a:rPr lang="de-CH"/>
            <a:t> </a:t>
          </a:r>
          <a:r>
            <a:rPr lang="de-CH" err="1"/>
            <a:t>Others</a:t>
          </a:r>
          <a:r>
            <a:rPr lang="de-CH"/>
            <a:t>, </a:t>
          </a:r>
          <a:r>
            <a:rPr lang="de-CH" err="1"/>
            <a:t>Descritiption</a:t>
          </a:r>
          <a:r>
            <a:rPr lang="de-CH"/>
            <a:t> </a:t>
          </a:r>
          <a:r>
            <a:rPr lang="de-CH" err="1"/>
            <a:t>of</a:t>
          </a:r>
          <a:r>
            <a:rPr lang="de-CH"/>
            <a:t> </a:t>
          </a:r>
          <a:r>
            <a:rPr lang="de-CH" err="1"/>
            <a:t>Neighborhoods</a:t>
          </a:r>
          <a:r>
            <a:rPr lang="de-CH"/>
            <a:t> […]</a:t>
          </a:r>
        </a:p>
      </dgm:t>
    </dgm:pt>
    <dgm:pt modelId="{BEC5955C-B33A-4F6A-B50B-4631B2C9664B}" type="parTrans" cxnId="{B548E44C-AF47-4D66-8FA5-67B9A32F31B8}">
      <dgm:prSet/>
      <dgm:spPr/>
      <dgm:t>
        <a:bodyPr/>
        <a:lstStyle/>
        <a:p>
          <a:endParaRPr lang="de-CH"/>
        </a:p>
      </dgm:t>
    </dgm:pt>
    <dgm:pt modelId="{5B167A91-DBBB-4B62-AC47-864B72F2E98D}" type="sibTrans" cxnId="{B548E44C-AF47-4D66-8FA5-67B9A32F31B8}">
      <dgm:prSet/>
      <dgm:spPr/>
      <dgm:t>
        <a:bodyPr/>
        <a:lstStyle/>
        <a:p>
          <a:endParaRPr lang="de-CH"/>
        </a:p>
      </dgm:t>
    </dgm:pt>
    <dgm:pt modelId="{9A3997F6-FD78-4A88-B3BB-15FF5B62F9A6}" type="pres">
      <dgm:prSet presAssocID="{5F6D4A52-0CF1-4B75-B167-6F5E46DA8B4D}" presName="Name0" presStyleCnt="0">
        <dgm:presLayoutVars>
          <dgm:dir/>
          <dgm:animLvl val="lvl"/>
          <dgm:resizeHandles val="exact"/>
        </dgm:presLayoutVars>
      </dgm:prSet>
      <dgm:spPr/>
    </dgm:pt>
    <dgm:pt modelId="{81F34000-CB8D-4BB5-8F6C-8ADAB3C546D0}" type="pres">
      <dgm:prSet presAssocID="{CB8AB684-C63B-46DF-A0C0-E34095B13849}" presName="linNode" presStyleCnt="0"/>
      <dgm:spPr/>
    </dgm:pt>
    <dgm:pt modelId="{D28EFF9D-651D-4791-B685-5649C831FF53}" type="pres">
      <dgm:prSet presAssocID="{CB8AB684-C63B-46DF-A0C0-E34095B13849}" presName="parentText" presStyleLbl="node1" presStyleIdx="0" presStyleCnt="8">
        <dgm:presLayoutVars>
          <dgm:chMax val="1"/>
          <dgm:bulletEnabled val="1"/>
        </dgm:presLayoutVars>
      </dgm:prSet>
      <dgm:spPr/>
    </dgm:pt>
    <dgm:pt modelId="{4EC25512-7D52-4B39-A516-76E52027B59F}" type="pres">
      <dgm:prSet presAssocID="{CB8AB684-C63B-46DF-A0C0-E34095B13849}" presName="descendantText" presStyleLbl="alignAccFollowNode1" presStyleIdx="0" presStyleCnt="8">
        <dgm:presLayoutVars>
          <dgm:bulletEnabled val="1"/>
        </dgm:presLayoutVars>
      </dgm:prSet>
      <dgm:spPr/>
    </dgm:pt>
    <dgm:pt modelId="{6D0CAB12-72DB-496E-90BC-BF54281107B2}" type="pres">
      <dgm:prSet presAssocID="{495FDED5-B4AF-4989-832C-46A64BF4451C}" presName="sp" presStyleCnt="0"/>
      <dgm:spPr/>
    </dgm:pt>
    <dgm:pt modelId="{5DE2B138-9F1A-4426-BEEF-91D330B51F24}" type="pres">
      <dgm:prSet presAssocID="{B987F893-CA8A-41B8-B942-63AF6AB2D4CB}" presName="linNode" presStyleCnt="0"/>
      <dgm:spPr/>
    </dgm:pt>
    <dgm:pt modelId="{5A6301EE-4430-4C1D-AFD1-F8486E762B91}" type="pres">
      <dgm:prSet presAssocID="{B987F893-CA8A-41B8-B942-63AF6AB2D4CB}" presName="parentText" presStyleLbl="node1" presStyleIdx="1" presStyleCnt="8">
        <dgm:presLayoutVars>
          <dgm:chMax val="1"/>
          <dgm:bulletEnabled val="1"/>
        </dgm:presLayoutVars>
      </dgm:prSet>
      <dgm:spPr/>
    </dgm:pt>
    <dgm:pt modelId="{EEAF8070-72A5-444B-BCAC-1E9D383A0ED7}" type="pres">
      <dgm:prSet presAssocID="{B987F893-CA8A-41B8-B942-63AF6AB2D4CB}" presName="descendantText" presStyleLbl="alignAccFollowNode1" presStyleIdx="1" presStyleCnt="8">
        <dgm:presLayoutVars>
          <dgm:bulletEnabled val="1"/>
        </dgm:presLayoutVars>
      </dgm:prSet>
      <dgm:spPr/>
    </dgm:pt>
    <dgm:pt modelId="{1FDAA79E-FDD8-47DA-A134-E5AD2B0DACEE}" type="pres">
      <dgm:prSet presAssocID="{CB04919F-2513-484B-BE84-2394B5C8362D}" presName="sp" presStyleCnt="0"/>
      <dgm:spPr/>
    </dgm:pt>
    <dgm:pt modelId="{4AA85BDF-BA6C-403F-B245-EC733C65C4E3}" type="pres">
      <dgm:prSet presAssocID="{91BC2106-7936-492D-A58C-E14EC5E88D55}" presName="linNode" presStyleCnt="0"/>
      <dgm:spPr/>
    </dgm:pt>
    <dgm:pt modelId="{E2F90B0B-F4E6-4993-AC6B-D616A220A898}" type="pres">
      <dgm:prSet presAssocID="{91BC2106-7936-492D-A58C-E14EC5E88D55}" presName="parentText" presStyleLbl="node1" presStyleIdx="2" presStyleCnt="8">
        <dgm:presLayoutVars>
          <dgm:chMax val="1"/>
          <dgm:bulletEnabled val="1"/>
        </dgm:presLayoutVars>
      </dgm:prSet>
      <dgm:spPr/>
    </dgm:pt>
    <dgm:pt modelId="{293E9539-8089-4A81-B5A0-D7521F474B4F}" type="pres">
      <dgm:prSet presAssocID="{91BC2106-7936-492D-A58C-E14EC5E88D55}" presName="descendantText" presStyleLbl="alignAccFollowNode1" presStyleIdx="2" presStyleCnt="8">
        <dgm:presLayoutVars>
          <dgm:bulletEnabled val="1"/>
        </dgm:presLayoutVars>
      </dgm:prSet>
      <dgm:spPr/>
    </dgm:pt>
    <dgm:pt modelId="{F214CD3A-AD12-4806-90C6-2A675DC622CD}" type="pres">
      <dgm:prSet presAssocID="{46873919-E174-473B-9BFD-13B48E1F031F}" presName="sp" presStyleCnt="0"/>
      <dgm:spPr/>
    </dgm:pt>
    <dgm:pt modelId="{0A0789AA-3171-4A36-94B9-A00392171EF7}" type="pres">
      <dgm:prSet presAssocID="{55846419-DABC-4DFA-B612-CD1F0596CE84}" presName="linNode" presStyleCnt="0"/>
      <dgm:spPr/>
    </dgm:pt>
    <dgm:pt modelId="{DE49FC3C-1BA3-4A1F-9939-6CBF2F054839}" type="pres">
      <dgm:prSet presAssocID="{55846419-DABC-4DFA-B612-CD1F0596CE84}" presName="parentText" presStyleLbl="node1" presStyleIdx="3" presStyleCnt="8">
        <dgm:presLayoutVars>
          <dgm:chMax val="1"/>
          <dgm:bulletEnabled val="1"/>
        </dgm:presLayoutVars>
      </dgm:prSet>
      <dgm:spPr/>
    </dgm:pt>
    <dgm:pt modelId="{8CB89EBC-309C-4439-9E21-B4D27641349F}" type="pres">
      <dgm:prSet presAssocID="{55846419-DABC-4DFA-B612-CD1F0596CE84}" presName="descendantText" presStyleLbl="alignAccFollowNode1" presStyleIdx="3" presStyleCnt="8">
        <dgm:presLayoutVars>
          <dgm:bulletEnabled val="1"/>
        </dgm:presLayoutVars>
      </dgm:prSet>
      <dgm:spPr/>
    </dgm:pt>
    <dgm:pt modelId="{97DAD815-FD4A-4081-9599-31D935D16275}" type="pres">
      <dgm:prSet presAssocID="{300F0F9C-0973-4744-A88E-483AEA805AEB}" presName="sp" presStyleCnt="0"/>
      <dgm:spPr/>
    </dgm:pt>
    <dgm:pt modelId="{8C94A15B-3BD7-49FA-BC5E-3FC84C35E6DA}" type="pres">
      <dgm:prSet presAssocID="{A1A73CE1-1574-4FB2-9C53-499F6645D067}" presName="linNode" presStyleCnt="0"/>
      <dgm:spPr/>
    </dgm:pt>
    <dgm:pt modelId="{038CE2E9-096F-4686-8F3C-5E46A2F5BB7D}" type="pres">
      <dgm:prSet presAssocID="{A1A73CE1-1574-4FB2-9C53-499F6645D067}" presName="parentText" presStyleLbl="node1" presStyleIdx="4" presStyleCnt="8">
        <dgm:presLayoutVars>
          <dgm:chMax val="1"/>
          <dgm:bulletEnabled val="1"/>
        </dgm:presLayoutVars>
      </dgm:prSet>
      <dgm:spPr/>
    </dgm:pt>
    <dgm:pt modelId="{9E02244B-B695-4500-8575-8CAD70F79580}" type="pres">
      <dgm:prSet presAssocID="{A1A73CE1-1574-4FB2-9C53-499F6645D067}" presName="descendantText" presStyleLbl="alignAccFollowNode1" presStyleIdx="4" presStyleCnt="8">
        <dgm:presLayoutVars>
          <dgm:bulletEnabled val="1"/>
        </dgm:presLayoutVars>
      </dgm:prSet>
      <dgm:spPr/>
    </dgm:pt>
    <dgm:pt modelId="{233B61B0-3140-4A76-8CA8-90D8D32B1B3D}" type="pres">
      <dgm:prSet presAssocID="{702AF1FB-F433-4F0C-8EF2-6305BE8F619B}" presName="sp" presStyleCnt="0"/>
      <dgm:spPr/>
    </dgm:pt>
    <dgm:pt modelId="{78BC39F7-9E03-4E35-9D98-500C094F22BE}" type="pres">
      <dgm:prSet presAssocID="{1CF1F63F-3A48-4F07-90E3-89D446E65CFC}" presName="linNode" presStyleCnt="0"/>
      <dgm:spPr/>
    </dgm:pt>
    <dgm:pt modelId="{2EBE8A2B-C216-4EB9-921E-3DD94AEFF8D2}" type="pres">
      <dgm:prSet presAssocID="{1CF1F63F-3A48-4F07-90E3-89D446E65CFC}" presName="parentText" presStyleLbl="node1" presStyleIdx="5" presStyleCnt="8">
        <dgm:presLayoutVars>
          <dgm:chMax val="1"/>
          <dgm:bulletEnabled val="1"/>
        </dgm:presLayoutVars>
      </dgm:prSet>
      <dgm:spPr/>
    </dgm:pt>
    <dgm:pt modelId="{98CB8BBE-C07C-4869-8B41-F78C9B63F2DD}" type="pres">
      <dgm:prSet presAssocID="{1CF1F63F-3A48-4F07-90E3-89D446E65CFC}" presName="descendantText" presStyleLbl="alignAccFollowNode1" presStyleIdx="5" presStyleCnt="8">
        <dgm:presLayoutVars>
          <dgm:bulletEnabled val="1"/>
        </dgm:presLayoutVars>
      </dgm:prSet>
      <dgm:spPr/>
    </dgm:pt>
    <dgm:pt modelId="{CF70320E-B2C3-4428-9358-3CC082BE9D8A}" type="pres">
      <dgm:prSet presAssocID="{09435961-35DC-45BC-88B1-0D0F29C7791A}" presName="sp" presStyleCnt="0"/>
      <dgm:spPr/>
    </dgm:pt>
    <dgm:pt modelId="{17AE11C5-70EA-4DC9-BE1B-C40669427D4D}" type="pres">
      <dgm:prSet presAssocID="{2C4FE4EF-41DF-4CCB-BFDF-32720411605C}" presName="linNode" presStyleCnt="0"/>
      <dgm:spPr/>
    </dgm:pt>
    <dgm:pt modelId="{A4EB5F92-1321-4B6A-A0CB-91EB8384585B}" type="pres">
      <dgm:prSet presAssocID="{2C4FE4EF-41DF-4CCB-BFDF-32720411605C}" presName="parentText" presStyleLbl="node1" presStyleIdx="6" presStyleCnt="8">
        <dgm:presLayoutVars>
          <dgm:chMax val="1"/>
          <dgm:bulletEnabled val="1"/>
        </dgm:presLayoutVars>
      </dgm:prSet>
      <dgm:spPr/>
    </dgm:pt>
    <dgm:pt modelId="{00BBA071-EAB0-4CE2-A166-362CC9F7ACC2}" type="pres">
      <dgm:prSet presAssocID="{2C4FE4EF-41DF-4CCB-BFDF-32720411605C}" presName="descendantText" presStyleLbl="alignAccFollowNode1" presStyleIdx="6" presStyleCnt="8">
        <dgm:presLayoutVars>
          <dgm:bulletEnabled val="1"/>
        </dgm:presLayoutVars>
      </dgm:prSet>
      <dgm:spPr/>
    </dgm:pt>
    <dgm:pt modelId="{B524E43C-4AC9-43F7-B2C3-C40E3B0E24D3}" type="pres">
      <dgm:prSet presAssocID="{DFF4F7AB-BFCB-4AAD-9C38-928A3A01628A}" presName="sp" presStyleCnt="0"/>
      <dgm:spPr/>
    </dgm:pt>
    <dgm:pt modelId="{5808F418-AB3B-4F88-98C3-44519AB8798D}" type="pres">
      <dgm:prSet presAssocID="{F59B5A3C-1AB0-4553-BE0C-F48C50AA8484}" presName="linNode" presStyleCnt="0"/>
      <dgm:spPr/>
    </dgm:pt>
    <dgm:pt modelId="{08DBCA0B-B5B1-4BB5-A672-146111DCC8E8}" type="pres">
      <dgm:prSet presAssocID="{F59B5A3C-1AB0-4553-BE0C-F48C50AA8484}" presName="parentText" presStyleLbl="node1" presStyleIdx="7" presStyleCnt="8">
        <dgm:presLayoutVars>
          <dgm:chMax val="1"/>
          <dgm:bulletEnabled val="1"/>
        </dgm:presLayoutVars>
      </dgm:prSet>
      <dgm:spPr/>
    </dgm:pt>
    <dgm:pt modelId="{32019620-5D6C-45F7-BCDC-8AF3DBBA4569}" type="pres">
      <dgm:prSet presAssocID="{F59B5A3C-1AB0-4553-BE0C-F48C50AA8484}" presName="descendantText" presStyleLbl="alignAccFollowNode1" presStyleIdx="7" presStyleCnt="8">
        <dgm:presLayoutVars>
          <dgm:bulletEnabled val="1"/>
        </dgm:presLayoutVars>
      </dgm:prSet>
      <dgm:spPr/>
    </dgm:pt>
  </dgm:ptLst>
  <dgm:cxnLst>
    <dgm:cxn modelId="{F4BEC200-DB8D-4B15-8ECE-53D691070410}" srcId="{91BC2106-7936-492D-A58C-E14EC5E88D55}" destId="{B73CD2A7-C944-4AAE-986E-46A9231AC738}" srcOrd="0" destOrd="0" parTransId="{4C08500C-06C4-4A98-8BE5-882F3B38BF91}" sibTransId="{E4B2EBD5-885D-4C25-BDCC-C2A30E9221E6}"/>
    <dgm:cxn modelId="{AD38CD05-49A9-433A-951B-1A150E3637C1}" type="presOf" srcId="{2C4FE4EF-41DF-4CCB-BFDF-32720411605C}" destId="{A4EB5F92-1321-4B6A-A0CB-91EB8384585B}" srcOrd="0" destOrd="0" presId="urn:microsoft.com/office/officeart/2005/8/layout/vList5"/>
    <dgm:cxn modelId="{1B96BD18-9376-40DE-9573-B88192DFF424}" srcId="{A1A73CE1-1574-4FB2-9C53-499F6645D067}" destId="{AE12B413-6192-4B45-B06E-5E1261BD9E52}" srcOrd="0" destOrd="0" parTransId="{3932C303-6DD9-4B64-A067-97F64A142EE0}" sibTransId="{C3711A19-A087-4C32-9B04-D309F9AAE438}"/>
    <dgm:cxn modelId="{5021B41F-EE48-45C9-8943-EDC0210A7E33}" srcId="{55846419-DABC-4DFA-B612-CD1F0596CE84}" destId="{F7C0E439-07E3-447B-9C98-1D525B8C070E}" srcOrd="0" destOrd="0" parTransId="{09470C5A-23FF-45C1-B27F-B480586EE022}" sibTransId="{CBF3C555-FEF3-4065-9260-54DC557EF355}"/>
    <dgm:cxn modelId="{F24FDE22-9A25-48FB-86C6-B16950BB6470}" srcId="{2C4FE4EF-41DF-4CCB-BFDF-32720411605C}" destId="{4B01A0D0-76A0-469C-9060-6F85B787B048}" srcOrd="0" destOrd="0" parTransId="{98DFD561-F0B1-4C7A-AE72-B39875630F2E}" sibTransId="{F39F6710-BD19-42C4-AAB7-B50FD8C3643E}"/>
    <dgm:cxn modelId="{6973C332-44E4-4172-A58D-05D558979F25}" srcId="{CB8AB684-C63B-46DF-A0C0-E34095B13849}" destId="{32341D2C-D667-4F9F-A94C-4B09CAB0166A}" srcOrd="0" destOrd="0" parTransId="{E10B668F-559C-4981-A077-E2C3A997FF8E}" sibTransId="{CC206934-D10B-4E71-B0C1-682BE6734372}"/>
    <dgm:cxn modelId="{F0879C34-62ED-42D7-8D15-83A2DC317DB6}" type="presOf" srcId="{CB8AB684-C63B-46DF-A0C0-E34095B13849}" destId="{D28EFF9D-651D-4791-B685-5649C831FF53}" srcOrd="0" destOrd="0" presId="urn:microsoft.com/office/officeart/2005/8/layout/vList5"/>
    <dgm:cxn modelId="{5966F639-38FD-46B1-A432-E0707D61DB17}" type="presOf" srcId="{B987F893-CA8A-41B8-B942-63AF6AB2D4CB}" destId="{5A6301EE-4430-4C1D-AFD1-F8486E762B91}" srcOrd="0" destOrd="0" presId="urn:microsoft.com/office/officeart/2005/8/layout/vList5"/>
    <dgm:cxn modelId="{9D08783D-3C82-4036-B800-DEB7C1B53396}" type="presOf" srcId="{9972407F-C9F6-4063-BB1D-A647EA2B33E7}" destId="{98CB8BBE-C07C-4869-8B41-F78C9B63F2DD}" srcOrd="0" destOrd="0" presId="urn:microsoft.com/office/officeart/2005/8/layout/vList5"/>
    <dgm:cxn modelId="{277EB547-ADEB-4766-8A72-12DD3DA6245E}" type="presOf" srcId="{4B01A0D0-76A0-469C-9060-6F85B787B048}" destId="{00BBA071-EAB0-4CE2-A166-362CC9F7ACC2}" srcOrd="0" destOrd="0" presId="urn:microsoft.com/office/officeart/2005/8/layout/vList5"/>
    <dgm:cxn modelId="{7EA90F69-D8DC-4D12-ADB3-B53676FDD2B3}" srcId="{5F6D4A52-0CF1-4B75-B167-6F5E46DA8B4D}" destId="{F59B5A3C-1AB0-4553-BE0C-F48C50AA8484}" srcOrd="7" destOrd="0" parTransId="{2E7A2C09-C80B-47EC-9933-9C4048C4327A}" sibTransId="{AC28261B-5AF5-4AE7-BBE1-524854FCCC6E}"/>
    <dgm:cxn modelId="{B548E44C-AF47-4D66-8FA5-67B9A32F31B8}" srcId="{F59B5A3C-1AB0-4553-BE0C-F48C50AA8484}" destId="{611A9DCB-77A3-44A8-84F8-F8B1C1A06C99}" srcOrd="0" destOrd="0" parTransId="{BEC5955C-B33A-4F6A-B50B-4631B2C9664B}" sibTransId="{5B167A91-DBBB-4B62-AC47-864B72F2E98D}"/>
    <dgm:cxn modelId="{2EB74572-7827-4CC7-B5BF-E0FCCB512847}" type="presOf" srcId="{A1A73CE1-1574-4FB2-9C53-499F6645D067}" destId="{038CE2E9-096F-4686-8F3C-5E46A2F5BB7D}" srcOrd="0" destOrd="0" presId="urn:microsoft.com/office/officeart/2005/8/layout/vList5"/>
    <dgm:cxn modelId="{F85AD272-DE95-444F-A255-6C2684FAB7D1}" type="presOf" srcId="{1CF1F63F-3A48-4F07-90E3-89D446E65CFC}" destId="{2EBE8A2B-C216-4EB9-921E-3DD94AEFF8D2}" srcOrd="0" destOrd="0" presId="urn:microsoft.com/office/officeart/2005/8/layout/vList5"/>
    <dgm:cxn modelId="{567E6375-D467-405A-A774-1495C8E48218}" srcId="{B987F893-CA8A-41B8-B942-63AF6AB2D4CB}" destId="{F00B4F5F-A904-4180-9408-065D22EF19B3}" srcOrd="0" destOrd="0" parTransId="{E6991D9D-2F35-4F1D-BB69-3BD5CE3B56C4}" sibTransId="{EF5D4BE1-A5BD-40A8-8A11-4B5608FE7644}"/>
    <dgm:cxn modelId="{77ADA856-2F6C-446C-8886-48C3511B1071}" srcId="{5F6D4A52-0CF1-4B75-B167-6F5E46DA8B4D}" destId="{91BC2106-7936-492D-A58C-E14EC5E88D55}" srcOrd="2" destOrd="0" parTransId="{CF742A52-EF1E-4E3C-958A-76D11D6B2722}" sibTransId="{46873919-E174-473B-9BFD-13B48E1F031F}"/>
    <dgm:cxn modelId="{F29AD15A-DBE3-41CE-B884-A30770F672EB}" srcId="{5F6D4A52-0CF1-4B75-B167-6F5E46DA8B4D}" destId="{A1A73CE1-1574-4FB2-9C53-499F6645D067}" srcOrd="4" destOrd="0" parTransId="{4C2627F8-0A08-4B56-877B-52EB5A0C23BB}" sibTransId="{702AF1FB-F433-4F0C-8EF2-6305BE8F619B}"/>
    <dgm:cxn modelId="{32174D7D-C8DF-4341-8CD7-DBE737C9120B}" srcId="{5F6D4A52-0CF1-4B75-B167-6F5E46DA8B4D}" destId="{CB8AB684-C63B-46DF-A0C0-E34095B13849}" srcOrd="0" destOrd="0" parTransId="{0D189675-4F8B-4D80-996C-68FF981868BF}" sibTransId="{495FDED5-B4AF-4989-832C-46A64BF4451C}"/>
    <dgm:cxn modelId="{BA4F587E-3606-4529-923B-78D5531A4E34}" type="presOf" srcId="{F59B5A3C-1AB0-4553-BE0C-F48C50AA8484}" destId="{08DBCA0B-B5B1-4BB5-A672-146111DCC8E8}" srcOrd="0" destOrd="0" presId="urn:microsoft.com/office/officeart/2005/8/layout/vList5"/>
    <dgm:cxn modelId="{95556D7F-1839-4CE7-9233-6CAA3652A447}" srcId="{1CF1F63F-3A48-4F07-90E3-89D446E65CFC}" destId="{9972407F-C9F6-4063-BB1D-A647EA2B33E7}" srcOrd="0" destOrd="0" parTransId="{8023DE15-D4CC-40A8-AD9B-356B375F4CD0}" sibTransId="{EFE4FAAC-831A-4F65-BD41-3EE81641DD09}"/>
    <dgm:cxn modelId="{83757F82-9246-422F-BE94-DEB8B5EEBD25}" type="presOf" srcId="{55846419-DABC-4DFA-B612-CD1F0596CE84}" destId="{DE49FC3C-1BA3-4A1F-9939-6CBF2F054839}" srcOrd="0" destOrd="0" presId="urn:microsoft.com/office/officeart/2005/8/layout/vList5"/>
    <dgm:cxn modelId="{05FDB48E-E822-475B-A122-66C45A0FE8F5}" srcId="{5F6D4A52-0CF1-4B75-B167-6F5E46DA8B4D}" destId="{B987F893-CA8A-41B8-B942-63AF6AB2D4CB}" srcOrd="1" destOrd="0" parTransId="{4BD08973-DE5D-4393-957A-649882989B78}" sibTransId="{CB04919F-2513-484B-BE84-2394B5C8362D}"/>
    <dgm:cxn modelId="{212D0F93-944E-4F5E-B0DA-B832EB32FCA2}" type="presOf" srcId="{611A9DCB-77A3-44A8-84F8-F8B1C1A06C99}" destId="{32019620-5D6C-45F7-BCDC-8AF3DBBA4569}" srcOrd="0" destOrd="0" presId="urn:microsoft.com/office/officeart/2005/8/layout/vList5"/>
    <dgm:cxn modelId="{92859297-2047-495C-9443-40BF004D9391}" srcId="{5F6D4A52-0CF1-4B75-B167-6F5E46DA8B4D}" destId="{55846419-DABC-4DFA-B612-CD1F0596CE84}" srcOrd="3" destOrd="0" parTransId="{2757AFB1-69E8-4BD6-AE41-74C61BD44283}" sibTransId="{300F0F9C-0973-4744-A88E-483AEA805AEB}"/>
    <dgm:cxn modelId="{5EA6509E-611E-4578-8EA6-FEEAE78F27BE}" type="presOf" srcId="{32341D2C-D667-4F9F-A94C-4B09CAB0166A}" destId="{4EC25512-7D52-4B39-A516-76E52027B59F}" srcOrd="0" destOrd="0" presId="urn:microsoft.com/office/officeart/2005/8/layout/vList5"/>
    <dgm:cxn modelId="{1AD861A4-E7B9-4DF7-8BD4-61A5CC5528FD}" type="presOf" srcId="{AE12B413-6192-4B45-B06E-5E1261BD9E52}" destId="{9E02244B-B695-4500-8575-8CAD70F79580}" srcOrd="0" destOrd="0" presId="urn:microsoft.com/office/officeart/2005/8/layout/vList5"/>
    <dgm:cxn modelId="{CB746CB7-392F-4A76-8F40-2B7DDAFEF142}" srcId="{5F6D4A52-0CF1-4B75-B167-6F5E46DA8B4D}" destId="{2C4FE4EF-41DF-4CCB-BFDF-32720411605C}" srcOrd="6" destOrd="0" parTransId="{DE947D37-224A-40E9-A5CC-97107FD52FCA}" sibTransId="{DFF4F7AB-BFCB-4AAD-9C38-928A3A01628A}"/>
    <dgm:cxn modelId="{ECA434B9-D020-47AF-8A09-51BA96A6E48F}" srcId="{5F6D4A52-0CF1-4B75-B167-6F5E46DA8B4D}" destId="{1CF1F63F-3A48-4F07-90E3-89D446E65CFC}" srcOrd="5" destOrd="0" parTransId="{0DA28ACA-4242-4083-BDA4-46DF8BF8EB2B}" sibTransId="{09435961-35DC-45BC-88B1-0D0F29C7791A}"/>
    <dgm:cxn modelId="{66445CC3-7F6A-4151-8E23-0D31D6EF7FE6}" type="presOf" srcId="{F7C0E439-07E3-447B-9C98-1D525B8C070E}" destId="{8CB89EBC-309C-4439-9E21-B4D27641349F}" srcOrd="0" destOrd="0" presId="urn:microsoft.com/office/officeart/2005/8/layout/vList5"/>
    <dgm:cxn modelId="{CBFE4ACA-C586-4256-9E5A-DB4C745BFBC8}" type="presOf" srcId="{B73CD2A7-C944-4AAE-986E-46A9231AC738}" destId="{293E9539-8089-4A81-B5A0-D7521F474B4F}" srcOrd="0" destOrd="0" presId="urn:microsoft.com/office/officeart/2005/8/layout/vList5"/>
    <dgm:cxn modelId="{F4877FCE-2F8F-47A7-8A5D-35144F46155B}" type="presOf" srcId="{F00B4F5F-A904-4180-9408-065D22EF19B3}" destId="{EEAF8070-72A5-444B-BCAC-1E9D383A0ED7}" srcOrd="0" destOrd="0" presId="urn:microsoft.com/office/officeart/2005/8/layout/vList5"/>
    <dgm:cxn modelId="{806E77DA-11CE-4AB9-9904-186592F57620}" type="presOf" srcId="{91BC2106-7936-492D-A58C-E14EC5E88D55}" destId="{E2F90B0B-F4E6-4993-AC6B-D616A220A898}" srcOrd="0" destOrd="0" presId="urn:microsoft.com/office/officeart/2005/8/layout/vList5"/>
    <dgm:cxn modelId="{4F2695FF-C7C7-4A54-A9EA-E22CA319F0BD}" type="presOf" srcId="{5F6D4A52-0CF1-4B75-B167-6F5E46DA8B4D}" destId="{9A3997F6-FD78-4A88-B3BB-15FF5B62F9A6}" srcOrd="0" destOrd="0" presId="urn:microsoft.com/office/officeart/2005/8/layout/vList5"/>
    <dgm:cxn modelId="{AF756777-9920-4EE2-A0B8-C0D3BCA7FC9E}" type="presParOf" srcId="{9A3997F6-FD78-4A88-B3BB-15FF5B62F9A6}" destId="{81F34000-CB8D-4BB5-8F6C-8ADAB3C546D0}" srcOrd="0" destOrd="0" presId="urn:microsoft.com/office/officeart/2005/8/layout/vList5"/>
    <dgm:cxn modelId="{497D1CDA-8FC1-4774-BCEE-E3B68399DDDA}" type="presParOf" srcId="{81F34000-CB8D-4BB5-8F6C-8ADAB3C546D0}" destId="{D28EFF9D-651D-4791-B685-5649C831FF53}" srcOrd="0" destOrd="0" presId="urn:microsoft.com/office/officeart/2005/8/layout/vList5"/>
    <dgm:cxn modelId="{2FE45EDC-70CD-4B5C-B472-3B3D60015215}" type="presParOf" srcId="{81F34000-CB8D-4BB5-8F6C-8ADAB3C546D0}" destId="{4EC25512-7D52-4B39-A516-76E52027B59F}" srcOrd="1" destOrd="0" presId="urn:microsoft.com/office/officeart/2005/8/layout/vList5"/>
    <dgm:cxn modelId="{A91FB112-DA4A-4A9B-862E-2D6A814519D4}" type="presParOf" srcId="{9A3997F6-FD78-4A88-B3BB-15FF5B62F9A6}" destId="{6D0CAB12-72DB-496E-90BC-BF54281107B2}" srcOrd="1" destOrd="0" presId="urn:microsoft.com/office/officeart/2005/8/layout/vList5"/>
    <dgm:cxn modelId="{2A7B9BF7-C647-4FE6-A6A9-C59EE337604B}" type="presParOf" srcId="{9A3997F6-FD78-4A88-B3BB-15FF5B62F9A6}" destId="{5DE2B138-9F1A-4426-BEEF-91D330B51F24}" srcOrd="2" destOrd="0" presId="urn:microsoft.com/office/officeart/2005/8/layout/vList5"/>
    <dgm:cxn modelId="{54A7D01C-E697-4EBE-90B3-0EC195FC16D5}" type="presParOf" srcId="{5DE2B138-9F1A-4426-BEEF-91D330B51F24}" destId="{5A6301EE-4430-4C1D-AFD1-F8486E762B91}" srcOrd="0" destOrd="0" presId="urn:microsoft.com/office/officeart/2005/8/layout/vList5"/>
    <dgm:cxn modelId="{31F2E437-A449-4FDB-A3F4-2ECA2F23822B}" type="presParOf" srcId="{5DE2B138-9F1A-4426-BEEF-91D330B51F24}" destId="{EEAF8070-72A5-444B-BCAC-1E9D383A0ED7}" srcOrd="1" destOrd="0" presId="urn:microsoft.com/office/officeart/2005/8/layout/vList5"/>
    <dgm:cxn modelId="{682816B7-9C01-4925-9B99-58685D4D6429}" type="presParOf" srcId="{9A3997F6-FD78-4A88-B3BB-15FF5B62F9A6}" destId="{1FDAA79E-FDD8-47DA-A134-E5AD2B0DACEE}" srcOrd="3" destOrd="0" presId="urn:microsoft.com/office/officeart/2005/8/layout/vList5"/>
    <dgm:cxn modelId="{FD05F708-119B-484B-807A-89A2AB16F24C}" type="presParOf" srcId="{9A3997F6-FD78-4A88-B3BB-15FF5B62F9A6}" destId="{4AA85BDF-BA6C-403F-B245-EC733C65C4E3}" srcOrd="4" destOrd="0" presId="urn:microsoft.com/office/officeart/2005/8/layout/vList5"/>
    <dgm:cxn modelId="{BF67ABF3-130D-457C-B7CD-471CAF597C0A}" type="presParOf" srcId="{4AA85BDF-BA6C-403F-B245-EC733C65C4E3}" destId="{E2F90B0B-F4E6-4993-AC6B-D616A220A898}" srcOrd="0" destOrd="0" presId="urn:microsoft.com/office/officeart/2005/8/layout/vList5"/>
    <dgm:cxn modelId="{9F2A77C0-97AB-4E3A-AF48-94BDC80FA42B}" type="presParOf" srcId="{4AA85BDF-BA6C-403F-B245-EC733C65C4E3}" destId="{293E9539-8089-4A81-B5A0-D7521F474B4F}" srcOrd="1" destOrd="0" presId="urn:microsoft.com/office/officeart/2005/8/layout/vList5"/>
    <dgm:cxn modelId="{97986160-CAFD-42CF-8BF3-6826DAE2DFAA}" type="presParOf" srcId="{9A3997F6-FD78-4A88-B3BB-15FF5B62F9A6}" destId="{F214CD3A-AD12-4806-90C6-2A675DC622CD}" srcOrd="5" destOrd="0" presId="urn:microsoft.com/office/officeart/2005/8/layout/vList5"/>
    <dgm:cxn modelId="{8BC12F2B-BFB7-457C-9549-8AB70B993C98}" type="presParOf" srcId="{9A3997F6-FD78-4A88-B3BB-15FF5B62F9A6}" destId="{0A0789AA-3171-4A36-94B9-A00392171EF7}" srcOrd="6" destOrd="0" presId="urn:microsoft.com/office/officeart/2005/8/layout/vList5"/>
    <dgm:cxn modelId="{AAED5410-79CA-489F-B498-1E7DC1383603}" type="presParOf" srcId="{0A0789AA-3171-4A36-94B9-A00392171EF7}" destId="{DE49FC3C-1BA3-4A1F-9939-6CBF2F054839}" srcOrd="0" destOrd="0" presId="urn:microsoft.com/office/officeart/2005/8/layout/vList5"/>
    <dgm:cxn modelId="{5880830E-14ED-46DB-A693-E20CF94E94E4}" type="presParOf" srcId="{0A0789AA-3171-4A36-94B9-A00392171EF7}" destId="{8CB89EBC-309C-4439-9E21-B4D27641349F}" srcOrd="1" destOrd="0" presId="urn:microsoft.com/office/officeart/2005/8/layout/vList5"/>
    <dgm:cxn modelId="{F49FF33E-D982-44D3-B3B7-563875859CE4}" type="presParOf" srcId="{9A3997F6-FD78-4A88-B3BB-15FF5B62F9A6}" destId="{97DAD815-FD4A-4081-9599-31D935D16275}" srcOrd="7" destOrd="0" presId="urn:microsoft.com/office/officeart/2005/8/layout/vList5"/>
    <dgm:cxn modelId="{10EC6CD7-A18C-4A38-87C6-7AB22E01A161}" type="presParOf" srcId="{9A3997F6-FD78-4A88-B3BB-15FF5B62F9A6}" destId="{8C94A15B-3BD7-49FA-BC5E-3FC84C35E6DA}" srcOrd="8" destOrd="0" presId="urn:microsoft.com/office/officeart/2005/8/layout/vList5"/>
    <dgm:cxn modelId="{12C5F4C3-9628-4D31-9C58-9694E4F180F0}" type="presParOf" srcId="{8C94A15B-3BD7-49FA-BC5E-3FC84C35E6DA}" destId="{038CE2E9-096F-4686-8F3C-5E46A2F5BB7D}" srcOrd="0" destOrd="0" presId="urn:microsoft.com/office/officeart/2005/8/layout/vList5"/>
    <dgm:cxn modelId="{0D3AE224-6F77-4AED-BC5A-FE5544413757}" type="presParOf" srcId="{8C94A15B-3BD7-49FA-BC5E-3FC84C35E6DA}" destId="{9E02244B-B695-4500-8575-8CAD70F79580}" srcOrd="1" destOrd="0" presId="urn:microsoft.com/office/officeart/2005/8/layout/vList5"/>
    <dgm:cxn modelId="{9F1F4B40-9BF7-467F-A6C0-0A429605152E}" type="presParOf" srcId="{9A3997F6-FD78-4A88-B3BB-15FF5B62F9A6}" destId="{233B61B0-3140-4A76-8CA8-90D8D32B1B3D}" srcOrd="9" destOrd="0" presId="urn:microsoft.com/office/officeart/2005/8/layout/vList5"/>
    <dgm:cxn modelId="{8470E285-FCB0-4E96-A24F-A033DAD56308}" type="presParOf" srcId="{9A3997F6-FD78-4A88-B3BB-15FF5B62F9A6}" destId="{78BC39F7-9E03-4E35-9D98-500C094F22BE}" srcOrd="10" destOrd="0" presId="urn:microsoft.com/office/officeart/2005/8/layout/vList5"/>
    <dgm:cxn modelId="{F1CF49B5-8ADF-4BC6-840A-83DAF157A532}" type="presParOf" srcId="{78BC39F7-9E03-4E35-9D98-500C094F22BE}" destId="{2EBE8A2B-C216-4EB9-921E-3DD94AEFF8D2}" srcOrd="0" destOrd="0" presId="urn:microsoft.com/office/officeart/2005/8/layout/vList5"/>
    <dgm:cxn modelId="{74B4CC92-A176-476F-8331-BEF51BA9FC8F}" type="presParOf" srcId="{78BC39F7-9E03-4E35-9D98-500C094F22BE}" destId="{98CB8BBE-C07C-4869-8B41-F78C9B63F2DD}" srcOrd="1" destOrd="0" presId="urn:microsoft.com/office/officeart/2005/8/layout/vList5"/>
    <dgm:cxn modelId="{9D8D1CCC-4F11-4C37-A000-72B3279BCE71}" type="presParOf" srcId="{9A3997F6-FD78-4A88-B3BB-15FF5B62F9A6}" destId="{CF70320E-B2C3-4428-9358-3CC082BE9D8A}" srcOrd="11" destOrd="0" presId="urn:microsoft.com/office/officeart/2005/8/layout/vList5"/>
    <dgm:cxn modelId="{B7C74100-3480-4C9E-A69F-6BCB55F588EE}" type="presParOf" srcId="{9A3997F6-FD78-4A88-B3BB-15FF5B62F9A6}" destId="{17AE11C5-70EA-4DC9-BE1B-C40669427D4D}" srcOrd="12" destOrd="0" presId="urn:microsoft.com/office/officeart/2005/8/layout/vList5"/>
    <dgm:cxn modelId="{BB3FBD38-AF20-4DE4-9F31-D4AAFF2BAB1C}" type="presParOf" srcId="{17AE11C5-70EA-4DC9-BE1B-C40669427D4D}" destId="{A4EB5F92-1321-4B6A-A0CB-91EB8384585B}" srcOrd="0" destOrd="0" presId="urn:microsoft.com/office/officeart/2005/8/layout/vList5"/>
    <dgm:cxn modelId="{2B936B8B-83F2-40B9-A98B-9410BFF6ED69}" type="presParOf" srcId="{17AE11C5-70EA-4DC9-BE1B-C40669427D4D}" destId="{00BBA071-EAB0-4CE2-A166-362CC9F7ACC2}" srcOrd="1" destOrd="0" presId="urn:microsoft.com/office/officeart/2005/8/layout/vList5"/>
    <dgm:cxn modelId="{6F554A52-E421-4912-892B-B937D0987113}" type="presParOf" srcId="{9A3997F6-FD78-4A88-B3BB-15FF5B62F9A6}" destId="{B524E43C-4AC9-43F7-B2C3-C40E3B0E24D3}" srcOrd="13" destOrd="0" presId="urn:microsoft.com/office/officeart/2005/8/layout/vList5"/>
    <dgm:cxn modelId="{3C84BA8C-914D-49FD-8442-FA1E8F8A76BC}" type="presParOf" srcId="{9A3997F6-FD78-4A88-B3BB-15FF5B62F9A6}" destId="{5808F418-AB3B-4F88-98C3-44519AB8798D}" srcOrd="14" destOrd="0" presId="urn:microsoft.com/office/officeart/2005/8/layout/vList5"/>
    <dgm:cxn modelId="{853C3862-6EFC-4F9B-A29A-A04D889DF173}" type="presParOf" srcId="{5808F418-AB3B-4F88-98C3-44519AB8798D}" destId="{08DBCA0B-B5B1-4BB5-A672-146111DCC8E8}" srcOrd="0" destOrd="0" presId="urn:microsoft.com/office/officeart/2005/8/layout/vList5"/>
    <dgm:cxn modelId="{CAEA89FE-BBB0-488C-BA94-01712882CAA5}" type="presParOf" srcId="{5808F418-AB3B-4F88-98C3-44519AB8798D}" destId="{32019620-5D6C-45F7-BCDC-8AF3DBBA456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FF9DECA-C84B-4994-8A08-92E7960B5CE8}"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de-CH"/>
        </a:p>
      </dgm:t>
    </dgm:pt>
    <dgm:pt modelId="{3B95F1DB-2746-409E-9A6F-E6B9108ADC15}">
      <dgm:prSet phldrT="[Text]"/>
      <dgm:spPr>
        <a:solidFill>
          <a:schemeClr val="accent6">
            <a:alpha val="90000"/>
          </a:schemeClr>
        </a:solidFill>
      </dgm:spPr>
      <dgm:t>
        <a:bodyPr/>
        <a:lstStyle/>
        <a:p>
          <a:r>
            <a:rPr lang="de-CH" err="1"/>
            <a:t>Protection</a:t>
          </a:r>
          <a:endParaRPr lang="de-CH"/>
        </a:p>
      </dgm:t>
    </dgm:pt>
    <dgm:pt modelId="{54590E6E-D238-42C1-AA79-87287D9064F1}" type="parTrans" cxnId="{CEE268F8-E454-4409-837D-6E8243B9AC4B}">
      <dgm:prSet/>
      <dgm:spPr/>
      <dgm:t>
        <a:bodyPr/>
        <a:lstStyle/>
        <a:p>
          <a:endParaRPr lang="de-CH"/>
        </a:p>
      </dgm:t>
    </dgm:pt>
    <dgm:pt modelId="{29D41D2C-62B0-455D-8F2F-B5E2B1C1DD24}" type="sibTrans" cxnId="{CEE268F8-E454-4409-837D-6E8243B9AC4B}">
      <dgm:prSet/>
      <dgm:spPr/>
      <dgm:t>
        <a:bodyPr/>
        <a:lstStyle/>
        <a:p>
          <a:endParaRPr lang="de-CH"/>
        </a:p>
      </dgm:t>
    </dgm:pt>
    <dgm:pt modelId="{2F9259B4-1E2F-4614-874C-01006407DADC}">
      <dgm:prSet phldrT="[Text]"/>
      <dgm:spPr/>
      <dgm:t>
        <a:bodyPr/>
        <a:lstStyle/>
        <a:p>
          <a:r>
            <a:rPr lang="de-CH"/>
            <a:t>Personal </a:t>
          </a:r>
          <a:r>
            <a:rPr lang="de-CH" err="1"/>
            <a:t>information</a:t>
          </a:r>
          <a:endParaRPr lang="de-CH"/>
        </a:p>
      </dgm:t>
    </dgm:pt>
    <dgm:pt modelId="{6A0AF596-0570-4853-B6F1-74D51E6F2550}" type="parTrans" cxnId="{CD1FE8FB-8046-40FA-8AE5-AA9AF1C4D35B}">
      <dgm:prSet/>
      <dgm:spPr/>
      <dgm:t>
        <a:bodyPr/>
        <a:lstStyle/>
        <a:p>
          <a:endParaRPr lang="de-CH"/>
        </a:p>
      </dgm:t>
    </dgm:pt>
    <dgm:pt modelId="{B170B303-A2D8-43F1-ADDD-349AC6AF2279}" type="sibTrans" cxnId="{CD1FE8FB-8046-40FA-8AE5-AA9AF1C4D35B}">
      <dgm:prSet/>
      <dgm:spPr/>
      <dgm:t>
        <a:bodyPr/>
        <a:lstStyle/>
        <a:p>
          <a:endParaRPr lang="de-CH"/>
        </a:p>
      </dgm:t>
    </dgm:pt>
    <dgm:pt modelId="{CE8D86BC-3CD3-4C37-ABA1-2A2B337BA643}">
      <dgm:prSet phldrT="[Text]"/>
      <dgm:spPr/>
      <dgm:t>
        <a:bodyPr/>
        <a:lstStyle/>
        <a:p>
          <a:r>
            <a:rPr lang="de-CH"/>
            <a:t>Description </a:t>
          </a:r>
          <a:r>
            <a:rPr lang="de-CH" err="1"/>
            <a:t>of</a:t>
          </a:r>
          <a:r>
            <a:rPr lang="de-CH"/>
            <a:t>  network/organizational </a:t>
          </a:r>
          <a:r>
            <a:rPr lang="de-CH" err="1"/>
            <a:t>dependencies</a:t>
          </a:r>
          <a:endParaRPr lang="de-CH"/>
        </a:p>
      </dgm:t>
    </dgm:pt>
    <dgm:pt modelId="{9508655F-33A9-46CC-B195-E9C8684CFF07}" type="parTrans" cxnId="{BA5A7B54-1CA6-469B-B3A4-8CC3D3D8E158}">
      <dgm:prSet/>
      <dgm:spPr/>
      <dgm:t>
        <a:bodyPr/>
        <a:lstStyle/>
        <a:p>
          <a:endParaRPr lang="de-CH"/>
        </a:p>
      </dgm:t>
    </dgm:pt>
    <dgm:pt modelId="{CD76AAA2-90FA-4F5E-9E89-5A7471EA8AA6}" type="sibTrans" cxnId="{BA5A7B54-1CA6-469B-B3A4-8CC3D3D8E158}">
      <dgm:prSet/>
      <dgm:spPr/>
      <dgm:t>
        <a:bodyPr/>
        <a:lstStyle/>
        <a:p>
          <a:endParaRPr lang="de-CH"/>
        </a:p>
      </dgm:t>
    </dgm:pt>
    <dgm:pt modelId="{933E172D-F868-4F94-A0BF-28D3DCF48D40}">
      <dgm:prSet phldrT="[Text]"/>
      <dgm:spPr>
        <a:solidFill>
          <a:schemeClr val="accent3">
            <a:alpha val="90000"/>
          </a:schemeClr>
        </a:solidFill>
      </dgm:spPr>
      <dgm:t>
        <a:bodyPr/>
        <a:lstStyle/>
        <a:p>
          <a:r>
            <a:rPr lang="de-CH" err="1"/>
            <a:t>Doing</a:t>
          </a:r>
          <a:r>
            <a:rPr lang="de-CH"/>
            <a:t> Research</a:t>
          </a:r>
        </a:p>
      </dgm:t>
    </dgm:pt>
    <dgm:pt modelId="{F22F1A18-949F-4990-A605-557B147AE3C0}" type="parTrans" cxnId="{63FDE721-7EB5-43B3-96A7-C686A0D55453}">
      <dgm:prSet/>
      <dgm:spPr/>
      <dgm:t>
        <a:bodyPr/>
        <a:lstStyle/>
        <a:p>
          <a:endParaRPr lang="de-CH"/>
        </a:p>
      </dgm:t>
    </dgm:pt>
    <dgm:pt modelId="{040FCC86-DC65-43B5-8D50-0D12FBAE879A}" type="sibTrans" cxnId="{63FDE721-7EB5-43B3-96A7-C686A0D55453}">
      <dgm:prSet/>
      <dgm:spPr/>
      <dgm:t>
        <a:bodyPr/>
        <a:lstStyle/>
        <a:p>
          <a:endParaRPr lang="de-CH"/>
        </a:p>
      </dgm:t>
    </dgm:pt>
    <dgm:pt modelId="{8FD47353-5088-44A5-BFAF-2190288F3059}">
      <dgm:prSet phldrT="[Text]"/>
      <dgm:spPr/>
      <dgm:t>
        <a:bodyPr/>
        <a:lstStyle/>
        <a:p>
          <a:r>
            <a:rPr lang="de-CH"/>
            <a:t>Framing/</a:t>
          </a:r>
          <a:r>
            <a:rPr lang="de-CH" err="1"/>
            <a:t>Contextualizing</a:t>
          </a:r>
          <a:r>
            <a:rPr lang="de-CH"/>
            <a:t> </a:t>
          </a:r>
          <a:r>
            <a:rPr lang="de-CH" err="1"/>
            <a:t>of</a:t>
          </a:r>
          <a:r>
            <a:rPr lang="de-CH"/>
            <a:t> </a:t>
          </a:r>
          <a:r>
            <a:rPr lang="de-CH" err="1"/>
            <a:t>quotes</a:t>
          </a:r>
          <a:endParaRPr lang="de-CH"/>
        </a:p>
      </dgm:t>
    </dgm:pt>
    <dgm:pt modelId="{BBCF054D-5A51-43C5-BD93-3066F6DA7817}" type="parTrans" cxnId="{568B8A0F-0B61-434F-855E-F8618598BBE4}">
      <dgm:prSet/>
      <dgm:spPr/>
      <dgm:t>
        <a:bodyPr/>
        <a:lstStyle/>
        <a:p>
          <a:endParaRPr lang="de-CH"/>
        </a:p>
      </dgm:t>
    </dgm:pt>
    <dgm:pt modelId="{0FCFA679-5624-4F87-9CC6-4145DA3666B2}" type="sibTrans" cxnId="{568B8A0F-0B61-434F-855E-F8618598BBE4}">
      <dgm:prSet/>
      <dgm:spPr/>
      <dgm:t>
        <a:bodyPr/>
        <a:lstStyle/>
        <a:p>
          <a:endParaRPr lang="de-CH"/>
        </a:p>
      </dgm:t>
    </dgm:pt>
    <dgm:pt modelId="{F24E67C7-A597-481E-8CE7-684B88EF6B4F}">
      <dgm:prSet phldrT="[Text]"/>
      <dgm:spPr/>
      <dgm:t>
        <a:bodyPr/>
        <a:lstStyle/>
        <a:p>
          <a:r>
            <a:rPr lang="de-CH"/>
            <a:t>Analysis </a:t>
          </a:r>
          <a:r>
            <a:rPr lang="de-CH" err="1"/>
            <a:t>of</a:t>
          </a:r>
          <a:r>
            <a:rPr lang="de-CH"/>
            <a:t> network/organizational </a:t>
          </a:r>
          <a:r>
            <a:rPr lang="de-CH" err="1"/>
            <a:t>dependencies</a:t>
          </a:r>
          <a:endParaRPr lang="de-CH"/>
        </a:p>
      </dgm:t>
    </dgm:pt>
    <dgm:pt modelId="{B281DBE5-563E-4C25-8EA3-01A91EE91392}" type="parTrans" cxnId="{08D4AC52-7184-4D9D-AA3A-1A851FDBA32B}">
      <dgm:prSet/>
      <dgm:spPr/>
      <dgm:t>
        <a:bodyPr/>
        <a:lstStyle/>
        <a:p>
          <a:endParaRPr lang="de-CH"/>
        </a:p>
      </dgm:t>
    </dgm:pt>
    <dgm:pt modelId="{977013A6-5BC0-4A2D-9312-9FCB68E11A39}" type="sibTrans" cxnId="{08D4AC52-7184-4D9D-AA3A-1A851FDBA32B}">
      <dgm:prSet/>
      <dgm:spPr/>
      <dgm:t>
        <a:bodyPr/>
        <a:lstStyle/>
        <a:p>
          <a:endParaRPr lang="de-CH"/>
        </a:p>
      </dgm:t>
    </dgm:pt>
    <dgm:pt modelId="{E4C6EE47-0880-497A-9632-256843DE2AF6}">
      <dgm:prSet phldrT="[Text]"/>
      <dgm:spPr/>
      <dgm:t>
        <a:bodyPr/>
        <a:lstStyle/>
        <a:p>
          <a:r>
            <a:rPr lang="de-CH" err="1"/>
            <a:t>Aspects</a:t>
          </a:r>
          <a:r>
            <a:rPr lang="de-CH"/>
            <a:t> </a:t>
          </a:r>
          <a:r>
            <a:rPr lang="de-CH" err="1"/>
            <a:t>of</a:t>
          </a:r>
          <a:r>
            <a:rPr lang="de-CH"/>
            <a:t> </a:t>
          </a:r>
          <a:r>
            <a:rPr lang="de-CH" err="1"/>
            <a:t>migration</a:t>
          </a:r>
          <a:r>
            <a:rPr lang="de-CH"/>
            <a:t> </a:t>
          </a:r>
          <a:r>
            <a:rPr lang="de-CH" err="1"/>
            <a:t>as</a:t>
          </a:r>
          <a:r>
            <a:rPr lang="de-CH"/>
            <a:t> </a:t>
          </a:r>
          <a:r>
            <a:rPr lang="de-CH" err="1"/>
            <a:t>independent</a:t>
          </a:r>
          <a:r>
            <a:rPr lang="de-CH"/>
            <a:t> variables</a:t>
          </a:r>
        </a:p>
      </dgm:t>
    </dgm:pt>
    <dgm:pt modelId="{495EAD68-ED93-4636-8226-E0B04C813A11}" type="parTrans" cxnId="{08FEDE4A-56DF-4475-8963-C5A5E4A0BE6F}">
      <dgm:prSet/>
      <dgm:spPr/>
      <dgm:t>
        <a:bodyPr/>
        <a:lstStyle/>
        <a:p>
          <a:endParaRPr lang="de-CH"/>
        </a:p>
      </dgm:t>
    </dgm:pt>
    <dgm:pt modelId="{AEE2C41C-1C44-4821-937F-F973D22D329C}" type="sibTrans" cxnId="{08FEDE4A-56DF-4475-8963-C5A5E4A0BE6F}">
      <dgm:prSet/>
      <dgm:spPr/>
      <dgm:t>
        <a:bodyPr/>
        <a:lstStyle/>
        <a:p>
          <a:endParaRPr lang="de-CH"/>
        </a:p>
      </dgm:t>
    </dgm:pt>
    <dgm:pt modelId="{614EBA5D-DEA0-4EF1-AC65-4A7FE04A36E9}">
      <dgm:prSet phldrT="[Text]"/>
      <dgm:spPr/>
      <dgm:t>
        <a:bodyPr/>
        <a:lstStyle/>
        <a:p>
          <a:r>
            <a:rPr lang="de-CH"/>
            <a:t>Multi-</a:t>
          </a:r>
          <a:r>
            <a:rPr lang="de-CH" err="1"/>
            <a:t>levelled</a:t>
          </a:r>
          <a:r>
            <a:rPr lang="de-CH"/>
            <a:t> </a:t>
          </a:r>
          <a:r>
            <a:rPr lang="de-CH" err="1"/>
            <a:t>aspects</a:t>
          </a:r>
          <a:r>
            <a:rPr lang="de-CH"/>
            <a:t> </a:t>
          </a:r>
          <a:r>
            <a:rPr lang="de-CH" err="1"/>
            <a:t>of</a:t>
          </a:r>
          <a:r>
            <a:rPr lang="de-CH"/>
            <a:t> </a:t>
          </a:r>
          <a:r>
            <a:rPr lang="de-CH" err="1"/>
            <a:t>migration</a:t>
          </a:r>
          <a:r>
            <a:rPr lang="de-CH"/>
            <a:t> </a:t>
          </a:r>
        </a:p>
      </dgm:t>
    </dgm:pt>
    <dgm:pt modelId="{AA91E15A-ABDE-4346-BEFC-3B489B7E226F}" type="parTrans" cxnId="{05353C8E-C1CC-4688-AFE8-9ED86F5D5B03}">
      <dgm:prSet/>
      <dgm:spPr/>
      <dgm:t>
        <a:bodyPr/>
        <a:lstStyle/>
        <a:p>
          <a:endParaRPr lang="de-CH"/>
        </a:p>
      </dgm:t>
    </dgm:pt>
    <dgm:pt modelId="{838610B9-35A6-4DC9-87BE-5A42619FA224}" type="sibTrans" cxnId="{05353C8E-C1CC-4688-AFE8-9ED86F5D5B03}">
      <dgm:prSet/>
      <dgm:spPr/>
      <dgm:t>
        <a:bodyPr/>
        <a:lstStyle/>
        <a:p>
          <a:endParaRPr lang="de-CH"/>
        </a:p>
      </dgm:t>
    </dgm:pt>
    <dgm:pt modelId="{87666716-0159-4E33-A470-426E9E5F5FAC}" type="pres">
      <dgm:prSet presAssocID="{4FF9DECA-C84B-4994-8A08-92E7960B5CE8}" presName="outerComposite" presStyleCnt="0">
        <dgm:presLayoutVars>
          <dgm:chMax val="2"/>
          <dgm:animLvl val="lvl"/>
          <dgm:resizeHandles val="exact"/>
        </dgm:presLayoutVars>
      </dgm:prSet>
      <dgm:spPr/>
    </dgm:pt>
    <dgm:pt modelId="{0FDAEB58-45CF-4FC2-8CF8-EDB8C21A97AD}" type="pres">
      <dgm:prSet presAssocID="{4FF9DECA-C84B-4994-8A08-92E7960B5CE8}" presName="dummyMaxCanvas" presStyleCnt="0"/>
      <dgm:spPr/>
    </dgm:pt>
    <dgm:pt modelId="{271927DE-C9CE-4910-851C-D60240CDC585}" type="pres">
      <dgm:prSet presAssocID="{4FF9DECA-C84B-4994-8A08-92E7960B5CE8}" presName="parentComposite" presStyleCnt="0"/>
      <dgm:spPr/>
    </dgm:pt>
    <dgm:pt modelId="{16BF6948-7D40-45D3-BDAC-EA2B21A9A4DC}" type="pres">
      <dgm:prSet presAssocID="{4FF9DECA-C84B-4994-8A08-92E7960B5CE8}" presName="parent1" presStyleLbl="alignAccFollowNode1" presStyleIdx="0" presStyleCnt="4">
        <dgm:presLayoutVars>
          <dgm:chMax val="4"/>
        </dgm:presLayoutVars>
      </dgm:prSet>
      <dgm:spPr/>
    </dgm:pt>
    <dgm:pt modelId="{6015E166-44F7-4675-B428-397384475538}" type="pres">
      <dgm:prSet presAssocID="{4FF9DECA-C84B-4994-8A08-92E7960B5CE8}" presName="parent2" presStyleLbl="alignAccFollowNode1" presStyleIdx="1" presStyleCnt="4">
        <dgm:presLayoutVars>
          <dgm:chMax val="4"/>
        </dgm:presLayoutVars>
      </dgm:prSet>
      <dgm:spPr/>
    </dgm:pt>
    <dgm:pt modelId="{74CC7A30-8F38-4EF5-8C5E-B3898721E7F3}" type="pres">
      <dgm:prSet presAssocID="{4FF9DECA-C84B-4994-8A08-92E7960B5CE8}" presName="childrenComposite" presStyleCnt="0"/>
      <dgm:spPr/>
    </dgm:pt>
    <dgm:pt modelId="{9AC25F9D-FCF2-412A-A46B-F1EF362AEBF8}" type="pres">
      <dgm:prSet presAssocID="{4FF9DECA-C84B-4994-8A08-92E7960B5CE8}" presName="dummyMaxCanvas_ChildArea" presStyleCnt="0"/>
      <dgm:spPr/>
    </dgm:pt>
    <dgm:pt modelId="{8A43B3E2-BFDB-46D9-9ADE-8BFAF2D550B2}" type="pres">
      <dgm:prSet presAssocID="{4FF9DECA-C84B-4994-8A08-92E7960B5CE8}" presName="fulcrum" presStyleLbl="alignAccFollowNode1" presStyleIdx="2" presStyleCnt="4"/>
      <dgm:spPr/>
    </dgm:pt>
    <dgm:pt modelId="{05E78343-1DCF-4508-AB7B-37C986E292E0}" type="pres">
      <dgm:prSet presAssocID="{4FF9DECA-C84B-4994-8A08-92E7960B5CE8}" presName="balance_33" presStyleLbl="alignAccFollowNode1" presStyleIdx="3" presStyleCnt="4">
        <dgm:presLayoutVars>
          <dgm:bulletEnabled val="1"/>
        </dgm:presLayoutVars>
      </dgm:prSet>
      <dgm:spPr/>
    </dgm:pt>
    <dgm:pt modelId="{ECB37B7D-7611-44BB-A82C-063B681B0D3B}" type="pres">
      <dgm:prSet presAssocID="{4FF9DECA-C84B-4994-8A08-92E7960B5CE8}" presName="right_33_1" presStyleLbl="node1" presStyleIdx="0" presStyleCnt="6">
        <dgm:presLayoutVars>
          <dgm:bulletEnabled val="1"/>
        </dgm:presLayoutVars>
      </dgm:prSet>
      <dgm:spPr/>
    </dgm:pt>
    <dgm:pt modelId="{2CE035C6-C11D-4DFD-990A-800BD7529AE6}" type="pres">
      <dgm:prSet presAssocID="{4FF9DECA-C84B-4994-8A08-92E7960B5CE8}" presName="right_33_2" presStyleLbl="node1" presStyleIdx="1" presStyleCnt="6">
        <dgm:presLayoutVars>
          <dgm:bulletEnabled val="1"/>
        </dgm:presLayoutVars>
      </dgm:prSet>
      <dgm:spPr/>
    </dgm:pt>
    <dgm:pt modelId="{5DC24D89-CF72-4B50-999C-3997682F10B8}" type="pres">
      <dgm:prSet presAssocID="{4FF9DECA-C84B-4994-8A08-92E7960B5CE8}" presName="right_33_3" presStyleLbl="node1" presStyleIdx="2" presStyleCnt="6">
        <dgm:presLayoutVars>
          <dgm:bulletEnabled val="1"/>
        </dgm:presLayoutVars>
      </dgm:prSet>
      <dgm:spPr/>
    </dgm:pt>
    <dgm:pt modelId="{3166A356-E9E5-45A1-9342-C011B37A088C}" type="pres">
      <dgm:prSet presAssocID="{4FF9DECA-C84B-4994-8A08-92E7960B5CE8}" presName="left_33_1" presStyleLbl="node1" presStyleIdx="3" presStyleCnt="6">
        <dgm:presLayoutVars>
          <dgm:bulletEnabled val="1"/>
        </dgm:presLayoutVars>
      </dgm:prSet>
      <dgm:spPr/>
    </dgm:pt>
    <dgm:pt modelId="{106271ED-4B44-43AC-9102-AD48C7299B19}" type="pres">
      <dgm:prSet presAssocID="{4FF9DECA-C84B-4994-8A08-92E7960B5CE8}" presName="left_33_2" presStyleLbl="node1" presStyleIdx="4" presStyleCnt="6">
        <dgm:presLayoutVars>
          <dgm:bulletEnabled val="1"/>
        </dgm:presLayoutVars>
      </dgm:prSet>
      <dgm:spPr/>
    </dgm:pt>
    <dgm:pt modelId="{FCA27995-7273-4E2A-B593-84AAD7BB1C75}" type="pres">
      <dgm:prSet presAssocID="{4FF9DECA-C84B-4994-8A08-92E7960B5CE8}" presName="left_33_3" presStyleLbl="node1" presStyleIdx="5" presStyleCnt="6">
        <dgm:presLayoutVars>
          <dgm:bulletEnabled val="1"/>
        </dgm:presLayoutVars>
      </dgm:prSet>
      <dgm:spPr/>
    </dgm:pt>
  </dgm:ptLst>
  <dgm:cxnLst>
    <dgm:cxn modelId="{AFF5C804-BDAA-429E-9E9C-F3AEEC7E0132}" type="presOf" srcId="{F24E67C7-A597-481E-8CE7-684B88EF6B4F}" destId="{2CE035C6-C11D-4DFD-990A-800BD7529AE6}" srcOrd="0" destOrd="0" presId="urn:microsoft.com/office/officeart/2005/8/layout/balance1"/>
    <dgm:cxn modelId="{86A4F109-D26D-4F32-80E0-39FCCE87F1D6}" type="presOf" srcId="{933E172D-F868-4F94-A0BF-28D3DCF48D40}" destId="{6015E166-44F7-4675-B428-397384475538}" srcOrd="0" destOrd="0" presId="urn:microsoft.com/office/officeart/2005/8/layout/balance1"/>
    <dgm:cxn modelId="{568B8A0F-0B61-434F-855E-F8618598BBE4}" srcId="{933E172D-F868-4F94-A0BF-28D3DCF48D40}" destId="{8FD47353-5088-44A5-BFAF-2190288F3059}" srcOrd="0" destOrd="0" parTransId="{BBCF054D-5A51-43C5-BD93-3066F6DA7817}" sibTransId="{0FCFA679-5624-4F87-9CC6-4145DA3666B2}"/>
    <dgm:cxn modelId="{FECAC51D-9226-4CB8-96AA-95B544B5DAFA}" type="presOf" srcId="{2F9259B4-1E2F-4614-874C-01006407DADC}" destId="{3166A356-E9E5-45A1-9342-C011B37A088C}" srcOrd="0" destOrd="0" presId="urn:microsoft.com/office/officeart/2005/8/layout/balance1"/>
    <dgm:cxn modelId="{63FDE721-7EB5-43B3-96A7-C686A0D55453}" srcId="{4FF9DECA-C84B-4994-8A08-92E7960B5CE8}" destId="{933E172D-F868-4F94-A0BF-28D3DCF48D40}" srcOrd="1" destOrd="0" parTransId="{F22F1A18-949F-4990-A605-557B147AE3C0}" sibTransId="{040FCC86-DC65-43B5-8D50-0D12FBAE879A}"/>
    <dgm:cxn modelId="{7077645F-D5D8-4556-9F9E-D90B33FA9445}" type="presOf" srcId="{E4C6EE47-0880-497A-9632-256843DE2AF6}" destId="{5DC24D89-CF72-4B50-999C-3997682F10B8}" srcOrd="0" destOrd="0" presId="urn:microsoft.com/office/officeart/2005/8/layout/balance1"/>
    <dgm:cxn modelId="{AC4FF464-B06D-4184-AC3A-2A863CF643BC}" type="presOf" srcId="{CE8D86BC-3CD3-4C37-ABA1-2A2B337BA643}" destId="{106271ED-4B44-43AC-9102-AD48C7299B19}" srcOrd="0" destOrd="0" presId="urn:microsoft.com/office/officeart/2005/8/layout/balance1"/>
    <dgm:cxn modelId="{08FEDE4A-56DF-4475-8963-C5A5E4A0BE6F}" srcId="{933E172D-F868-4F94-A0BF-28D3DCF48D40}" destId="{E4C6EE47-0880-497A-9632-256843DE2AF6}" srcOrd="2" destOrd="0" parTransId="{495EAD68-ED93-4636-8226-E0B04C813A11}" sibTransId="{AEE2C41C-1C44-4821-937F-F973D22D329C}"/>
    <dgm:cxn modelId="{08D4AC52-7184-4D9D-AA3A-1A851FDBA32B}" srcId="{933E172D-F868-4F94-A0BF-28D3DCF48D40}" destId="{F24E67C7-A597-481E-8CE7-684B88EF6B4F}" srcOrd="1" destOrd="0" parTransId="{B281DBE5-563E-4C25-8EA3-01A91EE91392}" sibTransId="{977013A6-5BC0-4A2D-9312-9FCB68E11A39}"/>
    <dgm:cxn modelId="{BA5A7B54-1CA6-469B-B3A4-8CC3D3D8E158}" srcId="{3B95F1DB-2746-409E-9A6F-E6B9108ADC15}" destId="{CE8D86BC-3CD3-4C37-ABA1-2A2B337BA643}" srcOrd="1" destOrd="0" parTransId="{9508655F-33A9-46CC-B195-E9C8684CFF07}" sibTransId="{CD76AAA2-90FA-4F5E-9E89-5A7471EA8AA6}"/>
    <dgm:cxn modelId="{05353C8E-C1CC-4688-AFE8-9ED86F5D5B03}" srcId="{3B95F1DB-2746-409E-9A6F-E6B9108ADC15}" destId="{614EBA5D-DEA0-4EF1-AC65-4A7FE04A36E9}" srcOrd="2" destOrd="0" parTransId="{AA91E15A-ABDE-4346-BEFC-3B489B7E226F}" sibTransId="{838610B9-35A6-4DC9-87BE-5A42619FA224}"/>
    <dgm:cxn modelId="{FA73D4AE-2968-4007-BC4A-D1EB718CDE3E}" type="presOf" srcId="{4FF9DECA-C84B-4994-8A08-92E7960B5CE8}" destId="{87666716-0159-4E33-A470-426E9E5F5FAC}" srcOrd="0" destOrd="0" presId="urn:microsoft.com/office/officeart/2005/8/layout/balance1"/>
    <dgm:cxn modelId="{3F77D1B6-3D9D-429F-8E88-C59D92065E17}" type="presOf" srcId="{8FD47353-5088-44A5-BFAF-2190288F3059}" destId="{ECB37B7D-7611-44BB-A82C-063B681B0D3B}" srcOrd="0" destOrd="0" presId="urn:microsoft.com/office/officeart/2005/8/layout/balance1"/>
    <dgm:cxn modelId="{F5F4D4B9-DB90-49D4-9313-7062ABBBBEAB}" type="presOf" srcId="{3B95F1DB-2746-409E-9A6F-E6B9108ADC15}" destId="{16BF6948-7D40-45D3-BDAC-EA2B21A9A4DC}" srcOrd="0" destOrd="0" presId="urn:microsoft.com/office/officeart/2005/8/layout/balance1"/>
    <dgm:cxn modelId="{FED162CB-8E7B-4A6B-B31F-4E33034E5A0B}" type="presOf" srcId="{614EBA5D-DEA0-4EF1-AC65-4A7FE04A36E9}" destId="{FCA27995-7273-4E2A-B593-84AAD7BB1C75}" srcOrd="0" destOrd="0" presId="urn:microsoft.com/office/officeart/2005/8/layout/balance1"/>
    <dgm:cxn modelId="{CEE268F8-E454-4409-837D-6E8243B9AC4B}" srcId="{4FF9DECA-C84B-4994-8A08-92E7960B5CE8}" destId="{3B95F1DB-2746-409E-9A6F-E6B9108ADC15}" srcOrd="0" destOrd="0" parTransId="{54590E6E-D238-42C1-AA79-87287D9064F1}" sibTransId="{29D41D2C-62B0-455D-8F2F-B5E2B1C1DD24}"/>
    <dgm:cxn modelId="{CD1FE8FB-8046-40FA-8AE5-AA9AF1C4D35B}" srcId="{3B95F1DB-2746-409E-9A6F-E6B9108ADC15}" destId="{2F9259B4-1E2F-4614-874C-01006407DADC}" srcOrd="0" destOrd="0" parTransId="{6A0AF596-0570-4853-B6F1-74D51E6F2550}" sibTransId="{B170B303-A2D8-43F1-ADDD-349AC6AF2279}"/>
    <dgm:cxn modelId="{A80AC49E-4C16-4E84-A0F4-D9A41EC859C2}" type="presParOf" srcId="{87666716-0159-4E33-A470-426E9E5F5FAC}" destId="{0FDAEB58-45CF-4FC2-8CF8-EDB8C21A97AD}" srcOrd="0" destOrd="0" presId="urn:microsoft.com/office/officeart/2005/8/layout/balance1"/>
    <dgm:cxn modelId="{F686A989-FD3B-4389-A1A1-36F43FE80D80}" type="presParOf" srcId="{87666716-0159-4E33-A470-426E9E5F5FAC}" destId="{271927DE-C9CE-4910-851C-D60240CDC585}" srcOrd="1" destOrd="0" presId="urn:microsoft.com/office/officeart/2005/8/layout/balance1"/>
    <dgm:cxn modelId="{0FB2500A-E5D4-4C0B-9E18-014D44F21737}" type="presParOf" srcId="{271927DE-C9CE-4910-851C-D60240CDC585}" destId="{16BF6948-7D40-45D3-BDAC-EA2B21A9A4DC}" srcOrd="0" destOrd="0" presId="urn:microsoft.com/office/officeart/2005/8/layout/balance1"/>
    <dgm:cxn modelId="{2B36574F-887C-47CF-A02B-D9311689D256}" type="presParOf" srcId="{271927DE-C9CE-4910-851C-D60240CDC585}" destId="{6015E166-44F7-4675-B428-397384475538}" srcOrd="1" destOrd="0" presId="urn:microsoft.com/office/officeart/2005/8/layout/balance1"/>
    <dgm:cxn modelId="{5FD30F1F-6430-4198-BC19-5ABEC7D4A7B4}" type="presParOf" srcId="{87666716-0159-4E33-A470-426E9E5F5FAC}" destId="{74CC7A30-8F38-4EF5-8C5E-B3898721E7F3}" srcOrd="2" destOrd="0" presId="urn:microsoft.com/office/officeart/2005/8/layout/balance1"/>
    <dgm:cxn modelId="{03076678-DA87-4D17-BF2B-CCD47B80AE83}" type="presParOf" srcId="{74CC7A30-8F38-4EF5-8C5E-B3898721E7F3}" destId="{9AC25F9D-FCF2-412A-A46B-F1EF362AEBF8}" srcOrd="0" destOrd="0" presId="urn:microsoft.com/office/officeart/2005/8/layout/balance1"/>
    <dgm:cxn modelId="{AC2BBD63-D465-47E3-AAD9-392BEDC7DC14}" type="presParOf" srcId="{74CC7A30-8F38-4EF5-8C5E-B3898721E7F3}" destId="{8A43B3E2-BFDB-46D9-9ADE-8BFAF2D550B2}" srcOrd="1" destOrd="0" presId="urn:microsoft.com/office/officeart/2005/8/layout/balance1"/>
    <dgm:cxn modelId="{C7A9395B-51AC-40AD-847B-153547814316}" type="presParOf" srcId="{74CC7A30-8F38-4EF5-8C5E-B3898721E7F3}" destId="{05E78343-1DCF-4508-AB7B-37C986E292E0}" srcOrd="2" destOrd="0" presId="urn:microsoft.com/office/officeart/2005/8/layout/balance1"/>
    <dgm:cxn modelId="{9D43C1F7-5B21-40B7-A322-77289637B286}" type="presParOf" srcId="{74CC7A30-8F38-4EF5-8C5E-B3898721E7F3}" destId="{ECB37B7D-7611-44BB-A82C-063B681B0D3B}" srcOrd="3" destOrd="0" presId="urn:microsoft.com/office/officeart/2005/8/layout/balance1"/>
    <dgm:cxn modelId="{E2DD4877-831A-4A20-84E3-4A25E91DC2ED}" type="presParOf" srcId="{74CC7A30-8F38-4EF5-8C5E-B3898721E7F3}" destId="{2CE035C6-C11D-4DFD-990A-800BD7529AE6}" srcOrd="4" destOrd="0" presId="urn:microsoft.com/office/officeart/2005/8/layout/balance1"/>
    <dgm:cxn modelId="{CBE42364-B51F-458D-B16A-1FBC20DBCB81}" type="presParOf" srcId="{74CC7A30-8F38-4EF5-8C5E-B3898721E7F3}" destId="{5DC24D89-CF72-4B50-999C-3997682F10B8}" srcOrd="5" destOrd="0" presId="urn:microsoft.com/office/officeart/2005/8/layout/balance1"/>
    <dgm:cxn modelId="{15855AF3-A94E-4FC1-A28A-85BD6EF95C06}" type="presParOf" srcId="{74CC7A30-8F38-4EF5-8C5E-B3898721E7F3}" destId="{3166A356-E9E5-45A1-9342-C011B37A088C}" srcOrd="6" destOrd="0" presId="urn:microsoft.com/office/officeart/2005/8/layout/balance1"/>
    <dgm:cxn modelId="{CEFC01F8-C529-4FC7-A8E1-5AAE6B839955}" type="presParOf" srcId="{74CC7A30-8F38-4EF5-8C5E-B3898721E7F3}" destId="{106271ED-4B44-43AC-9102-AD48C7299B19}" srcOrd="7" destOrd="0" presId="urn:microsoft.com/office/officeart/2005/8/layout/balance1"/>
    <dgm:cxn modelId="{89CAD57F-C72F-42B6-AD80-F6CC37B3E6F3}" type="presParOf" srcId="{74CC7A30-8F38-4EF5-8C5E-B3898721E7F3}" destId="{FCA27995-7273-4E2A-B593-84AAD7BB1C75}" srcOrd="8"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885F6F4-304C-4B72-A1E2-8787202E55BF}" type="doc">
      <dgm:prSet loTypeId="urn:microsoft.com/office/officeart/2005/8/layout/bProcess2" loCatId="process" qsTypeId="urn:microsoft.com/office/officeart/2005/8/quickstyle/simple2" qsCatId="simple" csTypeId="urn:microsoft.com/office/officeart/2005/8/colors/accent1_4" csCatId="accent1" phldr="1"/>
      <dgm:spPr/>
      <dgm:t>
        <a:bodyPr/>
        <a:lstStyle/>
        <a:p>
          <a:endParaRPr lang="en-US"/>
        </a:p>
      </dgm:t>
    </dgm:pt>
    <dgm:pt modelId="{B185F316-3A58-4512-9394-C31023E5DE0B}">
      <dgm:prSet/>
      <dgm:spPr/>
      <dgm:t>
        <a:bodyPr/>
        <a:lstStyle/>
        <a:p>
          <a:r>
            <a:rPr lang="de-CH" err="1"/>
            <a:t>Individuals</a:t>
          </a:r>
          <a:r>
            <a:rPr lang="de-CH"/>
            <a:t> </a:t>
          </a:r>
          <a:r>
            <a:rPr lang="de-CH" err="1"/>
            <a:t>between</a:t>
          </a:r>
          <a:r>
            <a:rPr lang="de-CH"/>
            <a:t> private </a:t>
          </a:r>
          <a:r>
            <a:rPr lang="de-CH" err="1"/>
            <a:t>persons</a:t>
          </a:r>
          <a:r>
            <a:rPr lang="de-CH"/>
            <a:t> and </a:t>
          </a:r>
          <a:r>
            <a:rPr lang="de-CH" err="1"/>
            <a:t>official</a:t>
          </a:r>
          <a:r>
            <a:rPr lang="de-CH"/>
            <a:t> </a:t>
          </a:r>
          <a:r>
            <a:rPr lang="de-CH" err="1"/>
            <a:t>roles</a:t>
          </a:r>
          <a:endParaRPr lang="en-US"/>
        </a:p>
      </dgm:t>
    </dgm:pt>
    <dgm:pt modelId="{8439E15A-FA09-44BA-8DF1-5D20B393E128}" type="parTrans" cxnId="{20AA2E5C-442C-43D6-8488-8773E3512BC4}">
      <dgm:prSet/>
      <dgm:spPr/>
      <dgm:t>
        <a:bodyPr/>
        <a:lstStyle/>
        <a:p>
          <a:endParaRPr lang="en-US"/>
        </a:p>
      </dgm:t>
    </dgm:pt>
    <dgm:pt modelId="{ED4BBA6C-53D5-4051-A4EB-B930E3736252}" type="sibTrans" cxnId="{20AA2E5C-442C-43D6-8488-8773E3512BC4}">
      <dgm:prSet/>
      <dgm:spPr/>
      <dgm:t>
        <a:bodyPr/>
        <a:lstStyle/>
        <a:p>
          <a:endParaRPr lang="en-US"/>
        </a:p>
      </dgm:t>
    </dgm:pt>
    <dgm:pt modelId="{1082C94B-E0D3-4D46-AED9-48C04E7E575E}">
      <dgm:prSet/>
      <dgm:spPr/>
      <dgm:t>
        <a:bodyPr/>
        <a:lstStyle/>
        <a:p>
          <a:r>
            <a:rPr lang="de-CH" err="1"/>
            <a:t>Ethical</a:t>
          </a:r>
          <a:r>
            <a:rPr lang="de-CH"/>
            <a:t> </a:t>
          </a:r>
          <a:r>
            <a:rPr lang="de-CH" err="1"/>
            <a:t>dilemma</a:t>
          </a:r>
          <a:r>
            <a:rPr lang="de-CH"/>
            <a:t> in </a:t>
          </a:r>
          <a:r>
            <a:rPr lang="de-CH" err="1"/>
            <a:t>finding</a:t>
          </a:r>
          <a:r>
            <a:rPr lang="de-CH"/>
            <a:t> </a:t>
          </a:r>
          <a:r>
            <a:rPr lang="de-CH" err="1"/>
            <a:t>answers</a:t>
          </a:r>
          <a:r>
            <a:rPr lang="de-CH"/>
            <a:t> in </a:t>
          </a:r>
          <a:r>
            <a:rPr lang="de-CH" err="1"/>
            <a:t>letting</a:t>
          </a:r>
          <a:r>
            <a:rPr lang="de-CH"/>
            <a:t> </a:t>
          </a:r>
          <a:r>
            <a:rPr lang="de-CH" err="1"/>
            <a:t>them</a:t>
          </a:r>
          <a:r>
            <a:rPr lang="de-CH"/>
            <a:t> </a:t>
          </a:r>
          <a:r>
            <a:rPr lang="de-CH" err="1"/>
            <a:t>tell</a:t>
          </a:r>
          <a:r>
            <a:rPr lang="de-CH"/>
            <a:t> </a:t>
          </a:r>
          <a:r>
            <a:rPr lang="de-CH" err="1"/>
            <a:t>their</a:t>
          </a:r>
          <a:r>
            <a:rPr lang="de-CH"/>
            <a:t> </a:t>
          </a:r>
          <a:r>
            <a:rPr lang="de-CH" err="1"/>
            <a:t>stories</a:t>
          </a:r>
          <a:r>
            <a:rPr lang="de-CH"/>
            <a:t> but possible professional </a:t>
          </a:r>
          <a:r>
            <a:rPr lang="de-CH" err="1"/>
            <a:t>consequences</a:t>
          </a:r>
          <a:r>
            <a:rPr lang="de-CH"/>
            <a:t> </a:t>
          </a:r>
          <a:endParaRPr lang="en-US"/>
        </a:p>
      </dgm:t>
    </dgm:pt>
    <dgm:pt modelId="{B6D4174B-40CD-42F2-9CC4-956DA8D25136}" type="parTrans" cxnId="{A11CFB8E-2916-4A60-A117-45F1D2BB16CA}">
      <dgm:prSet/>
      <dgm:spPr/>
      <dgm:t>
        <a:bodyPr/>
        <a:lstStyle/>
        <a:p>
          <a:endParaRPr lang="en-US"/>
        </a:p>
      </dgm:t>
    </dgm:pt>
    <dgm:pt modelId="{3227D542-15C7-49A2-AFFA-54945B7F4E39}" type="sibTrans" cxnId="{A11CFB8E-2916-4A60-A117-45F1D2BB16CA}">
      <dgm:prSet/>
      <dgm:spPr/>
      <dgm:t>
        <a:bodyPr/>
        <a:lstStyle/>
        <a:p>
          <a:endParaRPr lang="en-US"/>
        </a:p>
      </dgm:t>
    </dgm:pt>
    <dgm:pt modelId="{6325EEC2-0DE6-46A1-8580-88019162E954}" type="pres">
      <dgm:prSet presAssocID="{2885F6F4-304C-4B72-A1E2-8787202E55BF}" presName="diagram" presStyleCnt="0">
        <dgm:presLayoutVars>
          <dgm:dir/>
          <dgm:resizeHandles/>
        </dgm:presLayoutVars>
      </dgm:prSet>
      <dgm:spPr/>
    </dgm:pt>
    <dgm:pt modelId="{4F8B7C7A-A86D-4F2A-A4B7-4953CBA38307}" type="pres">
      <dgm:prSet presAssocID="{B185F316-3A58-4512-9394-C31023E5DE0B}" presName="firstNode" presStyleLbl="node1" presStyleIdx="0" presStyleCnt="2">
        <dgm:presLayoutVars>
          <dgm:bulletEnabled val="1"/>
        </dgm:presLayoutVars>
      </dgm:prSet>
      <dgm:spPr/>
    </dgm:pt>
    <dgm:pt modelId="{426F97CB-D7E7-43F3-834F-4961FC5234CA}" type="pres">
      <dgm:prSet presAssocID="{ED4BBA6C-53D5-4051-A4EB-B930E3736252}" presName="sibTrans" presStyleLbl="sibTrans2D1" presStyleIdx="0" presStyleCnt="1"/>
      <dgm:spPr/>
    </dgm:pt>
    <dgm:pt modelId="{EE999561-0538-49D9-91D8-7CBF97B48D57}" type="pres">
      <dgm:prSet presAssocID="{1082C94B-E0D3-4D46-AED9-48C04E7E575E}" presName="lastNode" presStyleLbl="node1" presStyleIdx="1" presStyleCnt="2">
        <dgm:presLayoutVars>
          <dgm:bulletEnabled val="1"/>
        </dgm:presLayoutVars>
      </dgm:prSet>
      <dgm:spPr/>
    </dgm:pt>
  </dgm:ptLst>
  <dgm:cxnLst>
    <dgm:cxn modelId="{63448431-E3F2-4670-84AC-2F5A036004AE}" type="presOf" srcId="{1082C94B-E0D3-4D46-AED9-48C04E7E575E}" destId="{EE999561-0538-49D9-91D8-7CBF97B48D57}" srcOrd="0" destOrd="0" presId="urn:microsoft.com/office/officeart/2005/8/layout/bProcess2"/>
    <dgm:cxn modelId="{20AA2E5C-442C-43D6-8488-8773E3512BC4}" srcId="{2885F6F4-304C-4B72-A1E2-8787202E55BF}" destId="{B185F316-3A58-4512-9394-C31023E5DE0B}" srcOrd="0" destOrd="0" parTransId="{8439E15A-FA09-44BA-8DF1-5D20B393E128}" sibTransId="{ED4BBA6C-53D5-4051-A4EB-B930E3736252}"/>
    <dgm:cxn modelId="{A9C83859-294E-4A7C-8B3E-F6CC700FAC4C}" type="presOf" srcId="{ED4BBA6C-53D5-4051-A4EB-B930E3736252}" destId="{426F97CB-D7E7-43F3-834F-4961FC5234CA}" srcOrd="0" destOrd="0" presId="urn:microsoft.com/office/officeart/2005/8/layout/bProcess2"/>
    <dgm:cxn modelId="{1016DD8A-B334-4CB5-B62E-EFB8BDF5995D}" type="presOf" srcId="{B185F316-3A58-4512-9394-C31023E5DE0B}" destId="{4F8B7C7A-A86D-4F2A-A4B7-4953CBA38307}" srcOrd="0" destOrd="0" presId="urn:microsoft.com/office/officeart/2005/8/layout/bProcess2"/>
    <dgm:cxn modelId="{A11CFB8E-2916-4A60-A117-45F1D2BB16CA}" srcId="{2885F6F4-304C-4B72-A1E2-8787202E55BF}" destId="{1082C94B-E0D3-4D46-AED9-48C04E7E575E}" srcOrd="1" destOrd="0" parTransId="{B6D4174B-40CD-42F2-9CC4-956DA8D25136}" sibTransId="{3227D542-15C7-49A2-AFFA-54945B7F4E39}"/>
    <dgm:cxn modelId="{C533EBE6-893C-459C-B8E2-82B25BC0A366}" type="presOf" srcId="{2885F6F4-304C-4B72-A1E2-8787202E55BF}" destId="{6325EEC2-0DE6-46A1-8580-88019162E954}" srcOrd="0" destOrd="0" presId="urn:microsoft.com/office/officeart/2005/8/layout/bProcess2"/>
    <dgm:cxn modelId="{F820F41E-B7CC-4BD0-8FE1-974C537B070E}" type="presParOf" srcId="{6325EEC2-0DE6-46A1-8580-88019162E954}" destId="{4F8B7C7A-A86D-4F2A-A4B7-4953CBA38307}" srcOrd="0" destOrd="0" presId="urn:microsoft.com/office/officeart/2005/8/layout/bProcess2"/>
    <dgm:cxn modelId="{D0760FC1-5D25-4F61-AFA8-6733F1D28242}" type="presParOf" srcId="{6325EEC2-0DE6-46A1-8580-88019162E954}" destId="{426F97CB-D7E7-43F3-834F-4961FC5234CA}" srcOrd="1" destOrd="0" presId="urn:microsoft.com/office/officeart/2005/8/layout/bProcess2"/>
    <dgm:cxn modelId="{E6D6AE5D-DC57-4C9B-87F2-623BB779063B}" type="presParOf" srcId="{6325EEC2-0DE6-46A1-8580-88019162E954}" destId="{EE999561-0538-49D9-91D8-7CBF97B48D57}" srcOrd="2"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63246-162A-4DAC-86F4-FB91113D0011}">
      <dsp:nvSpPr>
        <dsp:cNvPr id="0" name=""/>
        <dsp:cNvSpPr/>
      </dsp:nvSpPr>
      <dsp:spPr>
        <a:xfrm>
          <a:off x="3413" y="814810"/>
          <a:ext cx="2707868" cy="1624721"/>
        </a:xfrm>
        <a:prstGeom prst="rect">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CH" sz="2400" kern="1200"/>
            <a:t>Individual Practices and Memberships in Clubs</a:t>
          </a:r>
        </a:p>
      </dsp:txBody>
      <dsp:txXfrm>
        <a:off x="3413" y="814810"/>
        <a:ext cx="2707868" cy="1624721"/>
      </dsp:txXfrm>
    </dsp:sp>
    <dsp:sp modelId="{58B1426D-D07D-44FF-9E64-FBE1324C1910}">
      <dsp:nvSpPr>
        <dsp:cNvPr id="0" name=""/>
        <dsp:cNvSpPr/>
      </dsp:nvSpPr>
      <dsp:spPr>
        <a:xfrm>
          <a:off x="2982068" y="814810"/>
          <a:ext cx="2707868" cy="1624721"/>
        </a:xfrm>
        <a:prstGeom prst="rect">
          <a:avLst/>
        </a:prstGeom>
        <a:solidFill>
          <a:schemeClr val="accent1">
            <a:shade val="50000"/>
            <a:hueOff val="141685"/>
            <a:satOff val="-18101"/>
            <a:lumOff val="132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CH" sz="2400" kern="1200"/>
            <a:t>Individual Political </a:t>
          </a:r>
          <a:r>
            <a:rPr lang="de-CH" sz="2400" kern="1200" err="1"/>
            <a:t>Behavior</a:t>
          </a:r>
          <a:endParaRPr lang="de-CH" sz="2400" kern="1200"/>
        </a:p>
      </dsp:txBody>
      <dsp:txXfrm>
        <a:off x="2982068" y="814810"/>
        <a:ext cx="2707868" cy="1624721"/>
      </dsp:txXfrm>
    </dsp:sp>
    <dsp:sp modelId="{FAEC47C1-291A-459D-A8C4-0C53660BB715}">
      <dsp:nvSpPr>
        <dsp:cNvPr id="0" name=""/>
        <dsp:cNvSpPr/>
      </dsp:nvSpPr>
      <dsp:spPr>
        <a:xfrm>
          <a:off x="5960724" y="814810"/>
          <a:ext cx="2707868" cy="1624721"/>
        </a:xfrm>
        <a:prstGeom prst="rect">
          <a:avLst/>
        </a:prstGeom>
        <a:solidFill>
          <a:schemeClr val="accent1">
            <a:shade val="50000"/>
            <a:hueOff val="283369"/>
            <a:satOff val="-36202"/>
            <a:lumOff val="265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CH" sz="2400" kern="1200"/>
            <a:t>Individual </a:t>
          </a:r>
          <a:r>
            <a:rPr lang="de-CH" sz="2400" kern="1200" err="1"/>
            <a:t>Religiosity</a:t>
          </a:r>
          <a:r>
            <a:rPr lang="de-CH" sz="2400" kern="1200"/>
            <a:t> and Practices</a:t>
          </a:r>
        </a:p>
      </dsp:txBody>
      <dsp:txXfrm>
        <a:off x="5960724" y="814810"/>
        <a:ext cx="2707868" cy="1624721"/>
      </dsp:txXfrm>
    </dsp:sp>
    <dsp:sp modelId="{AB158150-2F54-435E-B202-97952D3B0D2F}">
      <dsp:nvSpPr>
        <dsp:cNvPr id="0" name=""/>
        <dsp:cNvSpPr/>
      </dsp:nvSpPr>
      <dsp:spPr>
        <a:xfrm>
          <a:off x="8939380" y="814810"/>
          <a:ext cx="2707868" cy="1624721"/>
        </a:xfrm>
        <a:prstGeom prst="rect">
          <a:avLst/>
        </a:prstGeom>
        <a:solidFill>
          <a:schemeClr val="accent1">
            <a:shade val="50000"/>
            <a:hueOff val="425054"/>
            <a:satOff val="-54303"/>
            <a:lumOff val="3978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CH" sz="2400" kern="1200"/>
            <a:t>Migration </a:t>
          </a:r>
          <a:r>
            <a:rPr lang="de-CH" sz="2400" kern="1200" err="1"/>
            <a:t>Biography</a:t>
          </a:r>
          <a:r>
            <a:rPr lang="de-CH" sz="2400" kern="1200"/>
            <a:t> / </a:t>
          </a:r>
          <a:r>
            <a:rPr lang="de-CH" sz="2400" kern="1200" err="1"/>
            <a:t>History</a:t>
          </a:r>
          <a:endParaRPr lang="de-CH" sz="2400" kern="1200"/>
        </a:p>
      </dsp:txBody>
      <dsp:txXfrm>
        <a:off x="8939380" y="814810"/>
        <a:ext cx="2707868" cy="1624721"/>
      </dsp:txXfrm>
    </dsp:sp>
    <dsp:sp modelId="{62A23367-C069-4394-8002-20AC96309A80}">
      <dsp:nvSpPr>
        <dsp:cNvPr id="0" name=""/>
        <dsp:cNvSpPr/>
      </dsp:nvSpPr>
      <dsp:spPr>
        <a:xfrm>
          <a:off x="3413" y="2710318"/>
          <a:ext cx="2707868" cy="1624721"/>
        </a:xfrm>
        <a:prstGeom prst="rect">
          <a:avLst/>
        </a:prstGeom>
        <a:solidFill>
          <a:schemeClr val="accent1">
            <a:shade val="50000"/>
            <a:hueOff val="566739"/>
            <a:satOff val="-72404"/>
            <a:lumOff val="530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CH" sz="2400" kern="1200"/>
            <a:t>Community </a:t>
          </a:r>
          <a:r>
            <a:rPr lang="de-CH" sz="2400" kern="1200" err="1"/>
            <a:t>History</a:t>
          </a:r>
          <a:endParaRPr lang="de-CH" sz="2400" kern="1200"/>
        </a:p>
      </dsp:txBody>
      <dsp:txXfrm>
        <a:off x="3413" y="2710318"/>
        <a:ext cx="2707868" cy="1624721"/>
      </dsp:txXfrm>
    </dsp:sp>
    <dsp:sp modelId="{30D8D5F9-0EA4-4F7F-8FF4-9A3EE2B3AE04}">
      <dsp:nvSpPr>
        <dsp:cNvPr id="0" name=""/>
        <dsp:cNvSpPr/>
      </dsp:nvSpPr>
      <dsp:spPr>
        <a:xfrm>
          <a:off x="2982068" y="2710318"/>
          <a:ext cx="2707868" cy="1624721"/>
        </a:xfrm>
        <a:prstGeom prst="rect">
          <a:avLst/>
        </a:prstGeom>
        <a:solidFill>
          <a:schemeClr val="accent1">
            <a:shade val="50000"/>
            <a:hueOff val="425054"/>
            <a:satOff val="-54303"/>
            <a:lumOff val="3978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CH" sz="2400" kern="1200"/>
            <a:t>Collective Identity, </a:t>
          </a:r>
          <a:r>
            <a:rPr lang="de-CH" sz="2400" kern="1200" err="1"/>
            <a:t>Religiosity</a:t>
          </a:r>
          <a:r>
            <a:rPr lang="de-CH" sz="2400" kern="1200"/>
            <a:t>, and Practices</a:t>
          </a:r>
        </a:p>
      </dsp:txBody>
      <dsp:txXfrm>
        <a:off x="2982068" y="2710318"/>
        <a:ext cx="2707868" cy="1624721"/>
      </dsp:txXfrm>
    </dsp:sp>
    <dsp:sp modelId="{B41EB8D2-056A-4490-BD11-29EB0F2DA93D}">
      <dsp:nvSpPr>
        <dsp:cNvPr id="0" name=""/>
        <dsp:cNvSpPr/>
      </dsp:nvSpPr>
      <dsp:spPr>
        <a:xfrm>
          <a:off x="5960724" y="2710318"/>
          <a:ext cx="2707868" cy="1624721"/>
        </a:xfrm>
        <a:prstGeom prst="rect">
          <a:avLst/>
        </a:prstGeom>
        <a:solidFill>
          <a:schemeClr val="accent1">
            <a:shade val="50000"/>
            <a:hueOff val="283369"/>
            <a:satOff val="-36202"/>
            <a:lumOff val="265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CH" sz="2400" kern="1200"/>
            <a:t>Organizational </a:t>
          </a:r>
          <a:r>
            <a:rPr lang="de-CH" sz="2400" kern="1200" err="1"/>
            <a:t>Structures</a:t>
          </a:r>
          <a:r>
            <a:rPr lang="de-CH" sz="2400" kern="1200"/>
            <a:t> and </a:t>
          </a:r>
          <a:r>
            <a:rPr lang="de-CH" sz="2400" kern="1200" err="1"/>
            <a:t>Roles</a:t>
          </a:r>
          <a:endParaRPr lang="de-CH" sz="2400" kern="1200"/>
        </a:p>
      </dsp:txBody>
      <dsp:txXfrm>
        <a:off x="5960724" y="2710318"/>
        <a:ext cx="2707868" cy="1624721"/>
      </dsp:txXfrm>
    </dsp:sp>
    <dsp:sp modelId="{5338EEE7-42D3-4B0A-B812-FBADD071D7FF}">
      <dsp:nvSpPr>
        <dsp:cNvPr id="0" name=""/>
        <dsp:cNvSpPr/>
      </dsp:nvSpPr>
      <dsp:spPr>
        <a:xfrm>
          <a:off x="8939380" y="2710318"/>
          <a:ext cx="2707868" cy="1624721"/>
        </a:xfrm>
        <a:prstGeom prst="rect">
          <a:avLst/>
        </a:prstGeom>
        <a:solidFill>
          <a:schemeClr val="accent1">
            <a:shade val="50000"/>
            <a:hueOff val="141685"/>
            <a:satOff val="-18101"/>
            <a:lumOff val="132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de-CH" sz="2400" kern="1200"/>
            <a:t>Organizational Environments</a:t>
          </a:r>
        </a:p>
      </dsp:txBody>
      <dsp:txXfrm>
        <a:off x="8939380" y="2710318"/>
        <a:ext cx="2707868" cy="16247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DDA903-073E-44F6-9440-5E0603973559}">
      <dsp:nvSpPr>
        <dsp:cNvPr id="0" name=""/>
        <dsp:cNvSpPr/>
      </dsp:nvSpPr>
      <dsp:spPr>
        <a:xfrm rot="5400000">
          <a:off x="6987470" y="-2820918"/>
          <a:ext cx="1193316" cy="713800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Two each in Switzerland (de / fr) / Two each in Germany</a:t>
          </a:r>
        </a:p>
        <a:p>
          <a:pPr marL="228600" lvl="1" indent="-228600" algn="l" defTabSz="889000">
            <a:lnSpc>
              <a:spcPct val="90000"/>
            </a:lnSpc>
            <a:spcBef>
              <a:spcPct val="0"/>
            </a:spcBef>
            <a:spcAft>
              <a:spcPct val="15000"/>
            </a:spcAft>
            <a:buChar char="•"/>
          </a:pPr>
          <a:r>
            <a:rPr lang="en-US" sz="2000" kern="1200"/>
            <a:t>Two in larger cities / Two in more rural areas</a:t>
          </a:r>
        </a:p>
        <a:p>
          <a:pPr marL="228600" lvl="1" indent="-228600" algn="l" defTabSz="889000">
            <a:lnSpc>
              <a:spcPct val="90000"/>
            </a:lnSpc>
            <a:spcBef>
              <a:spcPct val="0"/>
            </a:spcBef>
            <a:spcAft>
              <a:spcPct val="15000"/>
            </a:spcAft>
            <a:buChar char="•"/>
          </a:pPr>
          <a:r>
            <a:rPr lang="en-US" sz="2000" kern="1200"/>
            <a:t>40 interviews (33 members and 7 with priests)</a:t>
          </a:r>
        </a:p>
      </dsp:txBody>
      <dsp:txXfrm rot="-5400000">
        <a:off x="4015127" y="209678"/>
        <a:ext cx="7079750" cy="1076810"/>
      </dsp:txXfrm>
    </dsp:sp>
    <dsp:sp modelId="{F87A4DA1-131C-4FE7-87DD-6E15BF4A49BD}">
      <dsp:nvSpPr>
        <dsp:cNvPr id="0" name=""/>
        <dsp:cNvSpPr/>
      </dsp:nvSpPr>
      <dsp:spPr>
        <a:xfrm>
          <a:off x="0" y="2260"/>
          <a:ext cx="4015126" cy="1491645"/>
        </a:xfrm>
        <a:prstGeom prst="round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a:t>Field</a:t>
          </a:r>
          <a:endParaRPr lang="en-US" sz="2800" kern="1200"/>
        </a:p>
      </dsp:txBody>
      <dsp:txXfrm>
        <a:off x="72816" y="75076"/>
        <a:ext cx="3869494" cy="1346013"/>
      </dsp:txXfrm>
    </dsp:sp>
    <dsp:sp modelId="{39F890CE-790B-4453-9B7B-FEE5237762D4}">
      <dsp:nvSpPr>
        <dsp:cNvPr id="0" name=""/>
        <dsp:cNvSpPr/>
      </dsp:nvSpPr>
      <dsp:spPr>
        <a:xfrm rot="5400000">
          <a:off x="6987470" y="-1254691"/>
          <a:ext cx="1193316" cy="713800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Guided for the priests</a:t>
          </a:r>
        </a:p>
        <a:p>
          <a:pPr marL="228600" lvl="1" indent="-228600" algn="l" defTabSz="889000">
            <a:lnSpc>
              <a:spcPct val="90000"/>
            </a:lnSpc>
            <a:spcBef>
              <a:spcPct val="0"/>
            </a:spcBef>
            <a:spcAft>
              <a:spcPct val="15000"/>
            </a:spcAft>
            <a:buChar char="•"/>
          </a:pPr>
          <a:r>
            <a:rPr lang="en-US" sz="2000" kern="1200"/>
            <a:t>Guide for the members</a:t>
          </a:r>
        </a:p>
      </dsp:txBody>
      <dsp:txXfrm rot="-5400000">
        <a:off x="4015127" y="1775905"/>
        <a:ext cx="7079750" cy="1076810"/>
      </dsp:txXfrm>
    </dsp:sp>
    <dsp:sp modelId="{AE4625AD-114E-48B6-AF03-7BC4C0171CA4}">
      <dsp:nvSpPr>
        <dsp:cNvPr id="0" name=""/>
        <dsp:cNvSpPr/>
      </dsp:nvSpPr>
      <dsp:spPr>
        <a:xfrm>
          <a:off x="0" y="1568487"/>
          <a:ext cx="4015126" cy="1491645"/>
        </a:xfrm>
        <a:prstGeom prst="roundRect">
          <a:avLst/>
        </a:prstGeom>
        <a:solidFill>
          <a:schemeClr val="accent1">
            <a:shade val="80000"/>
            <a:hueOff val="303145"/>
            <a:satOff val="-35026"/>
            <a:lumOff val="193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a:t>Topic-focused Interviews</a:t>
          </a:r>
          <a:endParaRPr lang="en-US" sz="2800" kern="1200"/>
        </a:p>
      </dsp:txBody>
      <dsp:txXfrm>
        <a:off x="72816" y="1641303"/>
        <a:ext cx="3869494" cy="1346013"/>
      </dsp:txXfrm>
    </dsp:sp>
    <dsp:sp modelId="{234A7F64-AF8F-437F-BE70-12A86671F52D}">
      <dsp:nvSpPr>
        <dsp:cNvPr id="0" name=""/>
        <dsp:cNvSpPr/>
      </dsp:nvSpPr>
      <dsp:spPr>
        <a:xfrm rot="5400000">
          <a:off x="6987470" y="311536"/>
          <a:ext cx="1193316" cy="713800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Deductive approach: e.g. expectation management, legitimacy,</a:t>
          </a:r>
        </a:p>
        <a:p>
          <a:pPr marL="228600" lvl="1" indent="-228600" algn="l" defTabSz="889000">
            <a:lnSpc>
              <a:spcPct val="90000"/>
            </a:lnSpc>
            <a:spcBef>
              <a:spcPct val="0"/>
            </a:spcBef>
            <a:spcAft>
              <a:spcPct val="15000"/>
            </a:spcAft>
            <a:buChar char="•"/>
          </a:pPr>
          <a:r>
            <a:rPr lang="en-US" sz="2000" kern="1200"/>
            <a:t>Inductive approach: e.g.: Charity, holidays</a:t>
          </a:r>
        </a:p>
      </dsp:txBody>
      <dsp:txXfrm rot="-5400000">
        <a:off x="4015127" y="3342133"/>
        <a:ext cx="7079750" cy="1076810"/>
      </dsp:txXfrm>
    </dsp:sp>
    <dsp:sp modelId="{06557D02-BC4B-40DF-A31A-2FE20E4C9A05}">
      <dsp:nvSpPr>
        <dsp:cNvPr id="0" name=""/>
        <dsp:cNvSpPr/>
      </dsp:nvSpPr>
      <dsp:spPr>
        <a:xfrm>
          <a:off x="0" y="3134715"/>
          <a:ext cx="4015126" cy="1491645"/>
        </a:xfrm>
        <a:prstGeom prst="roundRect">
          <a:avLst/>
        </a:prstGeom>
        <a:solidFill>
          <a:schemeClr val="accent1">
            <a:shade val="80000"/>
            <a:hueOff val="606291"/>
            <a:satOff val="-70052"/>
            <a:lumOff val="387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a:t>Structured Qualitative Content Analysis</a:t>
          </a:r>
          <a:endParaRPr lang="en-US" sz="2800" kern="1200"/>
        </a:p>
      </dsp:txBody>
      <dsp:txXfrm>
        <a:off x="72816" y="3207531"/>
        <a:ext cx="3869494" cy="13460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C25512-7D52-4B39-A516-76E52027B59F}">
      <dsp:nvSpPr>
        <dsp:cNvPr id="0" name=""/>
        <dsp:cNvSpPr/>
      </dsp:nvSpPr>
      <dsp:spPr>
        <a:xfrm rot="5400000">
          <a:off x="7675770" y="-3419657"/>
          <a:ext cx="493359" cy="7456423"/>
        </a:xfrm>
        <a:prstGeom prst="round2SameRect">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de-CH" sz="1700" kern="1200" err="1"/>
            <a:t>Names</a:t>
          </a:r>
          <a:r>
            <a:rPr lang="de-CH" sz="1700" kern="1200"/>
            <a:t> </a:t>
          </a:r>
          <a:r>
            <a:rPr lang="de-CH" sz="1700" kern="1200" err="1"/>
            <a:t>of</a:t>
          </a:r>
          <a:r>
            <a:rPr lang="de-CH" sz="1700" kern="1200"/>
            <a:t> Clubs, Dates, </a:t>
          </a:r>
          <a:r>
            <a:rPr lang="de-CH" sz="1700" kern="1200" err="1"/>
            <a:t>Descriptions</a:t>
          </a:r>
          <a:r>
            <a:rPr lang="de-CH" sz="1700" kern="1200"/>
            <a:t> </a:t>
          </a:r>
          <a:r>
            <a:rPr lang="de-CH" sz="1700" kern="1200" err="1"/>
            <a:t>of</a:t>
          </a:r>
          <a:r>
            <a:rPr lang="de-CH" sz="1700" kern="1200"/>
            <a:t> Clubs […]</a:t>
          </a:r>
        </a:p>
      </dsp:txBody>
      <dsp:txXfrm rot="-5400000">
        <a:off x="4194238" y="85959"/>
        <a:ext cx="7432339" cy="445191"/>
      </dsp:txXfrm>
    </dsp:sp>
    <dsp:sp modelId="{D28EFF9D-651D-4791-B685-5649C831FF53}">
      <dsp:nvSpPr>
        <dsp:cNvPr id="0" name=""/>
        <dsp:cNvSpPr/>
      </dsp:nvSpPr>
      <dsp:spPr>
        <a:xfrm>
          <a:off x="0" y="204"/>
          <a:ext cx="4194238" cy="616699"/>
        </a:xfrm>
        <a:prstGeom prst="roundRect">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CH" sz="1700" kern="1200"/>
            <a:t>Individual Practices and Memberships in Clubs</a:t>
          </a:r>
        </a:p>
      </dsp:txBody>
      <dsp:txXfrm>
        <a:off x="30105" y="30309"/>
        <a:ext cx="4134028" cy="556489"/>
      </dsp:txXfrm>
    </dsp:sp>
    <dsp:sp modelId="{EEAF8070-72A5-444B-BCAC-1E9D383A0ED7}">
      <dsp:nvSpPr>
        <dsp:cNvPr id="0" name=""/>
        <dsp:cNvSpPr/>
      </dsp:nvSpPr>
      <dsp:spPr>
        <a:xfrm rot="5400000">
          <a:off x="7675770" y="-2772123"/>
          <a:ext cx="493359" cy="7456423"/>
        </a:xfrm>
        <a:prstGeom prst="round2SameRect">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de-CH" sz="1700" kern="1200"/>
            <a:t>Party Affiliation</a:t>
          </a:r>
        </a:p>
      </dsp:txBody>
      <dsp:txXfrm rot="-5400000">
        <a:off x="4194238" y="733493"/>
        <a:ext cx="7432339" cy="445191"/>
      </dsp:txXfrm>
    </dsp:sp>
    <dsp:sp modelId="{5A6301EE-4430-4C1D-AFD1-F8486E762B91}">
      <dsp:nvSpPr>
        <dsp:cNvPr id="0" name=""/>
        <dsp:cNvSpPr/>
      </dsp:nvSpPr>
      <dsp:spPr>
        <a:xfrm>
          <a:off x="0" y="647738"/>
          <a:ext cx="4194238" cy="616699"/>
        </a:xfrm>
        <a:prstGeom prst="roundRect">
          <a:avLst/>
        </a:prstGeom>
        <a:solidFill>
          <a:schemeClr val="accent1">
            <a:shade val="50000"/>
            <a:hueOff val="141685"/>
            <a:satOff val="-18101"/>
            <a:lumOff val="132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CH" sz="1700" kern="1200"/>
            <a:t>Individual Political </a:t>
          </a:r>
          <a:r>
            <a:rPr lang="de-CH" sz="1700" kern="1200" err="1"/>
            <a:t>Behavior</a:t>
          </a:r>
          <a:endParaRPr lang="de-CH" sz="1700" kern="1200"/>
        </a:p>
      </dsp:txBody>
      <dsp:txXfrm>
        <a:off x="30105" y="677843"/>
        <a:ext cx="4134028" cy="556489"/>
      </dsp:txXfrm>
    </dsp:sp>
    <dsp:sp modelId="{293E9539-8089-4A81-B5A0-D7521F474B4F}">
      <dsp:nvSpPr>
        <dsp:cNvPr id="0" name=""/>
        <dsp:cNvSpPr/>
      </dsp:nvSpPr>
      <dsp:spPr>
        <a:xfrm rot="5400000">
          <a:off x="7675770" y="-2124588"/>
          <a:ext cx="493359" cy="7456423"/>
        </a:xfrm>
        <a:prstGeom prst="round2SameRect">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de-CH" sz="1700" kern="1200"/>
            <a:t>Description </a:t>
          </a:r>
          <a:r>
            <a:rPr lang="de-CH" sz="1700" kern="1200" err="1"/>
            <a:t>of</a:t>
          </a:r>
          <a:r>
            <a:rPr lang="de-CH" sz="1700" kern="1200"/>
            <a:t> «</a:t>
          </a:r>
          <a:r>
            <a:rPr lang="de-CH" sz="1700" kern="1200" err="1"/>
            <a:t>Religious</a:t>
          </a:r>
          <a:r>
            <a:rPr lang="de-CH" sz="1700" kern="1200"/>
            <a:t> Routine»</a:t>
          </a:r>
        </a:p>
      </dsp:txBody>
      <dsp:txXfrm rot="-5400000">
        <a:off x="4194238" y="1381028"/>
        <a:ext cx="7432339" cy="445191"/>
      </dsp:txXfrm>
    </dsp:sp>
    <dsp:sp modelId="{E2F90B0B-F4E6-4993-AC6B-D616A220A898}">
      <dsp:nvSpPr>
        <dsp:cNvPr id="0" name=""/>
        <dsp:cNvSpPr/>
      </dsp:nvSpPr>
      <dsp:spPr>
        <a:xfrm>
          <a:off x="0" y="1295273"/>
          <a:ext cx="4194238" cy="616699"/>
        </a:xfrm>
        <a:prstGeom prst="roundRect">
          <a:avLst/>
        </a:prstGeom>
        <a:solidFill>
          <a:schemeClr val="accent1">
            <a:shade val="50000"/>
            <a:hueOff val="283369"/>
            <a:satOff val="-36202"/>
            <a:lumOff val="265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CH" sz="1700" kern="1200"/>
            <a:t>Individual </a:t>
          </a:r>
          <a:r>
            <a:rPr lang="de-CH" sz="1700" kern="1200" err="1"/>
            <a:t>Religiosity</a:t>
          </a:r>
          <a:r>
            <a:rPr lang="de-CH" sz="1700" kern="1200"/>
            <a:t> and Practices</a:t>
          </a:r>
        </a:p>
      </dsp:txBody>
      <dsp:txXfrm>
        <a:off x="30105" y="1325378"/>
        <a:ext cx="4134028" cy="556489"/>
      </dsp:txXfrm>
    </dsp:sp>
    <dsp:sp modelId="{8CB89EBC-309C-4439-9E21-B4D27641349F}">
      <dsp:nvSpPr>
        <dsp:cNvPr id="0" name=""/>
        <dsp:cNvSpPr/>
      </dsp:nvSpPr>
      <dsp:spPr>
        <a:xfrm rot="5400000">
          <a:off x="7675770" y="-1477054"/>
          <a:ext cx="493359" cy="7456423"/>
        </a:xfrm>
        <a:prstGeom prst="round2SameRect">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de-CH" sz="1700" kern="1200" err="1"/>
            <a:t>Geographical</a:t>
          </a:r>
          <a:r>
            <a:rPr lang="de-CH" sz="1700" kern="1200"/>
            <a:t> Touchpoints, </a:t>
          </a:r>
          <a:r>
            <a:rPr lang="de-CH" sz="1700" kern="1200" err="1"/>
            <a:t>Biographical</a:t>
          </a:r>
          <a:r>
            <a:rPr lang="de-CH" sz="1700" kern="1200"/>
            <a:t> and Historical Key </a:t>
          </a:r>
          <a:r>
            <a:rPr lang="de-CH" sz="1700" kern="1200" err="1"/>
            <a:t>events</a:t>
          </a:r>
          <a:r>
            <a:rPr lang="de-CH" sz="1700" kern="1200"/>
            <a:t>, Dates […]</a:t>
          </a:r>
        </a:p>
      </dsp:txBody>
      <dsp:txXfrm rot="-5400000">
        <a:off x="4194238" y="2028562"/>
        <a:ext cx="7432339" cy="445191"/>
      </dsp:txXfrm>
    </dsp:sp>
    <dsp:sp modelId="{DE49FC3C-1BA3-4A1F-9939-6CBF2F054839}">
      <dsp:nvSpPr>
        <dsp:cNvPr id="0" name=""/>
        <dsp:cNvSpPr/>
      </dsp:nvSpPr>
      <dsp:spPr>
        <a:xfrm>
          <a:off x="0" y="1942807"/>
          <a:ext cx="4194238" cy="616699"/>
        </a:xfrm>
        <a:prstGeom prst="roundRect">
          <a:avLst/>
        </a:prstGeom>
        <a:solidFill>
          <a:schemeClr val="accent1">
            <a:shade val="50000"/>
            <a:hueOff val="425054"/>
            <a:satOff val="-54303"/>
            <a:lumOff val="3978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CH" sz="1700" kern="1200"/>
            <a:t>Migration </a:t>
          </a:r>
          <a:r>
            <a:rPr lang="de-CH" sz="1700" kern="1200" err="1"/>
            <a:t>Biography</a:t>
          </a:r>
          <a:r>
            <a:rPr lang="de-CH" sz="1700" kern="1200"/>
            <a:t> / </a:t>
          </a:r>
          <a:r>
            <a:rPr lang="de-CH" sz="1700" kern="1200" err="1"/>
            <a:t>History</a:t>
          </a:r>
          <a:endParaRPr lang="de-CH" sz="1700" kern="1200"/>
        </a:p>
      </dsp:txBody>
      <dsp:txXfrm>
        <a:off x="30105" y="1972912"/>
        <a:ext cx="4134028" cy="556489"/>
      </dsp:txXfrm>
    </dsp:sp>
    <dsp:sp modelId="{9E02244B-B695-4500-8575-8CAD70F79580}">
      <dsp:nvSpPr>
        <dsp:cNvPr id="0" name=""/>
        <dsp:cNvSpPr/>
      </dsp:nvSpPr>
      <dsp:spPr>
        <a:xfrm rot="5400000">
          <a:off x="7675770" y="-829519"/>
          <a:ext cx="493359" cy="7456423"/>
        </a:xfrm>
        <a:prstGeom prst="round2SameRect">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de-CH" sz="1700" kern="1200" err="1"/>
            <a:t>Geographical</a:t>
          </a:r>
          <a:r>
            <a:rPr lang="de-CH" sz="1700" kern="1200"/>
            <a:t> Locations, Dates, Historical Key </a:t>
          </a:r>
          <a:r>
            <a:rPr lang="de-CH" sz="1700" kern="1200" err="1"/>
            <a:t>events</a:t>
          </a:r>
          <a:r>
            <a:rPr lang="de-CH" sz="1700" kern="1200"/>
            <a:t> […]</a:t>
          </a:r>
        </a:p>
      </dsp:txBody>
      <dsp:txXfrm rot="-5400000">
        <a:off x="4194238" y="2676097"/>
        <a:ext cx="7432339" cy="445191"/>
      </dsp:txXfrm>
    </dsp:sp>
    <dsp:sp modelId="{038CE2E9-096F-4686-8F3C-5E46A2F5BB7D}">
      <dsp:nvSpPr>
        <dsp:cNvPr id="0" name=""/>
        <dsp:cNvSpPr/>
      </dsp:nvSpPr>
      <dsp:spPr>
        <a:xfrm>
          <a:off x="0" y="2590342"/>
          <a:ext cx="4194238" cy="616699"/>
        </a:xfrm>
        <a:prstGeom prst="roundRect">
          <a:avLst/>
        </a:prstGeom>
        <a:solidFill>
          <a:schemeClr val="accent1">
            <a:shade val="50000"/>
            <a:hueOff val="566739"/>
            <a:satOff val="-72404"/>
            <a:lumOff val="530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CH" sz="1700" kern="1200"/>
            <a:t>Community </a:t>
          </a:r>
          <a:r>
            <a:rPr lang="de-CH" sz="1700" kern="1200" err="1"/>
            <a:t>History</a:t>
          </a:r>
          <a:r>
            <a:rPr lang="de-CH" sz="1700" kern="1200"/>
            <a:t> </a:t>
          </a:r>
        </a:p>
      </dsp:txBody>
      <dsp:txXfrm>
        <a:off x="30105" y="2620447"/>
        <a:ext cx="4134028" cy="556489"/>
      </dsp:txXfrm>
    </dsp:sp>
    <dsp:sp modelId="{98CB8BBE-C07C-4869-8B41-F78C9B63F2DD}">
      <dsp:nvSpPr>
        <dsp:cNvPr id="0" name=""/>
        <dsp:cNvSpPr/>
      </dsp:nvSpPr>
      <dsp:spPr>
        <a:xfrm rot="5400000">
          <a:off x="7675770" y="-181985"/>
          <a:ext cx="493359" cy="7456423"/>
        </a:xfrm>
        <a:prstGeom prst="round2SameRect">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de-CH" sz="1700" kern="1200"/>
            <a:t>Time, Locations, </a:t>
          </a:r>
          <a:r>
            <a:rPr lang="de-CH" sz="1700" kern="1200" err="1"/>
            <a:t>Descriptions</a:t>
          </a:r>
          <a:r>
            <a:rPr lang="de-CH" sz="1700" kern="1200"/>
            <a:t> </a:t>
          </a:r>
          <a:r>
            <a:rPr lang="de-CH" sz="1700" kern="1200" err="1"/>
            <a:t>of</a:t>
          </a:r>
          <a:r>
            <a:rPr lang="de-CH" sz="1700" kern="1200"/>
            <a:t> </a:t>
          </a:r>
          <a:r>
            <a:rPr lang="de-CH" sz="1700" kern="1200" err="1"/>
            <a:t>Others</a:t>
          </a:r>
          <a:r>
            <a:rPr lang="de-CH" sz="1700" kern="1200"/>
            <a:t> […]</a:t>
          </a:r>
        </a:p>
      </dsp:txBody>
      <dsp:txXfrm rot="-5400000">
        <a:off x="4194238" y="3323631"/>
        <a:ext cx="7432339" cy="445191"/>
      </dsp:txXfrm>
    </dsp:sp>
    <dsp:sp modelId="{2EBE8A2B-C216-4EB9-921E-3DD94AEFF8D2}">
      <dsp:nvSpPr>
        <dsp:cNvPr id="0" name=""/>
        <dsp:cNvSpPr/>
      </dsp:nvSpPr>
      <dsp:spPr>
        <a:xfrm>
          <a:off x="0" y="3237877"/>
          <a:ext cx="4194238" cy="616699"/>
        </a:xfrm>
        <a:prstGeom prst="roundRect">
          <a:avLst/>
        </a:prstGeom>
        <a:solidFill>
          <a:schemeClr val="accent1">
            <a:shade val="50000"/>
            <a:hueOff val="425054"/>
            <a:satOff val="-54303"/>
            <a:lumOff val="3978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CH" sz="1700" kern="1200"/>
            <a:t>Collective Identity, </a:t>
          </a:r>
          <a:r>
            <a:rPr lang="de-CH" sz="1700" kern="1200" err="1"/>
            <a:t>Religiosity</a:t>
          </a:r>
          <a:r>
            <a:rPr lang="de-CH" sz="1700" kern="1200"/>
            <a:t>, and Practices</a:t>
          </a:r>
        </a:p>
      </dsp:txBody>
      <dsp:txXfrm>
        <a:off x="30105" y="3267982"/>
        <a:ext cx="4134028" cy="556489"/>
      </dsp:txXfrm>
    </dsp:sp>
    <dsp:sp modelId="{00BBA071-EAB0-4CE2-A166-362CC9F7ACC2}">
      <dsp:nvSpPr>
        <dsp:cNvPr id="0" name=""/>
        <dsp:cNvSpPr/>
      </dsp:nvSpPr>
      <dsp:spPr>
        <a:xfrm rot="5400000">
          <a:off x="7675770" y="465549"/>
          <a:ext cx="493359" cy="7456423"/>
        </a:xfrm>
        <a:prstGeom prst="round2SameRect">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de-CH" sz="1700" kern="1200"/>
            <a:t>Locations, </a:t>
          </a:r>
          <a:r>
            <a:rPr lang="de-CH" sz="1700" kern="1200" err="1"/>
            <a:t>Names</a:t>
          </a:r>
          <a:r>
            <a:rPr lang="de-CH" sz="1700" kern="1200"/>
            <a:t> </a:t>
          </a:r>
          <a:r>
            <a:rPr lang="de-CH" sz="1700" kern="1200" err="1"/>
            <a:t>of</a:t>
          </a:r>
          <a:r>
            <a:rPr lang="de-CH" sz="1700" kern="1200"/>
            <a:t> </a:t>
          </a:r>
          <a:r>
            <a:rPr lang="de-CH" sz="1700" kern="1200" err="1"/>
            <a:t>Others</a:t>
          </a:r>
          <a:r>
            <a:rPr lang="de-CH" sz="1700" kern="1200"/>
            <a:t>, </a:t>
          </a:r>
          <a:r>
            <a:rPr lang="de-CH" sz="1700" kern="1200" err="1"/>
            <a:t>Hierarchical</a:t>
          </a:r>
          <a:r>
            <a:rPr lang="de-CH" sz="1700" kern="1200"/>
            <a:t> </a:t>
          </a:r>
          <a:r>
            <a:rPr lang="de-CH" sz="1700" kern="1200" err="1"/>
            <a:t>Dependencies</a:t>
          </a:r>
          <a:r>
            <a:rPr lang="de-CH" sz="1700" kern="1200"/>
            <a:t> […]</a:t>
          </a:r>
        </a:p>
      </dsp:txBody>
      <dsp:txXfrm rot="-5400000">
        <a:off x="4194238" y="3971165"/>
        <a:ext cx="7432339" cy="445191"/>
      </dsp:txXfrm>
    </dsp:sp>
    <dsp:sp modelId="{A4EB5F92-1321-4B6A-A0CB-91EB8384585B}">
      <dsp:nvSpPr>
        <dsp:cNvPr id="0" name=""/>
        <dsp:cNvSpPr/>
      </dsp:nvSpPr>
      <dsp:spPr>
        <a:xfrm>
          <a:off x="0" y="3885411"/>
          <a:ext cx="4194238" cy="616699"/>
        </a:xfrm>
        <a:prstGeom prst="roundRect">
          <a:avLst/>
        </a:prstGeom>
        <a:solidFill>
          <a:schemeClr val="accent1">
            <a:shade val="50000"/>
            <a:hueOff val="283369"/>
            <a:satOff val="-36202"/>
            <a:lumOff val="265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CH" sz="1700" kern="1200"/>
            <a:t>Organizational </a:t>
          </a:r>
          <a:r>
            <a:rPr lang="de-CH" sz="1700" kern="1200" err="1"/>
            <a:t>Structures</a:t>
          </a:r>
          <a:r>
            <a:rPr lang="de-CH" sz="1700" kern="1200"/>
            <a:t> and </a:t>
          </a:r>
          <a:r>
            <a:rPr lang="de-CH" sz="1700" kern="1200" err="1"/>
            <a:t>Roles</a:t>
          </a:r>
          <a:endParaRPr lang="de-CH" sz="1700" kern="1200"/>
        </a:p>
      </dsp:txBody>
      <dsp:txXfrm>
        <a:off x="30105" y="3915516"/>
        <a:ext cx="4134028" cy="556489"/>
      </dsp:txXfrm>
    </dsp:sp>
    <dsp:sp modelId="{32019620-5D6C-45F7-BCDC-8AF3DBBA4569}">
      <dsp:nvSpPr>
        <dsp:cNvPr id="0" name=""/>
        <dsp:cNvSpPr/>
      </dsp:nvSpPr>
      <dsp:spPr>
        <a:xfrm rot="5400000">
          <a:off x="7675770" y="1113084"/>
          <a:ext cx="493359" cy="7456423"/>
        </a:xfrm>
        <a:prstGeom prst="round2SameRect">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de-CH" sz="1700" kern="1200"/>
            <a:t>Locations, Dates, Name </a:t>
          </a:r>
          <a:r>
            <a:rPr lang="de-CH" sz="1700" kern="1200" err="1"/>
            <a:t>of</a:t>
          </a:r>
          <a:r>
            <a:rPr lang="de-CH" sz="1700" kern="1200"/>
            <a:t> </a:t>
          </a:r>
          <a:r>
            <a:rPr lang="de-CH" sz="1700" kern="1200" err="1"/>
            <a:t>Others</a:t>
          </a:r>
          <a:r>
            <a:rPr lang="de-CH" sz="1700" kern="1200"/>
            <a:t>, </a:t>
          </a:r>
          <a:r>
            <a:rPr lang="de-CH" sz="1700" kern="1200" err="1"/>
            <a:t>Descritiption</a:t>
          </a:r>
          <a:r>
            <a:rPr lang="de-CH" sz="1700" kern="1200"/>
            <a:t> </a:t>
          </a:r>
          <a:r>
            <a:rPr lang="de-CH" sz="1700" kern="1200" err="1"/>
            <a:t>of</a:t>
          </a:r>
          <a:r>
            <a:rPr lang="de-CH" sz="1700" kern="1200"/>
            <a:t> </a:t>
          </a:r>
          <a:r>
            <a:rPr lang="de-CH" sz="1700" kern="1200" err="1"/>
            <a:t>Neighborhoods</a:t>
          </a:r>
          <a:r>
            <a:rPr lang="de-CH" sz="1700" kern="1200"/>
            <a:t> […]</a:t>
          </a:r>
        </a:p>
      </dsp:txBody>
      <dsp:txXfrm rot="-5400000">
        <a:off x="4194238" y="4618700"/>
        <a:ext cx="7432339" cy="445191"/>
      </dsp:txXfrm>
    </dsp:sp>
    <dsp:sp modelId="{08DBCA0B-B5B1-4BB5-A672-146111DCC8E8}">
      <dsp:nvSpPr>
        <dsp:cNvPr id="0" name=""/>
        <dsp:cNvSpPr/>
      </dsp:nvSpPr>
      <dsp:spPr>
        <a:xfrm>
          <a:off x="0" y="4532946"/>
          <a:ext cx="4194238" cy="616699"/>
        </a:xfrm>
        <a:prstGeom prst="roundRect">
          <a:avLst/>
        </a:prstGeom>
        <a:solidFill>
          <a:schemeClr val="accent1">
            <a:shade val="50000"/>
            <a:hueOff val="141685"/>
            <a:satOff val="-18101"/>
            <a:lumOff val="132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de-CH" sz="1700" kern="1200"/>
            <a:t>Organizational Environments</a:t>
          </a:r>
        </a:p>
      </dsp:txBody>
      <dsp:txXfrm>
        <a:off x="30105" y="4563051"/>
        <a:ext cx="4134028" cy="5564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F6948-7D40-45D3-BDAC-EA2B21A9A4DC}">
      <dsp:nvSpPr>
        <dsp:cNvPr id="0" name=""/>
        <dsp:cNvSpPr/>
      </dsp:nvSpPr>
      <dsp:spPr>
        <a:xfrm>
          <a:off x="3559397" y="0"/>
          <a:ext cx="1853946" cy="1029970"/>
        </a:xfrm>
        <a:prstGeom prst="roundRect">
          <a:avLst>
            <a:gd name="adj" fmla="val 10000"/>
          </a:avLst>
        </a:prstGeom>
        <a:solidFill>
          <a:schemeClr val="accent6">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de-CH" sz="2600" kern="1200" err="1"/>
            <a:t>Protection</a:t>
          </a:r>
          <a:endParaRPr lang="de-CH" sz="2600" kern="1200"/>
        </a:p>
      </dsp:txBody>
      <dsp:txXfrm>
        <a:off x="3589564" y="30167"/>
        <a:ext cx="1793612" cy="969636"/>
      </dsp:txXfrm>
    </dsp:sp>
    <dsp:sp modelId="{6015E166-44F7-4675-B428-397384475538}">
      <dsp:nvSpPr>
        <dsp:cNvPr id="0" name=""/>
        <dsp:cNvSpPr/>
      </dsp:nvSpPr>
      <dsp:spPr>
        <a:xfrm>
          <a:off x="6237319" y="0"/>
          <a:ext cx="1853946" cy="1029970"/>
        </a:xfrm>
        <a:prstGeom prst="roundRect">
          <a:avLst>
            <a:gd name="adj" fmla="val 10000"/>
          </a:avLst>
        </a:prstGeom>
        <a:solidFill>
          <a:schemeClr val="accent3">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de-CH" sz="2600" kern="1200" err="1"/>
            <a:t>Doing</a:t>
          </a:r>
          <a:r>
            <a:rPr lang="de-CH" sz="2600" kern="1200"/>
            <a:t> Research</a:t>
          </a:r>
        </a:p>
      </dsp:txBody>
      <dsp:txXfrm>
        <a:off x="6267486" y="30167"/>
        <a:ext cx="1793612" cy="969636"/>
      </dsp:txXfrm>
    </dsp:sp>
    <dsp:sp modelId="{8A43B3E2-BFDB-46D9-9ADE-8BFAF2D550B2}">
      <dsp:nvSpPr>
        <dsp:cNvPr id="0" name=""/>
        <dsp:cNvSpPr/>
      </dsp:nvSpPr>
      <dsp:spPr>
        <a:xfrm>
          <a:off x="5439092" y="4377372"/>
          <a:ext cx="772477" cy="772477"/>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E78343-1DCF-4508-AB7B-37C986E292E0}">
      <dsp:nvSpPr>
        <dsp:cNvPr id="0" name=""/>
        <dsp:cNvSpPr/>
      </dsp:nvSpPr>
      <dsp:spPr>
        <a:xfrm>
          <a:off x="3507898" y="4053961"/>
          <a:ext cx="4634865" cy="31311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B37B7D-7611-44BB-A82C-063B681B0D3B}">
      <dsp:nvSpPr>
        <dsp:cNvPr id="0" name=""/>
        <dsp:cNvSpPr/>
      </dsp:nvSpPr>
      <dsp:spPr>
        <a:xfrm>
          <a:off x="6237319" y="3151708"/>
          <a:ext cx="1853946" cy="8651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CH" sz="1200" kern="1200"/>
            <a:t>Framing/</a:t>
          </a:r>
          <a:r>
            <a:rPr lang="de-CH" sz="1200" kern="1200" err="1"/>
            <a:t>Contextualizing</a:t>
          </a:r>
          <a:r>
            <a:rPr lang="de-CH" sz="1200" kern="1200"/>
            <a:t> </a:t>
          </a:r>
          <a:r>
            <a:rPr lang="de-CH" sz="1200" kern="1200" err="1"/>
            <a:t>of</a:t>
          </a:r>
          <a:r>
            <a:rPr lang="de-CH" sz="1200" kern="1200"/>
            <a:t> </a:t>
          </a:r>
          <a:r>
            <a:rPr lang="de-CH" sz="1200" kern="1200" err="1"/>
            <a:t>quotes</a:t>
          </a:r>
          <a:endParaRPr lang="de-CH" sz="1200" kern="1200"/>
        </a:p>
      </dsp:txBody>
      <dsp:txXfrm>
        <a:off x="6279553" y="3193942"/>
        <a:ext cx="1769478" cy="780706"/>
      </dsp:txXfrm>
    </dsp:sp>
    <dsp:sp modelId="{2CE035C6-C11D-4DFD-990A-800BD7529AE6}">
      <dsp:nvSpPr>
        <dsp:cNvPr id="0" name=""/>
        <dsp:cNvSpPr/>
      </dsp:nvSpPr>
      <dsp:spPr>
        <a:xfrm>
          <a:off x="6237319" y="2224735"/>
          <a:ext cx="1853946" cy="8651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CH" sz="1200" kern="1200"/>
            <a:t>Analysis </a:t>
          </a:r>
          <a:r>
            <a:rPr lang="de-CH" sz="1200" kern="1200" err="1"/>
            <a:t>of</a:t>
          </a:r>
          <a:r>
            <a:rPr lang="de-CH" sz="1200" kern="1200"/>
            <a:t> network/organizational </a:t>
          </a:r>
          <a:r>
            <a:rPr lang="de-CH" sz="1200" kern="1200" err="1"/>
            <a:t>dependencies</a:t>
          </a:r>
          <a:endParaRPr lang="de-CH" sz="1200" kern="1200"/>
        </a:p>
      </dsp:txBody>
      <dsp:txXfrm>
        <a:off x="6279553" y="2266969"/>
        <a:ext cx="1769478" cy="780706"/>
      </dsp:txXfrm>
    </dsp:sp>
    <dsp:sp modelId="{5DC24D89-CF72-4B50-999C-3997682F10B8}">
      <dsp:nvSpPr>
        <dsp:cNvPr id="0" name=""/>
        <dsp:cNvSpPr/>
      </dsp:nvSpPr>
      <dsp:spPr>
        <a:xfrm>
          <a:off x="6237319" y="1297762"/>
          <a:ext cx="1853946" cy="8651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CH" sz="1200" kern="1200" err="1"/>
            <a:t>Aspects</a:t>
          </a:r>
          <a:r>
            <a:rPr lang="de-CH" sz="1200" kern="1200"/>
            <a:t> </a:t>
          </a:r>
          <a:r>
            <a:rPr lang="de-CH" sz="1200" kern="1200" err="1"/>
            <a:t>of</a:t>
          </a:r>
          <a:r>
            <a:rPr lang="de-CH" sz="1200" kern="1200"/>
            <a:t> </a:t>
          </a:r>
          <a:r>
            <a:rPr lang="de-CH" sz="1200" kern="1200" err="1"/>
            <a:t>migration</a:t>
          </a:r>
          <a:r>
            <a:rPr lang="de-CH" sz="1200" kern="1200"/>
            <a:t> </a:t>
          </a:r>
          <a:r>
            <a:rPr lang="de-CH" sz="1200" kern="1200" err="1"/>
            <a:t>as</a:t>
          </a:r>
          <a:r>
            <a:rPr lang="de-CH" sz="1200" kern="1200"/>
            <a:t> </a:t>
          </a:r>
          <a:r>
            <a:rPr lang="de-CH" sz="1200" kern="1200" err="1"/>
            <a:t>independent</a:t>
          </a:r>
          <a:r>
            <a:rPr lang="de-CH" sz="1200" kern="1200"/>
            <a:t> variables</a:t>
          </a:r>
        </a:p>
      </dsp:txBody>
      <dsp:txXfrm>
        <a:off x="6279553" y="1339996"/>
        <a:ext cx="1769478" cy="780706"/>
      </dsp:txXfrm>
    </dsp:sp>
    <dsp:sp modelId="{3166A356-E9E5-45A1-9342-C011B37A088C}">
      <dsp:nvSpPr>
        <dsp:cNvPr id="0" name=""/>
        <dsp:cNvSpPr/>
      </dsp:nvSpPr>
      <dsp:spPr>
        <a:xfrm>
          <a:off x="3559397" y="3151708"/>
          <a:ext cx="1853946" cy="8651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CH" sz="1200" kern="1200"/>
            <a:t>Personal </a:t>
          </a:r>
          <a:r>
            <a:rPr lang="de-CH" sz="1200" kern="1200" err="1"/>
            <a:t>information</a:t>
          </a:r>
          <a:endParaRPr lang="de-CH" sz="1200" kern="1200"/>
        </a:p>
      </dsp:txBody>
      <dsp:txXfrm>
        <a:off x="3601631" y="3193942"/>
        <a:ext cx="1769478" cy="780706"/>
      </dsp:txXfrm>
    </dsp:sp>
    <dsp:sp modelId="{106271ED-4B44-43AC-9102-AD48C7299B19}">
      <dsp:nvSpPr>
        <dsp:cNvPr id="0" name=""/>
        <dsp:cNvSpPr/>
      </dsp:nvSpPr>
      <dsp:spPr>
        <a:xfrm>
          <a:off x="3559397" y="2224735"/>
          <a:ext cx="1853946" cy="8651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CH" sz="1200" kern="1200"/>
            <a:t>Description </a:t>
          </a:r>
          <a:r>
            <a:rPr lang="de-CH" sz="1200" kern="1200" err="1"/>
            <a:t>of</a:t>
          </a:r>
          <a:r>
            <a:rPr lang="de-CH" sz="1200" kern="1200"/>
            <a:t>  network/organizational </a:t>
          </a:r>
          <a:r>
            <a:rPr lang="de-CH" sz="1200" kern="1200" err="1"/>
            <a:t>dependencies</a:t>
          </a:r>
          <a:endParaRPr lang="de-CH" sz="1200" kern="1200"/>
        </a:p>
      </dsp:txBody>
      <dsp:txXfrm>
        <a:off x="3601631" y="2266969"/>
        <a:ext cx="1769478" cy="780706"/>
      </dsp:txXfrm>
    </dsp:sp>
    <dsp:sp modelId="{FCA27995-7273-4E2A-B593-84AAD7BB1C75}">
      <dsp:nvSpPr>
        <dsp:cNvPr id="0" name=""/>
        <dsp:cNvSpPr/>
      </dsp:nvSpPr>
      <dsp:spPr>
        <a:xfrm>
          <a:off x="3559397" y="1297762"/>
          <a:ext cx="1853946" cy="8651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de-CH" sz="1200" kern="1200"/>
            <a:t>Multi-</a:t>
          </a:r>
          <a:r>
            <a:rPr lang="de-CH" sz="1200" kern="1200" err="1"/>
            <a:t>levelled</a:t>
          </a:r>
          <a:r>
            <a:rPr lang="de-CH" sz="1200" kern="1200"/>
            <a:t> </a:t>
          </a:r>
          <a:r>
            <a:rPr lang="de-CH" sz="1200" kern="1200" err="1"/>
            <a:t>aspects</a:t>
          </a:r>
          <a:r>
            <a:rPr lang="de-CH" sz="1200" kern="1200"/>
            <a:t> </a:t>
          </a:r>
          <a:r>
            <a:rPr lang="de-CH" sz="1200" kern="1200" err="1"/>
            <a:t>of</a:t>
          </a:r>
          <a:r>
            <a:rPr lang="de-CH" sz="1200" kern="1200"/>
            <a:t> </a:t>
          </a:r>
          <a:r>
            <a:rPr lang="de-CH" sz="1200" kern="1200" err="1"/>
            <a:t>migration</a:t>
          </a:r>
          <a:r>
            <a:rPr lang="de-CH" sz="1200" kern="1200"/>
            <a:t> </a:t>
          </a:r>
        </a:p>
      </dsp:txBody>
      <dsp:txXfrm>
        <a:off x="3601631" y="1339996"/>
        <a:ext cx="1769478" cy="7807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8B7C7A-A86D-4F2A-A4B7-4953CBA38307}">
      <dsp:nvSpPr>
        <dsp:cNvPr id="0" name=""/>
        <dsp:cNvSpPr/>
      </dsp:nvSpPr>
      <dsp:spPr>
        <a:xfrm>
          <a:off x="1422" y="245708"/>
          <a:ext cx="4659127" cy="4659127"/>
        </a:xfrm>
        <a:prstGeom prst="ellipse">
          <a:avLst/>
        </a:prstGeom>
        <a:solidFill>
          <a:schemeClr val="accent1">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de-CH" sz="3100" kern="1200" err="1"/>
            <a:t>Individuals</a:t>
          </a:r>
          <a:r>
            <a:rPr lang="de-CH" sz="3100" kern="1200"/>
            <a:t> </a:t>
          </a:r>
          <a:r>
            <a:rPr lang="de-CH" sz="3100" kern="1200" err="1"/>
            <a:t>between</a:t>
          </a:r>
          <a:r>
            <a:rPr lang="de-CH" sz="3100" kern="1200"/>
            <a:t> private </a:t>
          </a:r>
          <a:r>
            <a:rPr lang="de-CH" sz="3100" kern="1200" err="1"/>
            <a:t>persons</a:t>
          </a:r>
          <a:r>
            <a:rPr lang="de-CH" sz="3100" kern="1200"/>
            <a:t> and </a:t>
          </a:r>
          <a:r>
            <a:rPr lang="de-CH" sz="3100" kern="1200" err="1"/>
            <a:t>official</a:t>
          </a:r>
          <a:r>
            <a:rPr lang="de-CH" sz="3100" kern="1200"/>
            <a:t> </a:t>
          </a:r>
          <a:r>
            <a:rPr lang="de-CH" sz="3100" kern="1200" err="1"/>
            <a:t>roles</a:t>
          </a:r>
          <a:endParaRPr lang="en-US" sz="3100" kern="1200"/>
        </a:p>
      </dsp:txBody>
      <dsp:txXfrm>
        <a:off x="683735" y="928021"/>
        <a:ext cx="3294501" cy="3294501"/>
      </dsp:txXfrm>
    </dsp:sp>
    <dsp:sp modelId="{426F97CB-D7E7-43F3-834F-4961FC5234CA}">
      <dsp:nvSpPr>
        <dsp:cNvPr id="0" name=""/>
        <dsp:cNvSpPr/>
      </dsp:nvSpPr>
      <dsp:spPr>
        <a:xfrm rot="5400000">
          <a:off x="5044927" y="1957938"/>
          <a:ext cx="1630694" cy="1234668"/>
        </a:xfrm>
        <a:prstGeom prst="triangle">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E999561-0538-49D9-91D8-7CBF97B48D57}">
      <dsp:nvSpPr>
        <dsp:cNvPr id="0" name=""/>
        <dsp:cNvSpPr/>
      </dsp:nvSpPr>
      <dsp:spPr>
        <a:xfrm>
          <a:off x="6990113" y="245708"/>
          <a:ext cx="4659127" cy="4659127"/>
        </a:xfrm>
        <a:prstGeom prst="ellipse">
          <a:avLst/>
        </a:prstGeom>
        <a:solidFill>
          <a:schemeClr val="accent1">
            <a:shade val="50000"/>
            <a:hueOff val="566739"/>
            <a:satOff val="-72404"/>
            <a:lumOff val="53052"/>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de-CH" sz="3100" kern="1200" err="1"/>
            <a:t>Ethical</a:t>
          </a:r>
          <a:r>
            <a:rPr lang="de-CH" sz="3100" kern="1200"/>
            <a:t> </a:t>
          </a:r>
          <a:r>
            <a:rPr lang="de-CH" sz="3100" kern="1200" err="1"/>
            <a:t>dilemma</a:t>
          </a:r>
          <a:r>
            <a:rPr lang="de-CH" sz="3100" kern="1200"/>
            <a:t> in </a:t>
          </a:r>
          <a:r>
            <a:rPr lang="de-CH" sz="3100" kern="1200" err="1"/>
            <a:t>finding</a:t>
          </a:r>
          <a:r>
            <a:rPr lang="de-CH" sz="3100" kern="1200"/>
            <a:t> </a:t>
          </a:r>
          <a:r>
            <a:rPr lang="de-CH" sz="3100" kern="1200" err="1"/>
            <a:t>answers</a:t>
          </a:r>
          <a:r>
            <a:rPr lang="de-CH" sz="3100" kern="1200"/>
            <a:t> in </a:t>
          </a:r>
          <a:r>
            <a:rPr lang="de-CH" sz="3100" kern="1200" err="1"/>
            <a:t>letting</a:t>
          </a:r>
          <a:r>
            <a:rPr lang="de-CH" sz="3100" kern="1200"/>
            <a:t> </a:t>
          </a:r>
          <a:r>
            <a:rPr lang="de-CH" sz="3100" kern="1200" err="1"/>
            <a:t>them</a:t>
          </a:r>
          <a:r>
            <a:rPr lang="de-CH" sz="3100" kern="1200"/>
            <a:t> </a:t>
          </a:r>
          <a:r>
            <a:rPr lang="de-CH" sz="3100" kern="1200" err="1"/>
            <a:t>tell</a:t>
          </a:r>
          <a:r>
            <a:rPr lang="de-CH" sz="3100" kern="1200"/>
            <a:t> </a:t>
          </a:r>
          <a:r>
            <a:rPr lang="de-CH" sz="3100" kern="1200" err="1"/>
            <a:t>their</a:t>
          </a:r>
          <a:r>
            <a:rPr lang="de-CH" sz="3100" kern="1200"/>
            <a:t> </a:t>
          </a:r>
          <a:r>
            <a:rPr lang="de-CH" sz="3100" kern="1200" err="1"/>
            <a:t>stories</a:t>
          </a:r>
          <a:r>
            <a:rPr lang="de-CH" sz="3100" kern="1200"/>
            <a:t> but possible professional </a:t>
          </a:r>
          <a:r>
            <a:rPr lang="de-CH" sz="3100" kern="1200" err="1"/>
            <a:t>consequences</a:t>
          </a:r>
          <a:r>
            <a:rPr lang="de-CH" sz="3100" kern="1200"/>
            <a:t> </a:t>
          </a:r>
          <a:endParaRPr lang="en-US" sz="3100" kern="1200"/>
        </a:p>
      </dsp:txBody>
      <dsp:txXfrm>
        <a:off x="7672426" y="928021"/>
        <a:ext cx="3294501" cy="329450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5.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6672" y="229395"/>
            <a:ext cx="4320480" cy="310159"/>
          </a:xfrm>
          <a:prstGeom prst="rect">
            <a:avLst/>
          </a:prstGeom>
        </p:spPr>
        <p:txBody>
          <a:bodyPr vert="horz" lIns="0" tIns="0" rIns="0" bIns="0" rtlCol="0"/>
          <a:lstStyle>
            <a:lvl1pPr algn="l">
              <a:defRPr sz="1200"/>
            </a:lvl1pPr>
          </a:lstStyle>
          <a:p>
            <a:r>
              <a:rPr lang="de-CH" sz="900"/>
              <a:t>Kopfzeilentext</a:t>
            </a:r>
          </a:p>
        </p:txBody>
      </p:sp>
      <p:sp>
        <p:nvSpPr>
          <p:cNvPr id="3" name="Datumsplatzhalter 2"/>
          <p:cNvSpPr>
            <a:spLocks noGrp="1"/>
          </p:cNvSpPr>
          <p:nvPr>
            <p:ph type="dt" sz="quarter" idx="1"/>
          </p:nvPr>
        </p:nvSpPr>
        <p:spPr>
          <a:xfrm>
            <a:off x="5137720" y="229395"/>
            <a:ext cx="1243608" cy="310159"/>
          </a:xfrm>
          <a:prstGeom prst="rect">
            <a:avLst/>
          </a:prstGeom>
        </p:spPr>
        <p:txBody>
          <a:bodyPr vert="horz" lIns="0" tIns="0" rIns="0" bIns="0" rtlCol="0"/>
          <a:lstStyle>
            <a:lvl1pPr algn="r">
              <a:defRPr sz="1200"/>
            </a:lvl1pPr>
          </a:lstStyle>
          <a:p>
            <a:fld id="{EEC665CA-D682-48EC-95D2-126FD6449D65}" type="datetime1">
              <a:rPr lang="de-CH" sz="900" smtClean="0"/>
              <a:t>07.02.2025</a:t>
            </a:fld>
            <a:endParaRPr lang="de-CH" sz="900"/>
          </a:p>
        </p:txBody>
      </p:sp>
      <p:sp>
        <p:nvSpPr>
          <p:cNvPr id="4" name="Fußzeilenplatzhalter 3"/>
          <p:cNvSpPr>
            <a:spLocks noGrp="1"/>
          </p:cNvSpPr>
          <p:nvPr>
            <p:ph type="ftr" sz="quarter" idx="2"/>
          </p:nvPr>
        </p:nvSpPr>
        <p:spPr>
          <a:xfrm>
            <a:off x="476672" y="8489144"/>
            <a:ext cx="4320480" cy="331331"/>
          </a:xfrm>
          <a:prstGeom prst="rect">
            <a:avLst/>
          </a:prstGeom>
        </p:spPr>
        <p:txBody>
          <a:bodyPr vert="horz" lIns="0" tIns="0" rIns="0" bIns="0" rtlCol="0" anchor="b"/>
          <a:lstStyle>
            <a:lvl1pPr algn="l">
              <a:defRPr sz="1200"/>
            </a:lvl1pPr>
          </a:lstStyle>
          <a:p>
            <a:r>
              <a:rPr lang="de-CH" sz="900"/>
              <a:t>Fusszeilentext</a:t>
            </a:r>
          </a:p>
        </p:txBody>
      </p:sp>
      <p:sp>
        <p:nvSpPr>
          <p:cNvPr id="5" name="Foliennummernplatzhalter 4"/>
          <p:cNvSpPr>
            <a:spLocks noGrp="1"/>
          </p:cNvSpPr>
          <p:nvPr>
            <p:ph type="sldNum" sz="quarter" idx="3"/>
          </p:nvPr>
        </p:nvSpPr>
        <p:spPr>
          <a:xfrm>
            <a:off x="5137720" y="8489146"/>
            <a:ext cx="1243608" cy="331329"/>
          </a:xfrm>
          <a:prstGeom prst="rect">
            <a:avLst/>
          </a:prstGeom>
        </p:spPr>
        <p:txBody>
          <a:bodyPr vert="horz" lIns="0" tIns="0" rIns="0" bIns="0" rtlCol="0" anchor="b"/>
          <a:lstStyle>
            <a:lvl1pPr algn="r">
              <a:defRPr sz="1200"/>
            </a:lvl1pPr>
          </a:lstStyle>
          <a:p>
            <a:fld id="{2CEDAA2C-602C-494B-9BFF-F0D7FF14E319}" type="slidenum">
              <a:rPr lang="de-CH" sz="900" smtClean="0"/>
              <a:t>‹Nr.›</a:t>
            </a:fld>
            <a:endParaRPr lang="de-CH" sz="90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764704" y="899592"/>
            <a:ext cx="5560412" cy="3127732"/>
          </a:xfrm>
          <a:prstGeom prst="rect">
            <a:avLst/>
          </a:prstGeom>
          <a:noFill/>
          <a:ln w="3175">
            <a:solidFill>
              <a:prstClr val="black"/>
            </a:solidFill>
          </a:ln>
        </p:spPr>
        <p:txBody>
          <a:bodyPr vert="horz" lIns="91440" tIns="45720" rIns="91440" bIns="45720" rtlCol="0" anchor="ctr"/>
          <a:lstStyle/>
          <a:p>
            <a:endParaRPr lang="de-CH"/>
          </a:p>
        </p:txBody>
      </p:sp>
      <p:sp>
        <p:nvSpPr>
          <p:cNvPr id="14" name="Fußzeilenplatzhalter 13"/>
          <p:cNvSpPr>
            <a:spLocks noGrp="1"/>
          </p:cNvSpPr>
          <p:nvPr>
            <p:ph type="ftr" sz="quarter" idx="4"/>
          </p:nvPr>
        </p:nvSpPr>
        <p:spPr>
          <a:xfrm>
            <a:off x="775244" y="8712000"/>
            <a:ext cx="2230428" cy="179512"/>
          </a:xfrm>
          <a:prstGeom prst="rect">
            <a:avLst/>
          </a:prstGeom>
        </p:spPr>
        <p:txBody>
          <a:bodyPr vert="horz" lIns="0" tIns="0" rIns="0" bIns="0" rtlCol="0" anchor="t"/>
          <a:lstStyle>
            <a:lvl1pPr algn="l">
              <a:defRPr sz="900"/>
            </a:lvl1pPr>
          </a:lstStyle>
          <a:p>
            <a:r>
              <a:rPr lang="de-CH"/>
              <a:t>Fusszeilentext</a:t>
            </a:r>
          </a:p>
        </p:txBody>
      </p:sp>
      <p:sp>
        <p:nvSpPr>
          <p:cNvPr id="15" name="Foliennummernplatzhalter 14"/>
          <p:cNvSpPr>
            <a:spLocks noGrp="1"/>
          </p:cNvSpPr>
          <p:nvPr>
            <p:ph type="sldNum" sz="quarter" idx="5"/>
          </p:nvPr>
        </p:nvSpPr>
        <p:spPr>
          <a:xfrm>
            <a:off x="5462663" y="8712000"/>
            <a:ext cx="871173" cy="179512"/>
          </a:xfrm>
          <a:prstGeom prst="rect">
            <a:avLst/>
          </a:prstGeom>
        </p:spPr>
        <p:txBody>
          <a:bodyPr vert="horz" lIns="0" tIns="0" rIns="0" bIns="0" rtlCol="0" anchor="t"/>
          <a:lstStyle>
            <a:lvl1pPr algn="r">
              <a:defRPr sz="900"/>
            </a:lvl1pPr>
          </a:lstStyle>
          <a:p>
            <a:fld id="{83C81C81-E364-4366-A610-2DB15FF98538}" type="slidenum">
              <a:rPr lang="de-CH" smtClean="0"/>
              <a:pPr/>
              <a:t>‹Nr.›</a:t>
            </a:fld>
            <a:endParaRPr lang="de-CH"/>
          </a:p>
        </p:txBody>
      </p:sp>
      <p:sp>
        <p:nvSpPr>
          <p:cNvPr id="16" name="Notizenplatzhalter 15"/>
          <p:cNvSpPr>
            <a:spLocks noGrp="1"/>
          </p:cNvSpPr>
          <p:nvPr>
            <p:ph type="body" sz="quarter" idx="3"/>
          </p:nvPr>
        </p:nvSpPr>
        <p:spPr>
          <a:xfrm>
            <a:off x="773424" y="4283968"/>
            <a:ext cx="5560412" cy="4248472"/>
          </a:xfrm>
          <a:prstGeom prst="rect">
            <a:avLst/>
          </a:prstGeom>
        </p:spPr>
        <p:txBody>
          <a:bodyPr vert="horz" lIns="0" tIns="0" rIns="0" bIns="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17" name="Datumsplatzhalter 16"/>
          <p:cNvSpPr>
            <a:spLocks noGrp="1"/>
          </p:cNvSpPr>
          <p:nvPr>
            <p:ph type="dt" idx="1"/>
          </p:nvPr>
        </p:nvSpPr>
        <p:spPr>
          <a:xfrm>
            <a:off x="4229809" y="425838"/>
            <a:ext cx="2095308" cy="185722"/>
          </a:xfrm>
          <a:prstGeom prst="rect">
            <a:avLst/>
          </a:prstGeom>
        </p:spPr>
        <p:txBody>
          <a:bodyPr vert="horz" lIns="0" tIns="0" rIns="0" bIns="0" rtlCol="0"/>
          <a:lstStyle>
            <a:lvl1pPr algn="r">
              <a:defRPr sz="900"/>
            </a:lvl1pPr>
          </a:lstStyle>
          <a:p>
            <a:fld id="{A17AAF7D-4283-4014-80F4-26E915FEACF8}" type="datetime1">
              <a:rPr lang="de-CH" smtClean="0"/>
              <a:t>07.02.2025</a:t>
            </a:fld>
            <a:endParaRPr lang="de-CH"/>
          </a:p>
        </p:txBody>
      </p:sp>
      <p:sp>
        <p:nvSpPr>
          <p:cNvPr id="18" name="Kopfzeilenplatzhalter 17"/>
          <p:cNvSpPr>
            <a:spLocks noGrp="1"/>
          </p:cNvSpPr>
          <p:nvPr>
            <p:ph type="hdr" sz="quarter"/>
          </p:nvPr>
        </p:nvSpPr>
        <p:spPr>
          <a:xfrm>
            <a:off x="764704" y="432000"/>
            <a:ext cx="3249080" cy="179560"/>
          </a:xfrm>
          <a:prstGeom prst="rect">
            <a:avLst/>
          </a:prstGeom>
        </p:spPr>
        <p:txBody>
          <a:bodyPr vert="horz" lIns="0" tIns="0" rIns="0" bIns="0" rtlCol="0"/>
          <a:lstStyle>
            <a:lvl1pPr algn="l">
              <a:defRPr sz="900"/>
            </a:lvl1pPr>
          </a:lstStyle>
          <a:p>
            <a:r>
              <a:rPr lang="de-CH"/>
              <a:t>Kopfzeilentext</a:t>
            </a:r>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mit Universitätseinhei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80000"/>
            <a:ext cx="11652249" cy="5513115"/>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a:prstGeom prst="rect">
            <a:avLst/>
          </a:prstGeom>
        </p:spPr>
        <p:txBody>
          <a:bodyPr/>
          <a:lstStyle>
            <a:lvl1pPr>
              <a:defRPr sz="100">
                <a:solidFill>
                  <a:schemeClr val="bg1"/>
                </a:solidFill>
              </a:defRPr>
            </a:lvl1pPr>
          </a:lstStyle>
          <a:p>
            <a:r>
              <a:rPr lang="de-DE" noProof="0"/>
              <a:t>R.Rieser - Anonymization in" Mastering RDM - Qualitative Research Data" University of Lucernce</a:t>
            </a:r>
            <a:endParaRPr lang="en-GB" noProof="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a:prstGeom prst="rect">
            <a:avLst/>
          </a:prstGeom>
        </p:spPr>
        <p:txBody>
          <a:bodyPr/>
          <a:lstStyle>
            <a:lvl1pPr>
              <a:defRPr sz="100">
                <a:solidFill>
                  <a:schemeClr val="bg1"/>
                </a:solidFill>
              </a:defRPr>
            </a:lvl1pPr>
          </a:lstStyle>
          <a:p>
            <a:r>
              <a:rPr lang="en-US" noProof="0"/>
              <a:t>R.Rieser - Anonymization in" Mastering RDM - Qualitative Research Data" University of Lucernce</a:t>
            </a:r>
            <a:endParaRPr lang="en-GB" noProof="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a:prstGeom prst="rect">
            <a:avLst/>
          </a:prstGeom>
        </p:spPr>
        <p:txBody>
          <a:bodyPr/>
          <a:lstStyle>
            <a:lvl1pPr>
              <a:defRPr sz="100">
                <a:solidFill>
                  <a:schemeClr val="bg1"/>
                </a:solidFill>
              </a:defRPr>
            </a:lvl1pPr>
          </a:lstStyle>
          <a:p>
            <a:r>
              <a:rPr lang="en-GB" noProof="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cxnSp>
        <p:nvCxnSpPr>
          <p:cNvPr id="14" name="Gerader Verbinder 13">
            <a:extLst>
              <a:ext uri="{FF2B5EF4-FFF2-40B4-BE49-F238E27FC236}">
                <a16:creationId xmlns:a16="http://schemas.microsoft.com/office/drawing/2014/main" id="{7D526C9F-D78C-A1C8-B22D-122736EC2F5E}"/>
              </a:ext>
            </a:extLst>
          </p:cNvPr>
          <p:cNvCxnSpPr/>
          <p:nvPr userDrawn="1"/>
        </p:nvCxnSpPr>
        <p:spPr>
          <a:xfrm>
            <a:off x="2134800" y="268547"/>
            <a:ext cx="0" cy="5400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5" name="Textplatzhalter 4">
            <a:extLst>
              <a:ext uri="{FF2B5EF4-FFF2-40B4-BE49-F238E27FC236}">
                <a16:creationId xmlns:a16="http://schemas.microsoft.com/office/drawing/2014/main" id="{AEEBEE38-90C0-68F8-53F6-37ACBFF1050F}"/>
              </a:ext>
            </a:extLst>
          </p:cNvPr>
          <p:cNvSpPr>
            <a:spLocks noGrp="1"/>
          </p:cNvSpPr>
          <p:nvPr>
            <p:ph type="body" sz="quarter" idx="15"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a:t>Insert title</a:t>
            </a:r>
          </a:p>
          <a:p>
            <a:pPr lvl="1"/>
            <a:r>
              <a:rPr lang="en-GB" noProof="0"/>
              <a:t>Level 2 (Subtitle)</a:t>
            </a:r>
          </a:p>
          <a:p>
            <a:pPr lvl="2"/>
            <a:r>
              <a:rPr lang="en-GB" noProof="0"/>
              <a:t>Level 3 (First name Surname/Date)</a:t>
            </a:r>
          </a:p>
        </p:txBody>
      </p:sp>
      <p:sp>
        <p:nvSpPr>
          <p:cNvPr id="2" name="TextBox 1">
            <a:extLst>
              <a:ext uri="{FF2B5EF4-FFF2-40B4-BE49-F238E27FC236}">
                <a16:creationId xmlns:a16="http://schemas.microsoft.com/office/drawing/2014/main" id="{AC40D82F-2616-4F83-8942-67852145DF86}"/>
              </a:ext>
            </a:extLst>
          </p:cNvPr>
          <p:cNvSpPr txBox="1"/>
          <p:nvPr userDrawn="1">
            <p:custDataLst>
              <p:tags r:id="rId1"/>
            </p:custDataLst>
          </p:nvPr>
        </p:nvSpPr>
        <p:spPr>
          <a:xfrm>
            <a:off x="2412000" y="273600"/>
            <a:ext cx="3466800" cy="536400"/>
          </a:xfrm>
          <a:prstGeom prst="rect">
            <a:avLst/>
          </a:prstGeom>
          <a:noFill/>
        </p:spPr>
        <p:txBody>
          <a:bodyPr wrap="square" lIns="0" tIns="0" rIns="0" bIns="0" rtlCol="0" anchor="ctr" anchorCtr="0">
            <a:spAutoFit/>
          </a:bodyPr>
          <a:lstStyle/>
          <a:p>
            <a:endParaRPr lang="de-CH" sz="1300" kern="1200" spc="-20" baseline="0">
              <a:solidFill>
                <a:schemeClr val="tx1"/>
              </a:solidFill>
              <a:latin typeface="Source Sans Pro SemiBold" panose="020B0603030403020204" pitchFamily="34" charset="0"/>
              <a:ea typeface="+mn-ea"/>
              <a:cs typeface="+mn-cs"/>
            </a:endParaRPr>
          </a:p>
        </p:txBody>
      </p:sp>
    </p:spTree>
    <p:extLst>
      <p:ext uri="{BB962C8B-B14F-4D97-AF65-F5344CB8AC3E}">
        <p14:creationId xmlns:p14="http://schemas.microsoft.com/office/powerpoint/2010/main" val="2970711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Logo">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78185"/>
            <a:ext cx="11652249" cy="5513115"/>
          </a:xfrm>
          <a:pattFill prst="lgCheck">
            <a:fgClr>
              <a:schemeClr val="bg1">
                <a:lumMod val="85000"/>
              </a:schemeClr>
            </a:fgClr>
            <a:bgClr>
              <a:schemeClr val="bg1"/>
            </a:bgClr>
          </a:pattFill>
        </p:spPr>
        <p:txBody>
          <a:bodyPr tIns="720000" anchor="ctr" anchorCtr="0"/>
          <a:lstStyle>
            <a:lvl1pPr algn="ctr">
              <a:defRPr sz="1200"/>
            </a:lvl1pPr>
          </a:lstStyle>
          <a:p>
            <a:r>
              <a:rPr lang="de-DE" noProof="0"/>
              <a:t>Bild durch Klicken auf Symbol hinzufügen</a:t>
            </a:r>
            <a:endParaRPr lang="en-GB" noProof="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a:prstGeom prst="rect">
            <a:avLst/>
          </a:prstGeom>
        </p:spPr>
        <p:txBody>
          <a:bodyPr/>
          <a:lstStyle>
            <a:lvl1pPr>
              <a:defRPr sz="100"/>
            </a:lvl1pPr>
          </a:lstStyle>
          <a:p>
            <a:r>
              <a:rPr lang="de-DE" noProof="0"/>
              <a:t>R.Rieser - Anonymization in" Mastering RDM - Qualitative Research Data" University of Lucernce</a:t>
            </a:r>
            <a:endParaRPr lang="en-GB" noProof="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a:prstGeom prst="rect">
            <a:avLst/>
          </a:prstGeom>
        </p:spPr>
        <p:txBody>
          <a:bodyPr/>
          <a:lstStyle>
            <a:lvl1pPr>
              <a:defRPr sz="100"/>
            </a:lvl1pPr>
          </a:lstStyle>
          <a:p>
            <a:r>
              <a:rPr lang="en-US" noProof="0"/>
              <a:t>R.Rieser - Anonymization in" Mastering RDM - Qualitative Research Data" University of Lucernce</a:t>
            </a:r>
            <a:endParaRPr lang="en-GB" noProof="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a:prstGeom prst="rect">
            <a:avLst/>
          </a:prstGeom>
        </p:spPr>
        <p:txBody>
          <a:bodyPr/>
          <a:lstStyle>
            <a:lvl1pPr>
              <a:defRPr sz="100"/>
            </a:lvl1pPr>
          </a:lstStyle>
          <a:p>
            <a:r>
              <a:rPr lang="en-GB" noProof="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5" name="Textplatzhalter 4">
            <a:extLst>
              <a:ext uri="{FF2B5EF4-FFF2-40B4-BE49-F238E27FC236}">
                <a16:creationId xmlns:a16="http://schemas.microsoft.com/office/drawing/2014/main" id="{8500B2A4-A548-86D9-6FFA-57A63AC10C67}"/>
              </a:ext>
            </a:extLst>
          </p:cNvPr>
          <p:cNvSpPr>
            <a:spLocks noGrp="1"/>
          </p:cNvSpPr>
          <p:nvPr>
            <p:ph type="body" sz="quarter" idx="14"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a:t>Insert title</a:t>
            </a:r>
          </a:p>
          <a:p>
            <a:pPr lvl="1"/>
            <a:r>
              <a:rPr lang="en-GB" noProof="0"/>
              <a:t>Level 2 (Subtitle)</a:t>
            </a:r>
          </a:p>
          <a:p>
            <a:pPr lvl="2"/>
            <a:r>
              <a:rPr lang="en-GB" noProof="0"/>
              <a:t>Level 3 (First name Surname/Date)</a:t>
            </a:r>
          </a:p>
        </p:txBody>
      </p:sp>
    </p:spTree>
    <p:extLst>
      <p:ext uri="{BB962C8B-B14F-4D97-AF65-F5344CB8AC3E}">
        <p14:creationId xmlns:p14="http://schemas.microsoft.com/office/powerpoint/2010/main" val="389188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mit Logos">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80000"/>
            <a:ext cx="11652249" cy="49788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a:prstGeom prst="rect">
            <a:avLst/>
          </a:prstGeom>
        </p:spPr>
        <p:txBody>
          <a:bodyPr/>
          <a:lstStyle>
            <a:lvl1pPr>
              <a:defRPr sz="100">
                <a:solidFill>
                  <a:schemeClr val="bg1"/>
                </a:solidFill>
              </a:defRPr>
            </a:lvl1pPr>
          </a:lstStyle>
          <a:p>
            <a:r>
              <a:rPr lang="de-DE" noProof="0"/>
              <a:t>R.Rieser - Anonymization in" Mastering RDM - Qualitative Research Data" University of Lucernce</a:t>
            </a:r>
            <a:endParaRPr lang="en-GB" noProof="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a:prstGeom prst="rect">
            <a:avLst/>
          </a:prstGeom>
        </p:spPr>
        <p:txBody>
          <a:bodyPr/>
          <a:lstStyle>
            <a:lvl1pPr>
              <a:defRPr sz="100">
                <a:solidFill>
                  <a:schemeClr val="bg1"/>
                </a:solidFill>
              </a:defRPr>
            </a:lvl1pPr>
          </a:lstStyle>
          <a:p>
            <a:r>
              <a:rPr lang="en-US" noProof="0"/>
              <a:t>R.Rieser - Anonymization in" Mastering RDM - Qualitative Research Data" University of Lucernce</a:t>
            </a:r>
            <a:endParaRPr lang="en-GB" noProof="0"/>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a:prstGeom prst="rect">
            <a:avLst/>
          </a:prstGeom>
        </p:spPr>
        <p:txBody>
          <a:bodyPr/>
          <a:lstStyle>
            <a:lvl1pPr>
              <a:defRPr sz="100">
                <a:solidFill>
                  <a:schemeClr val="bg1"/>
                </a:solidFill>
              </a:defRPr>
            </a:lvl1pPr>
          </a:lstStyle>
          <a:p>
            <a:r>
              <a:rPr lang="en-GB" noProof="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cxnSp>
        <p:nvCxnSpPr>
          <p:cNvPr id="2" name="Gerader Verbinder 1">
            <a:extLst>
              <a:ext uri="{FF2B5EF4-FFF2-40B4-BE49-F238E27FC236}">
                <a16:creationId xmlns:a16="http://schemas.microsoft.com/office/drawing/2014/main" id="{5A04CBAD-2C4F-A402-4949-1283FB197368}"/>
              </a:ext>
            </a:extLst>
          </p:cNvPr>
          <p:cNvCxnSpPr/>
          <p:nvPr userDrawn="1"/>
        </p:nvCxnSpPr>
        <p:spPr>
          <a:xfrm>
            <a:off x="2134800" y="268547"/>
            <a:ext cx="0" cy="5400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5" name="Textplatzhalter 4">
            <a:extLst>
              <a:ext uri="{FF2B5EF4-FFF2-40B4-BE49-F238E27FC236}">
                <a16:creationId xmlns:a16="http://schemas.microsoft.com/office/drawing/2014/main" id="{E22F3AE3-7ACB-2716-808B-C82789FE837D}"/>
              </a:ext>
            </a:extLst>
          </p:cNvPr>
          <p:cNvSpPr>
            <a:spLocks noGrp="1"/>
          </p:cNvSpPr>
          <p:nvPr>
            <p:ph type="body" sz="quarter" idx="15"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a:t>Insert title</a:t>
            </a:r>
          </a:p>
          <a:p>
            <a:pPr lvl="1"/>
            <a:r>
              <a:rPr lang="en-GB" noProof="0"/>
              <a:t>Level 2 (Subtitle)</a:t>
            </a:r>
          </a:p>
          <a:p>
            <a:pPr lvl="2"/>
            <a:r>
              <a:rPr lang="en-GB" noProof="0"/>
              <a:t>Level 3 (First name Surname/Date)</a:t>
            </a:r>
          </a:p>
        </p:txBody>
      </p:sp>
      <p:sp>
        <p:nvSpPr>
          <p:cNvPr id="3" name="Bildplatzhalter 6">
            <a:extLst>
              <a:ext uri="{FF2B5EF4-FFF2-40B4-BE49-F238E27FC236}">
                <a16:creationId xmlns:a16="http://schemas.microsoft.com/office/drawing/2014/main" id="{3E33648C-CA30-D18F-AD19-488B5D389660}"/>
              </a:ext>
            </a:extLst>
          </p:cNvPr>
          <p:cNvSpPr>
            <a:spLocks noGrp="1"/>
          </p:cNvSpPr>
          <p:nvPr>
            <p:ph type="pic" sz="quarter" idx="17" hasCustomPrompt="1"/>
          </p:nvPr>
        </p:nvSpPr>
        <p:spPr>
          <a:xfrm>
            <a:off x="1710983" y="6224588"/>
            <a:ext cx="1021219" cy="352570"/>
          </a:xfrm>
        </p:spPr>
        <p:txBody>
          <a:bodyPr/>
          <a:lstStyle/>
          <a:p>
            <a:r>
              <a:rPr lang="de-DE"/>
              <a:t>Logo</a:t>
            </a:r>
          </a:p>
        </p:txBody>
      </p:sp>
      <p:sp>
        <p:nvSpPr>
          <p:cNvPr id="7" name="Bildplatzhalter 6">
            <a:extLst>
              <a:ext uri="{FF2B5EF4-FFF2-40B4-BE49-F238E27FC236}">
                <a16:creationId xmlns:a16="http://schemas.microsoft.com/office/drawing/2014/main" id="{A15B553A-D76B-BE50-5229-98B3298F67E7}"/>
              </a:ext>
            </a:extLst>
          </p:cNvPr>
          <p:cNvSpPr>
            <a:spLocks noGrp="1"/>
          </p:cNvSpPr>
          <p:nvPr>
            <p:ph type="pic" sz="quarter" idx="18" hasCustomPrompt="1"/>
          </p:nvPr>
        </p:nvSpPr>
        <p:spPr>
          <a:xfrm>
            <a:off x="3155868" y="6224588"/>
            <a:ext cx="1021219" cy="352570"/>
          </a:xfrm>
        </p:spPr>
        <p:txBody>
          <a:bodyPr/>
          <a:lstStyle/>
          <a:p>
            <a:r>
              <a:rPr lang="de-DE"/>
              <a:t>Logo</a:t>
            </a:r>
          </a:p>
        </p:txBody>
      </p:sp>
      <p:cxnSp>
        <p:nvCxnSpPr>
          <p:cNvPr id="10" name="Gerader Verbinder 13">
            <a:extLst>
              <a:ext uri="{FF2B5EF4-FFF2-40B4-BE49-F238E27FC236}">
                <a16:creationId xmlns:a16="http://schemas.microsoft.com/office/drawing/2014/main" id="{C8695E30-C682-657A-CE1E-BCDA5B2D888F}"/>
              </a:ext>
            </a:extLst>
          </p:cNvPr>
          <p:cNvCxnSpPr>
            <a:cxnSpLocks/>
          </p:cNvCxnSpPr>
          <p:nvPr userDrawn="1"/>
        </p:nvCxnSpPr>
        <p:spPr>
          <a:xfrm>
            <a:off x="1491966" y="6246812"/>
            <a:ext cx="0" cy="337344"/>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cxnSp>
        <p:nvCxnSpPr>
          <p:cNvPr id="12" name="Gerader Verbinder 16">
            <a:extLst>
              <a:ext uri="{FF2B5EF4-FFF2-40B4-BE49-F238E27FC236}">
                <a16:creationId xmlns:a16="http://schemas.microsoft.com/office/drawing/2014/main" id="{D97721AF-771D-3772-A516-40C8BD5539BE}"/>
              </a:ext>
            </a:extLst>
          </p:cNvPr>
          <p:cNvCxnSpPr>
            <a:cxnSpLocks/>
          </p:cNvCxnSpPr>
          <p:nvPr userDrawn="1"/>
        </p:nvCxnSpPr>
        <p:spPr>
          <a:xfrm>
            <a:off x="2951746" y="6246812"/>
            <a:ext cx="0" cy="337344"/>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5" name="Bildplatzhalter 6">
            <a:extLst>
              <a:ext uri="{FF2B5EF4-FFF2-40B4-BE49-F238E27FC236}">
                <a16:creationId xmlns:a16="http://schemas.microsoft.com/office/drawing/2014/main" id="{B7E424F3-B19E-8930-52AC-A85E22C10F26}"/>
              </a:ext>
            </a:extLst>
          </p:cNvPr>
          <p:cNvSpPr>
            <a:spLocks noGrp="1"/>
          </p:cNvSpPr>
          <p:nvPr>
            <p:ph type="pic" sz="quarter" idx="16" hasCustomPrompt="1"/>
          </p:nvPr>
        </p:nvSpPr>
        <p:spPr>
          <a:xfrm>
            <a:off x="266098" y="6224588"/>
            <a:ext cx="1021219" cy="352570"/>
          </a:xfrm>
        </p:spPr>
        <p:txBody>
          <a:bodyPr/>
          <a:lstStyle/>
          <a:p>
            <a:r>
              <a:rPr lang="de-DE"/>
              <a:t>Logo</a:t>
            </a:r>
          </a:p>
        </p:txBody>
      </p:sp>
      <p:sp>
        <p:nvSpPr>
          <p:cNvPr id="14" name="TextBox 13">
            <a:extLst>
              <a:ext uri="{FF2B5EF4-FFF2-40B4-BE49-F238E27FC236}">
                <a16:creationId xmlns:a16="http://schemas.microsoft.com/office/drawing/2014/main" id="{61E3EC55-E04F-9B38-FB16-5FEA2A6F20C3}"/>
              </a:ext>
            </a:extLst>
          </p:cNvPr>
          <p:cNvSpPr txBox="1"/>
          <p:nvPr userDrawn="1">
            <p:custDataLst>
              <p:tags r:id="rId1"/>
            </p:custDataLst>
          </p:nvPr>
        </p:nvSpPr>
        <p:spPr>
          <a:xfrm>
            <a:off x="2412000" y="273600"/>
            <a:ext cx="3466800" cy="536400"/>
          </a:xfrm>
          <a:prstGeom prst="rect">
            <a:avLst/>
          </a:prstGeom>
          <a:noFill/>
        </p:spPr>
        <p:txBody>
          <a:bodyPr wrap="square" lIns="0" tIns="0" rIns="0" bIns="0" rtlCol="0" anchor="ctr" anchorCtr="0">
            <a:spAutoFit/>
          </a:bodyPr>
          <a:lstStyle/>
          <a:p>
            <a:endParaRPr lang="de-CH" sz="1300" kern="1200" spc="-20" baseline="0">
              <a:solidFill>
                <a:schemeClr val="tx1"/>
              </a:solidFill>
              <a:latin typeface="Source Sans Pro SemiBold" panose="020B0603030403020204" pitchFamily="34" charset="0"/>
              <a:ea typeface="+mn-ea"/>
              <a:cs typeface="+mn-cs"/>
            </a:endParaRPr>
          </a:p>
        </p:txBody>
      </p:sp>
    </p:spTree>
    <p:extLst>
      <p:ext uri="{BB962C8B-B14F-4D97-AF65-F5344CB8AC3E}">
        <p14:creationId xmlns:p14="http://schemas.microsoft.com/office/powerpoint/2010/main" val="872154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ild gross mit Tex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273378"/>
            <a:ext cx="11652249" cy="595121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 name="Textplatzhalter 4">
            <a:extLst>
              <a:ext uri="{FF2B5EF4-FFF2-40B4-BE49-F238E27FC236}">
                <a16:creationId xmlns:a16="http://schemas.microsoft.com/office/drawing/2014/main" id="{48EC57F8-2FF9-F2DC-C053-E44A7DBF457D}"/>
              </a:ext>
            </a:extLst>
          </p:cNvPr>
          <p:cNvSpPr>
            <a:spLocks noGrp="1"/>
          </p:cNvSpPr>
          <p:nvPr>
            <p:ph type="body" sz="quarter" idx="17" hasCustomPrompt="1"/>
          </p:nvPr>
        </p:nvSpPr>
        <p:spPr>
          <a:xfrm>
            <a:off x="0" y="1209675"/>
            <a:ext cx="1983799" cy="1308143"/>
          </a:xfrm>
          <a:solidFill>
            <a:schemeClr val="bg1"/>
          </a:solidFill>
        </p:spPr>
        <p:txBody>
          <a:bodyPr wrap="none" lIns="270000" tIns="154800" rIns="248400" bIns="180000">
            <a:spAutoFit/>
          </a:bodyPr>
          <a:lstStyle>
            <a:lvl1pPr>
              <a:lnSpc>
                <a:spcPct val="97000"/>
              </a:lnSpc>
              <a:defRPr sz="2400" b="1"/>
            </a:lvl1pPr>
            <a:lvl2pPr marL="0" indent="0">
              <a:lnSpc>
                <a:spcPct val="103000"/>
              </a:lnSpc>
              <a:spcBef>
                <a:spcPts val="0"/>
              </a:spcBef>
              <a:buFontTx/>
              <a:buNone/>
              <a:defRPr sz="1600" b="0"/>
            </a:lvl2pPr>
            <a:lvl3pPr>
              <a:lnSpc>
                <a:spcPct val="83000"/>
              </a:lnSpc>
              <a:defRPr sz="4700" b="1"/>
            </a:lvl3pPr>
            <a:lvl4pPr>
              <a:lnSpc>
                <a:spcPct val="83000"/>
              </a:lnSpc>
              <a:defRPr sz="4700" b="1"/>
            </a:lvl4pPr>
            <a:lvl5pPr>
              <a:lnSpc>
                <a:spcPct val="83000"/>
              </a:lnSpc>
              <a:defRPr sz="4700" b="1"/>
            </a:lvl5pPr>
          </a:lstStyle>
          <a:p>
            <a:pPr lvl="0"/>
            <a:r>
              <a:rPr lang="en-GB" noProof="0"/>
              <a:t>Insert title</a:t>
            </a:r>
          </a:p>
          <a:p>
            <a:pPr lvl="1"/>
            <a:r>
              <a:rPr lang="en-GB" noProof="0"/>
              <a:t>Insert text</a:t>
            </a:r>
          </a:p>
          <a:p>
            <a:pPr lvl="0"/>
            <a:endParaRPr lang="en-GB" noProof="0"/>
          </a:p>
        </p:txBody>
      </p:sp>
    </p:spTree>
    <p:extLst>
      <p:ext uri="{BB962C8B-B14F-4D97-AF65-F5344CB8AC3E}">
        <p14:creationId xmlns:p14="http://schemas.microsoft.com/office/powerpoint/2010/main" val="1837750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Bild und Text">
    <p:spTree>
      <p:nvGrpSpPr>
        <p:cNvPr id="1" name=""/>
        <p:cNvGrpSpPr/>
        <p:nvPr/>
      </p:nvGrpSpPr>
      <p:grpSpPr>
        <a:xfrm>
          <a:off x="0" y="0"/>
          <a:ext cx="0" cy="0"/>
          <a:chOff x="0" y="0"/>
          <a:chExt cx="0" cy="0"/>
        </a:xfrm>
      </p:grpSpPr>
      <p:sp>
        <p:nvSpPr>
          <p:cNvPr id="8" name="Bildplatzhalter 4">
            <a:extLst>
              <a:ext uri="{FF2B5EF4-FFF2-40B4-BE49-F238E27FC236}">
                <a16:creationId xmlns:a16="http://schemas.microsoft.com/office/drawing/2014/main" id="{62E6E148-5F7E-6A90-F5E7-CAF43EF2FFA4}"/>
              </a:ext>
            </a:extLst>
          </p:cNvPr>
          <p:cNvSpPr>
            <a:spLocks noGrp="1"/>
          </p:cNvSpPr>
          <p:nvPr>
            <p:ph type="pic" sz="quarter" idx="14"/>
          </p:nvPr>
        </p:nvSpPr>
        <p:spPr>
          <a:xfrm>
            <a:off x="269875" y="866775"/>
            <a:ext cx="11652249" cy="5150546"/>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 name="Titel 1"/>
          <p:cNvSpPr>
            <a:spLocks noGrp="1"/>
          </p:cNvSpPr>
          <p:nvPr>
            <p:ph type="title" hasCustomPrompt="1"/>
          </p:nvPr>
        </p:nvSpPr>
        <p:spPr>
          <a:xfrm>
            <a:off x="273600" y="244800"/>
            <a:ext cx="11650662" cy="625944"/>
          </a:xfrm>
        </p:spPr>
        <p:txBody>
          <a:bodyPr/>
          <a:lstStyle>
            <a:lvl1pPr>
              <a:defRPr/>
            </a:lvl1pPr>
          </a:lstStyle>
          <a:p>
            <a:r>
              <a:rPr lang="en-GB" noProof="0"/>
              <a:t>Insert title</a:t>
            </a:r>
          </a:p>
        </p:txBody>
      </p:sp>
      <p:sp>
        <p:nvSpPr>
          <p:cNvPr id="9" name="Textplatzhalter 8">
            <a:extLst>
              <a:ext uri="{FF2B5EF4-FFF2-40B4-BE49-F238E27FC236}">
                <a16:creationId xmlns:a16="http://schemas.microsoft.com/office/drawing/2014/main" id="{6CDD860C-EA71-505B-F39E-701CB8A00FF5}"/>
              </a:ext>
            </a:extLst>
          </p:cNvPr>
          <p:cNvSpPr>
            <a:spLocks noGrp="1"/>
          </p:cNvSpPr>
          <p:nvPr>
            <p:ph type="body" sz="quarter" idx="13" hasCustomPrompt="1"/>
          </p:nvPr>
        </p:nvSpPr>
        <p:spPr>
          <a:xfrm>
            <a:off x="270000" y="6022800"/>
            <a:ext cx="5826000" cy="203300"/>
          </a:xfrm>
        </p:spPr>
        <p:txBody>
          <a:bodyPr anchor="b"/>
          <a:lstStyle>
            <a:lvl1pPr>
              <a:lnSpc>
                <a:spcPct val="109000"/>
              </a:lnSpc>
              <a:defRPr sz="1000"/>
            </a:lvl1pPr>
            <a:lvl2pPr>
              <a:defRPr sz="1000"/>
            </a:lvl2pPr>
            <a:lvl3pPr>
              <a:defRPr sz="1000"/>
            </a:lvl3pPr>
            <a:lvl4pPr>
              <a:defRPr sz="1000"/>
            </a:lvl4pPr>
            <a:lvl5pPr>
              <a:defRPr sz="1000"/>
            </a:lvl5pPr>
          </a:lstStyle>
          <a:p>
            <a:pPr lvl="0"/>
            <a:r>
              <a:rPr lang="en-GB" noProof="0"/>
              <a:t>Insert source</a:t>
            </a:r>
          </a:p>
        </p:txBody>
      </p:sp>
      <p:sp>
        <p:nvSpPr>
          <p:cNvPr id="3" name="Textplatzhalter 4">
            <a:extLst>
              <a:ext uri="{FF2B5EF4-FFF2-40B4-BE49-F238E27FC236}">
                <a16:creationId xmlns:a16="http://schemas.microsoft.com/office/drawing/2014/main" id="{7737E4CB-5032-63D9-B015-478DD21B1364}"/>
              </a:ext>
            </a:extLst>
          </p:cNvPr>
          <p:cNvSpPr>
            <a:spLocks noGrp="1"/>
          </p:cNvSpPr>
          <p:nvPr>
            <p:ph type="body" sz="quarter" idx="17" hasCustomPrompt="1"/>
          </p:nvPr>
        </p:nvSpPr>
        <p:spPr>
          <a:xfrm>
            <a:off x="0" y="4154437"/>
            <a:ext cx="1389084" cy="949904"/>
          </a:xfrm>
          <a:solidFill>
            <a:schemeClr val="bg1"/>
          </a:solidFill>
        </p:spPr>
        <p:txBody>
          <a:bodyPr wrap="none" lIns="270000" tIns="154800" rIns="248400" bIns="180000">
            <a:spAutoFit/>
          </a:bodyPr>
          <a:lstStyle>
            <a:lvl1pPr>
              <a:lnSpc>
                <a:spcPct val="97000"/>
              </a:lnSpc>
              <a:defRPr sz="2400" b="1"/>
            </a:lvl1pPr>
            <a:lvl2pPr marL="0" indent="0">
              <a:lnSpc>
                <a:spcPct val="103000"/>
              </a:lnSpc>
              <a:spcBef>
                <a:spcPts val="0"/>
              </a:spcBef>
              <a:buFontTx/>
              <a:buNone/>
              <a:defRPr sz="1600" b="0"/>
            </a:lvl2pPr>
            <a:lvl3pPr>
              <a:lnSpc>
                <a:spcPct val="83000"/>
              </a:lnSpc>
              <a:defRPr sz="4700" b="1"/>
            </a:lvl3pPr>
            <a:lvl4pPr>
              <a:lnSpc>
                <a:spcPct val="83000"/>
              </a:lnSpc>
              <a:defRPr sz="4700" b="1"/>
            </a:lvl4pPr>
            <a:lvl5pPr>
              <a:lnSpc>
                <a:spcPct val="83000"/>
              </a:lnSpc>
              <a:defRPr sz="4700" b="1"/>
            </a:lvl5pPr>
          </a:lstStyle>
          <a:p>
            <a:pPr lvl="1"/>
            <a:r>
              <a:rPr lang="en-GB" noProof="0"/>
              <a:t>Insert text</a:t>
            </a:r>
          </a:p>
          <a:p>
            <a:pPr lvl="0"/>
            <a:endParaRPr lang="en-GB" noProof="0"/>
          </a:p>
        </p:txBody>
      </p:sp>
    </p:spTree>
    <p:extLst>
      <p:ext uri="{BB962C8B-B14F-4D97-AF65-F5344CB8AC3E}">
        <p14:creationId xmlns:p14="http://schemas.microsoft.com/office/powerpoint/2010/main" val="2677703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itel">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271461" y="289224"/>
            <a:ext cx="11650663" cy="5935364"/>
          </a:xfrm>
          <a:solidFill>
            <a:schemeClr val="accent1"/>
          </a:solidFill>
        </p:spPr>
        <p:txBody>
          <a:bodyPr tIns="324000" rIns="0" anchor="t"/>
          <a:lstStyle>
            <a:lvl1pPr algn="r">
              <a:lnSpc>
                <a:spcPct val="100000"/>
              </a:lnSpc>
              <a:spcBef>
                <a:spcPts val="0"/>
              </a:spcBef>
              <a:spcAft>
                <a:spcPts val="0"/>
              </a:spcAft>
              <a:defRPr sz="45000" b="1">
                <a:solidFill>
                  <a:schemeClr val="accent1">
                    <a:lumMod val="60000"/>
                    <a:lumOff val="40000"/>
                  </a:schemeClr>
                </a:solidFill>
              </a:defRPr>
            </a:lvl1pPr>
            <a:lvl2pPr marL="174625" indent="-174625" algn="r">
              <a:buFont typeface="Source Sans Pro" panose="020B0503030403020204" pitchFamily="34" charset="0"/>
              <a:buChar char="―"/>
              <a:defRPr/>
            </a:lvl2pPr>
            <a:lvl3pPr marL="360363" indent="-185738" algn="r">
              <a:buFont typeface="Source Sans Pro" panose="020B0503030403020204" pitchFamily="34" charset="0"/>
              <a:buChar char="―"/>
              <a:defRPr/>
            </a:lvl3pPr>
            <a:lvl4pPr marL="534988" indent="-174625" algn="r">
              <a:buFont typeface="Source Sans Pro" panose="020B0503030403020204" pitchFamily="34" charset="0"/>
              <a:buChar char="―"/>
              <a:defRPr/>
            </a:lvl4pPr>
            <a:lvl5pPr marL="719138" indent="-184150" algn="r">
              <a:buFont typeface="Source Sans Pro" panose="020B0503030403020204" pitchFamily="34" charset="0"/>
              <a:buChar char="―"/>
              <a:defRPr/>
            </a:lvl5pPr>
          </a:lstStyle>
          <a:p>
            <a:pPr lvl="0"/>
            <a:r>
              <a:rPr lang="de-CH"/>
              <a:t>0</a:t>
            </a:r>
          </a:p>
        </p:txBody>
      </p:sp>
    </p:spTree>
    <p:extLst>
      <p:ext uri="{BB962C8B-B14F-4D97-AF65-F5344CB8AC3E}">
        <p14:creationId xmlns:p14="http://schemas.microsoft.com/office/powerpoint/2010/main" val="4271409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800"/>
            <a:ext cx="11650662" cy="625944"/>
          </a:xfrm>
        </p:spPr>
        <p:txBody>
          <a:bodyPr/>
          <a:lstStyle>
            <a:lvl1pPr>
              <a:defRPr/>
            </a:lvl1pPr>
          </a:lstStyle>
          <a:p>
            <a:r>
              <a:rPr lang="en-GB" noProof="0"/>
              <a:t>Insert title</a:t>
            </a:r>
          </a:p>
        </p:txBody>
      </p:sp>
      <p:sp>
        <p:nvSpPr>
          <p:cNvPr id="3" name="Inhaltsplatzhalter 2"/>
          <p:cNvSpPr>
            <a:spLocks noGrp="1"/>
          </p:cNvSpPr>
          <p:nvPr>
            <p:ph idx="1" hasCustomPrompt="1"/>
          </p:nvPr>
        </p:nvSpPr>
        <p:spPr>
          <a:xfrm>
            <a:off x="271461" y="870744"/>
            <a:ext cx="11650663" cy="51505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52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9" name="Textplatzhalter 8">
            <a:extLst>
              <a:ext uri="{FF2B5EF4-FFF2-40B4-BE49-F238E27FC236}">
                <a16:creationId xmlns:a16="http://schemas.microsoft.com/office/drawing/2014/main" id="{6CDD860C-EA71-505B-F39E-701CB8A00FF5}"/>
              </a:ext>
            </a:extLst>
          </p:cNvPr>
          <p:cNvSpPr>
            <a:spLocks noGrp="1"/>
          </p:cNvSpPr>
          <p:nvPr>
            <p:ph type="body" sz="quarter" idx="13" hasCustomPrompt="1"/>
          </p:nvPr>
        </p:nvSpPr>
        <p:spPr>
          <a:xfrm>
            <a:off x="270000" y="6021289"/>
            <a:ext cx="5826000" cy="2033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a:t>Insert source</a:t>
            </a:r>
          </a:p>
        </p:txBody>
      </p:sp>
    </p:spTree>
    <p:extLst>
      <p:ext uri="{BB962C8B-B14F-4D97-AF65-F5344CB8AC3E}">
        <p14:creationId xmlns:p14="http://schemas.microsoft.com/office/powerpoint/2010/main" val="479570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271461" y="866774"/>
            <a:ext cx="9324000" cy="4816476"/>
          </a:xfrm>
        </p:spPr>
        <p:txBody>
          <a:bodyPr anchor="ctr"/>
          <a:lstStyle>
            <a:lvl1pPr>
              <a:lnSpc>
                <a:spcPct val="97000"/>
              </a:lnSpc>
              <a:spcBef>
                <a:spcPts val="0"/>
              </a:spcBef>
              <a:defRPr sz="3000"/>
            </a:lvl1pPr>
            <a:lvl2pPr>
              <a:lnSpc>
                <a:spcPct val="97000"/>
              </a:lnSpc>
              <a:spcBef>
                <a:spcPts val="1000"/>
              </a:spcBef>
              <a:defRPr sz="3000"/>
            </a:lvl2pPr>
            <a:lvl3pPr>
              <a:lnSpc>
                <a:spcPct val="97000"/>
              </a:lnSpc>
              <a:spcBef>
                <a:spcPts val="1000"/>
              </a:spcBef>
              <a:defRPr sz="3000"/>
            </a:lvl3pPr>
            <a:lvl4pPr>
              <a:lnSpc>
                <a:spcPct val="97000"/>
              </a:lnSpc>
              <a:spcBef>
                <a:spcPts val="1000"/>
              </a:spcBef>
              <a:defRPr sz="3000"/>
            </a:lvl4pPr>
            <a:lvl5pPr>
              <a:lnSpc>
                <a:spcPct val="97000"/>
              </a:lnSpc>
              <a:spcBef>
                <a:spcPts val="1000"/>
              </a:spcBef>
              <a:defRPr sz="3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Tree>
    <p:extLst>
      <p:ext uri="{BB962C8B-B14F-4D97-AF65-F5344CB8AC3E}">
        <p14:creationId xmlns:p14="http://schemas.microsoft.com/office/powerpoint/2010/main" val="3162266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799"/>
            <a:ext cx="5722937" cy="621975"/>
          </a:xfrm>
        </p:spPr>
        <p:txBody>
          <a:bodyPr/>
          <a:lstStyle>
            <a:lvl1pPr>
              <a:defRPr/>
            </a:lvl1pPr>
          </a:lstStyle>
          <a:p>
            <a:r>
              <a:rPr lang="en-GB" noProof="0"/>
              <a:t>Insert chapter title</a:t>
            </a:r>
          </a:p>
        </p:txBody>
      </p:sp>
      <p:sp>
        <p:nvSpPr>
          <p:cNvPr id="3" name="Inhaltsplatzhalter 2"/>
          <p:cNvSpPr>
            <a:spLocks noGrp="1"/>
          </p:cNvSpPr>
          <p:nvPr>
            <p:ph sz="half" idx="1" hasCustomPrompt="1"/>
          </p:nvPr>
        </p:nvSpPr>
        <p:spPr>
          <a:xfrm>
            <a:off x="271463" y="866774"/>
            <a:ext cx="5722937" cy="5133447"/>
          </a:xfrm>
        </p:spPr>
        <p:txBody>
          <a:bodyPr/>
          <a:lstStyle>
            <a:lvl1pPr>
              <a:defRPr sz="1600"/>
            </a:lvl1pPr>
            <a:lvl2pPr marL="226800" indent="-226800">
              <a:defRPr sz="1600"/>
            </a:lvl2pPr>
            <a:lvl3pPr marL="658800" indent="-226800">
              <a:defRPr sz="1600"/>
            </a:lvl3pPr>
            <a:lvl4pPr marL="1090800" indent="-226800">
              <a:defRPr sz="1600"/>
            </a:lvl4pPr>
            <a:lvl5pPr marL="1522800" indent="-226800">
              <a:defRPr sz="16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8" name="Inhaltsplatzhalter 2">
            <a:extLst>
              <a:ext uri="{FF2B5EF4-FFF2-40B4-BE49-F238E27FC236}">
                <a16:creationId xmlns:a16="http://schemas.microsoft.com/office/drawing/2014/main" id="{0F08660E-5135-A84E-B689-DDFA75A72BBA}"/>
              </a:ext>
            </a:extLst>
          </p:cNvPr>
          <p:cNvSpPr>
            <a:spLocks noGrp="1"/>
          </p:cNvSpPr>
          <p:nvPr>
            <p:ph sz="half" idx="13" hasCustomPrompt="1"/>
          </p:nvPr>
        </p:nvSpPr>
        <p:spPr>
          <a:xfrm>
            <a:off x="6197600" y="242888"/>
            <a:ext cx="5722937" cy="5981700"/>
          </a:xfrm>
        </p:spPr>
        <p:txBody>
          <a:bodyPr/>
          <a:lstStyle>
            <a:lvl1pPr>
              <a:defRPr sz="1600"/>
            </a:lvl1pPr>
            <a:lvl2pPr marL="226800" indent="-226800">
              <a:defRPr sz="1600"/>
            </a:lvl2pPr>
            <a:lvl3pPr marL="658800" indent="-226800">
              <a:defRPr sz="1600"/>
            </a:lvl3pPr>
            <a:lvl4pPr marL="1090800" indent="-226800">
              <a:defRPr sz="1600"/>
            </a:lvl4pPr>
            <a:lvl5pPr marL="1522800" indent="-226800">
              <a:defRPr sz="16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 name="Textplatzhalter 8">
            <a:extLst>
              <a:ext uri="{FF2B5EF4-FFF2-40B4-BE49-F238E27FC236}">
                <a16:creationId xmlns:a16="http://schemas.microsoft.com/office/drawing/2014/main" id="{958C9C6E-122D-B369-EB0B-2386BA817C26}"/>
              </a:ext>
            </a:extLst>
          </p:cNvPr>
          <p:cNvSpPr>
            <a:spLocks noGrp="1"/>
          </p:cNvSpPr>
          <p:nvPr>
            <p:ph type="body" sz="quarter" idx="14" hasCustomPrompt="1"/>
          </p:nvPr>
        </p:nvSpPr>
        <p:spPr>
          <a:xfrm>
            <a:off x="269875" y="6000221"/>
            <a:ext cx="5722937" cy="2052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a:t>Insert source</a:t>
            </a:r>
          </a:p>
        </p:txBody>
      </p:sp>
    </p:spTree>
    <p:extLst>
      <p:ext uri="{BB962C8B-B14F-4D97-AF65-F5344CB8AC3E}">
        <p14:creationId xmlns:p14="http://schemas.microsoft.com/office/powerpoint/2010/main" val="3318625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und Bild">
    <p:spTree>
      <p:nvGrpSpPr>
        <p:cNvPr id="1" name=""/>
        <p:cNvGrpSpPr/>
        <p:nvPr/>
      </p:nvGrpSpPr>
      <p:grpSpPr>
        <a:xfrm>
          <a:off x="0" y="0"/>
          <a:ext cx="0" cy="0"/>
          <a:chOff x="0" y="0"/>
          <a:chExt cx="0" cy="0"/>
        </a:xfrm>
      </p:grpSpPr>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 name="Inhaltsplatzhalter 2">
            <a:extLst>
              <a:ext uri="{FF2B5EF4-FFF2-40B4-BE49-F238E27FC236}">
                <a16:creationId xmlns:a16="http://schemas.microsoft.com/office/drawing/2014/main" id="{99EEEEF7-8E4F-3C55-5E7A-50A2A740DE06}"/>
              </a:ext>
            </a:extLst>
          </p:cNvPr>
          <p:cNvSpPr>
            <a:spLocks noGrp="1"/>
          </p:cNvSpPr>
          <p:nvPr>
            <p:ph idx="1" hasCustomPrompt="1"/>
          </p:nvPr>
        </p:nvSpPr>
        <p:spPr>
          <a:xfrm>
            <a:off x="271462" y="1371600"/>
            <a:ext cx="5724000" cy="4628621"/>
          </a:xfrm>
        </p:spPr>
        <p:txBody>
          <a:bodyPr/>
          <a:lstStyle>
            <a:lvl1pPr>
              <a:spcAft>
                <a:spcPts val="0"/>
              </a:spcAft>
              <a:defRPr sz="1600"/>
            </a:lvl1pPr>
            <a:lvl2pPr marL="226800" indent="-226800">
              <a:spcBef>
                <a:spcPts val="1000"/>
              </a:spcBef>
              <a:spcAft>
                <a:spcPts val="0"/>
              </a:spcAft>
              <a:defRPr sz="1600"/>
            </a:lvl2pPr>
            <a:lvl3pPr marL="658800" indent="-226800">
              <a:spcBef>
                <a:spcPts val="1000"/>
              </a:spcBef>
              <a:spcAft>
                <a:spcPts val="0"/>
              </a:spcAft>
              <a:defRPr sz="1600"/>
            </a:lvl3pPr>
            <a:lvl4pPr marL="1090800" indent="-226800">
              <a:spcBef>
                <a:spcPts val="1000"/>
              </a:spcBef>
              <a:spcAft>
                <a:spcPts val="0"/>
              </a:spcAft>
              <a:defRPr sz="1600"/>
            </a:lvl4pPr>
            <a:lvl5pPr marL="1522800" indent="-342000">
              <a:spcBef>
                <a:spcPts val="1000"/>
              </a:spcBef>
              <a:spcAft>
                <a:spcPts val="0"/>
              </a:spcAft>
              <a:defRPr sz="16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273600" y="245268"/>
            <a:ext cx="5723999" cy="845567"/>
          </a:xfrm>
        </p:spPr>
        <p:txBody>
          <a:bodyPr/>
          <a:lstStyle>
            <a:lvl1pPr>
              <a:lnSpc>
                <a:spcPct val="97000"/>
              </a:lnSpc>
              <a:defRPr/>
            </a:lvl1pPr>
          </a:lstStyle>
          <a:p>
            <a:r>
              <a:rPr lang="en-GB" noProof="0"/>
              <a:t>Insert chapter title</a:t>
            </a:r>
          </a:p>
        </p:txBody>
      </p:sp>
      <p:sp>
        <p:nvSpPr>
          <p:cNvPr id="8" name="Textplatzhalter 8">
            <a:extLst>
              <a:ext uri="{FF2B5EF4-FFF2-40B4-BE49-F238E27FC236}">
                <a16:creationId xmlns:a16="http://schemas.microsoft.com/office/drawing/2014/main" id="{EAAB97D8-67DD-4A1A-E7E3-B479715D9C9F}"/>
              </a:ext>
            </a:extLst>
          </p:cNvPr>
          <p:cNvSpPr>
            <a:spLocks noGrp="1"/>
          </p:cNvSpPr>
          <p:nvPr>
            <p:ph type="body" sz="quarter" idx="13" hasCustomPrompt="1"/>
          </p:nvPr>
        </p:nvSpPr>
        <p:spPr>
          <a:xfrm>
            <a:off x="270000" y="6000221"/>
            <a:ext cx="5734380" cy="2052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a:t>Insert source</a:t>
            </a:r>
          </a:p>
        </p:txBody>
      </p:sp>
    </p:spTree>
    <p:extLst>
      <p:ext uri="{BB962C8B-B14F-4D97-AF65-F5344CB8AC3E}">
        <p14:creationId xmlns:p14="http://schemas.microsoft.com/office/powerpoint/2010/main" val="416978173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hs Inhalte und Bild">
    <p:spTree>
      <p:nvGrpSpPr>
        <p:cNvPr id="1" name=""/>
        <p:cNvGrpSpPr/>
        <p:nvPr/>
      </p:nvGrpSpPr>
      <p:grpSpPr>
        <a:xfrm>
          <a:off x="0" y="0"/>
          <a:ext cx="0" cy="0"/>
          <a:chOff x="0" y="0"/>
          <a:chExt cx="0" cy="0"/>
        </a:xfrm>
      </p:grpSpPr>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273600" y="245268"/>
            <a:ext cx="5723999" cy="845567"/>
          </a:xfrm>
        </p:spPr>
        <p:txBody>
          <a:bodyPr/>
          <a:lstStyle>
            <a:lvl1pPr>
              <a:lnSpc>
                <a:spcPct val="97000"/>
              </a:lnSpc>
              <a:defRPr/>
            </a:lvl1pPr>
          </a:lstStyle>
          <a:p>
            <a:r>
              <a:rPr lang="en-GB" noProof="0"/>
              <a:t>Insert title</a:t>
            </a:r>
          </a:p>
        </p:txBody>
      </p:sp>
      <p:sp>
        <p:nvSpPr>
          <p:cNvPr id="8" name="Textplatzhalter 8">
            <a:extLst>
              <a:ext uri="{FF2B5EF4-FFF2-40B4-BE49-F238E27FC236}">
                <a16:creationId xmlns:a16="http://schemas.microsoft.com/office/drawing/2014/main" id="{EAAB97D8-67DD-4A1A-E7E3-B479715D9C9F}"/>
              </a:ext>
            </a:extLst>
          </p:cNvPr>
          <p:cNvSpPr>
            <a:spLocks noGrp="1"/>
          </p:cNvSpPr>
          <p:nvPr>
            <p:ph type="body" sz="quarter" idx="13" hasCustomPrompt="1"/>
          </p:nvPr>
        </p:nvSpPr>
        <p:spPr>
          <a:xfrm>
            <a:off x="270000" y="6022800"/>
            <a:ext cx="5734380" cy="205200"/>
          </a:xfrm>
        </p:spPr>
        <p:txBody>
          <a:bodyPr anchor="b"/>
          <a:lstStyle>
            <a:lvl1pPr>
              <a:lnSpc>
                <a:spcPct val="109000"/>
              </a:lnSpc>
              <a:defRPr sz="1000"/>
            </a:lvl1pPr>
            <a:lvl2pPr>
              <a:defRPr sz="1000"/>
            </a:lvl2pPr>
            <a:lvl3pPr>
              <a:defRPr sz="1000"/>
            </a:lvl3pPr>
            <a:lvl4pPr>
              <a:defRPr sz="1000"/>
            </a:lvl4pPr>
            <a:lvl5pPr>
              <a:defRPr sz="1000"/>
            </a:lvl5pPr>
          </a:lstStyle>
          <a:p>
            <a:pPr lvl="0"/>
            <a:r>
              <a:rPr lang="en-GB" noProof="0"/>
              <a:t>Insert source</a:t>
            </a:r>
          </a:p>
        </p:txBody>
      </p:sp>
      <p:cxnSp>
        <p:nvCxnSpPr>
          <p:cNvPr id="11" name="Gerader Verbinder 10">
            <a:extLst>
              <a:ext uri="{FF2B5EF4-FFF2-40B4-BE49-F238E27FC236}">
                <a16:creationId xmlns:a16="http://schemas.microsoft.com/office/drawing/2014/main" id="{DD08B5C7-0B72-0F94-738C-A9B735A2519D}"/>
              </a:ext>
            </a:extLst>
          </p:cNvPr>
          <p:cNvCxnSpPr>
            <a:cxnSpLocks/>
          </p:cNvCxnSpPr>
          <p:nvPr userDrawn="1"/>
        </p:nvCxnSpPr>
        <p:spPr>
          <a:xfrm>
            <a:off x="273050" y="5155072"/>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36987E16-61C3-F16E-EBD2-164E17176CF4}"/>
              </a:ext>
            </a:extLst>
          </p:cNvPr>
          <p:cNvCxnSpPr>
            <a:cxnSpLocks/>
          </p:cNvCxnSpPr>
          <p:nvPr userDrawn="1"/>
        </p:nvCxnSpPr>
        <p:spPr>
          <a:xfrm>
            <a:off x="3228366" y="51550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B7071907-BBD2-40D4-55E0-1E83C4F6D6BC}"/>
              </a:ext>
            </a:extLst>
          </p:cNvPr>
          <p:cNvCxnSpPr>
            <a:cxnSpLocks/>
          </p:cNvCxnSpPr>
          <p:nvPr userDrawn="1"/>
        </p:nvCxnSpPr>
        <p:spPr>
          <a:xfrm>
            <a:off x="3233129" y="34405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2CE74047-F734-D6A9-08E0-D291395944F0}"/>
              </a:ext>
            </a:extLst>
          </p:cNvPr>
          <p:cNvCxnSpPr>
            <a:cxnSpLocks/>
          </p:cNvCxnSpPr>
          <p:nvPr userDrawn="1"/>
        </p:nvCxnSpPr>
        <p:spPr>
          <a:xfrm>
            <a:off x="276265" y="34405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5E45E1AF-C792-F20E-F289-890F955A6D57}"/>
              </a:ext>
            </a:extLst>
          </p:cNvPr>
          <p:cNvCxnSpPr>
            <a:cxnSpLocks/>
          </p:cNvCxnSpPr>
          <p:nvPr userDrawn="1"/>
        </p:nvCxnSpPr>
        <p:spPr>
          <a:xfrm>
            <a:off x="273449" y="1726352"/>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98DB0037-139C-0385-E03A-306D5169233B}"/>
              </a:ext>
            </a:extLst>
          </p:cNvPr>
          <p:cNvCxnSpPr>
            <a:cxnSpLocks/>
          </p:cNvCxnSpPr>
          <p:nvPr userDrawn="1"/>
        </p:nvCxnSpPr>
        <p:spPr>
          <a:xfrm>
            <a:off x="3230961" y="1721590"/>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platzhalter 27">
            <a:extLst>
              <a:ext uri="{FF2B5EF4-FFF2-40B4-BE49-F238E27FC236}">
                <a16:creationId xmlns:a16="http://schemas.microsoft.com/office/drawing/2014/main" id="{30017B53-05EC-3989-249C-664AD90907AB}"/>
              </a:ext>
            </a:extLst>
          </p:cNvPr>
          <p:cNvSpPr>
            <a:spLocks noGrp="1"/>
          </p:cNvSpPr>
          <p:nvPr>
            <p:ph type="body" sz="quarter" idx="25" hasCustomPrompt="1"/>
          </p:nvPr>
        </p:nvSpPr>
        <p:spPr>
          <a:xfrm>
            <a:off x="3230670" y="1876705"/>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37" name="Textplatzhalter 27">
            <a:extLst>
              <a:ext uri="{FF2B5EF4-FFF2-40B4-BE49-F238E27FC236}">
                <a16:creationId xmlns:a16="http://schemas.microsoft.com/office/drawing/2014/main" id="{714803E2-4C7F-CFE5-7B57-C3F213A34037}"/>
              </a:ext>
            </a:extLst>
          </p:cNvPr>
          <p:cNvSpPr>
            <a:spLocks noGrp="1"/>
          </p:cNvSpPr>
          <p:nvPr>
            <p:ph type="body" sz="quarter" idx="27" hasCustomPrompt="1"/>
          </p:nvPr>
        </p:nvSpPr>
        <p:spPr>
          <a:xfrm>
            <a:off x="273050" y="5310187"/>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38" name="Textplatzhalter 27">
            <a:extLst>
              <a:ext uri="{FF2B5EF4-FFF2-40B4-BE49-F238E27FC236}">
                <a16:creationId xmlns:a16="http://schemas.microsoft.com/office/drawing/2014/main" id="{9C152131-ED74-0F59-B477-F10CE617C44A}"/>
              </a:ext>
            </a:extLst>
          </p:cNvPr>
          <p:cNvSpPr>
            <a:spLocks noGrp="1"/>
          </p:cNvSpPr>
          <p:nvPr>
            <p:ph type="body" sz="quarter" idx="28" hasCustomPrompt="1"/>
          </p:nvPr>
        </p:nvSpPr>
        <p:spPr>
          <a:xfrm>
            <a:off x="3232838" y="35956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41" name="Textplatzhalter 27">
            <a:extLst>
              <a:ext uri="{FF2B5EF4-FFF2-40B4-BE49-F238E27FC236}">
                <a16:creationId xmlns:a16="http://schemas.microsoft.com/office/drawing/2014/main" id="{1182E294-3DAE-8397-D78D-AE19E051369E}"/>
              </a:ext>
            </a:extLst>
          </p:cNvPr>
          <p:cNvSpPr>
            <a:spLocks noGrp="1"/>
          </p:cNvSpPr>
          <p:nvPr>
            <p:ph type="body" sz="quarter" idx="31" hasCustomPrompt="1"/>
          </p:nvPr>
        </p:nvSpPr>
        <p:spPr>
          <a:xfrm>
            <a:off x="3228075" y="53101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42" name="Textplatzhalter 27">
            <a:extLst>
              <a:ext uri="{FF2B5EF4-FFF2-40B4-BE49-F238E27FC236}">
                <a16:creationId xmlns:a16="http://schemas.microsoft.com/office/drawing/2014/main" id="{F8CA09C2-6A74-C429-81F0-F2CA0C0A8B87}"/>
              </a:ext>
            </a:extLst>
          </p:cNvPr>
          <p:cNvSpPr>
            <a:spLocks noGrp="1"/>
          </p:cNvSpPr>
          <p:nvPr>
            <p:ph type="body" sz="quarter" idx="22" hasCustomPrompt="1"/>
          </p:nvPr>
        </p:nvSpPr>
        <p:spPr>
          <a:xfrm>
            <a:off x="3228366" y="44043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43" name="Textplatzhalter 27">
            <a:extLst>
              <a:ext uri="{FF2B5EF4-FFF2-40B4-BE49-F238E27FC236}">
                <a16:creationId xmlns:a16="http://schemas.microsoft.com/office/drawing/2014/main" id="{79EF64BE-BAA5-7A03-2892-71B58B0FA777}"/>
              </a:ext>
            </a:extLst>
          </p:cNvPr>
          <p:cNvSpPr>
            <a:spLocks noGrp="1"/>
          </p:cNvSpPr>
          <p:nvPr>
            <p:ph type="body" sz="quarter" idx="23" hasCustomPrompt="1"/>
          </p:nvPr>
        </p:nvSpPr>
        <p:spPr>
          <a:xfrm>
            <a:off x="273050" y="4404360"/>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44" name="Textplatzhalter 27">
            <a:extLst>
              <a:ext uri="{FF2B5EF4-FFF2-40B4-BE49-F238E27FC236}">
                <a16:creationId xmlns:a16="http://schemas.microsoft.com/office/drawing/2014/main" id="{B37CF961-4AA4-3E2D-1EEC-751B07F74E7F}"/>
              </a:ext>
            </a:extLst>
          </p:cNvPr>
          <p:cNvSpPr>
            <a:spLocks noGrp="1"/>
          </p:cNvSpPr>
          <p:nvPr>
            <p:ph type="body" sz="quarter" idx="19" hasCustomPrompt="1"/>
          </p:nvPr>
        </p:nvSpPr>
        <p:spPr>
          <a:xfrm>
            <a:off x="276264" y="26898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45" name="Textplatzhalter 27">
            <a:extLst>
              <a:ext uri="{FF2B5EF4-FFF2-40B4-BE49-F238E27FC236}">
                <a16:creationId xmlns:a16="http://schemas.microsoft.com/office/drawing/2014/main" id="{A75866BD-D0AA-3041-796D-1EB9B1F3A8AE}"/>
              </a:ext>
            </a:extLst>
          </p:cNvPr>
          <p:cNvSpPr>
            <a:spLocks noGrp="1"/>
          </p:cNvSpPr>
          <p:nvPr>
            <p:ph type="body" sz="quarter" idx="21" hasCustomPrompt="1"/>
          </p:nvPr>
        </p:nvSpPr>
        <p:spPr>
          <a:xfrm>
            <a:off x="3233128" y="26898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46" name="Textplatzhalter 27">
            <a:extLst>
              <a:ext uri="{FF2B5EF4-FFF2-40B4-BE49-F238E27FC236}">
                <a16:creationId xmlns:a16="http://schemas.microsoft.com/office/drawing/2014/main" id="{348CBF73-5164-67ED-100D-52F0577F0DFC}"/>
              </a:ext>
            </a:extLst>
          </p:cNvPr>
          <p:cNvSpPr>
            <a:spLocks noGrp="1"/>
          </p:cNvSpPr>
          <p:nvPr>
            <p:ph type="body" sz="quarter" idx="26" hasCustomPrompt="1"/>
          </p:nvPr>
        </p:nvSpPr>
        <p:spPr>
          <a:xfrm>
            <a:off x="276264" y="35956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48" name="Textplatzhalter 27">
            <a:extLst>
              <a:ext uri="{FF2B5EF4-FFF2-40B4-BE49-F238E27FC236}">
                <a16:creationId xmlns:a16="http://schemas.microsoft.com/office/drawing/2014/main" id="{E413BFB1-BE2B-5698-D056-CFFE93D63A55}"/>
              </a:ext>
            </a:extLst>
          </p:cNvPr>
          <p:cNvSpPr>
            <a:spLocks noGrp="1"/>
          </p:cNvSpPr>
          <p:nvPr>
            <p:ph type="body" sz="quarter" idx="24" hasCustomPrompt="1"/>
          </p:nvPr>
        </p:nvSpPr>
        <p:spPr>
          <a:xfrm>
            <a:off x="273448" y="1876705"/>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49" name="Textplatzhalter 27">
            <a:extLst>
              <a:ext uri="{FF2B5EF4-FFF2-40B4-BE49-F238E27FC236}">
                <a16:creationId xmlns:a16="http://schemas.microsoft.com/office/drawing/2014/main" id="{A6AD1D29-4F20-7C67-177C-5F66137D5CB4}"/>
              </a:ext>
            </a:extLst>
          </p:cNvPr>
          <p:cNvSpPr>
            <a:spLocks noGrp="1"/>
          </p:cNvSpPr>
          <p:nvPr>
            <p:ph type="body" sz="quarter" idx="18" hasCustomPrompt="1"/>
          </p:nvPr>
        </p:nvSpPr>
        <p:spPr>
          <a:xfrm>
            <a:off x="273448" y="975640"/>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50" name="Textplatzhalter 27">
            <a:extLst>
              <a:ext uri="{FF2B5EF4-FFF2-40B4-BE49-F238E27FC236}">
                <a16:creationId xmlns:a16="http://schemas.microsoft.com/office/drawing/2014/main" id="{A60B2A3C-D051-ADD5-9279-F6C77B951560}"/>
              </a:ext>
            </a:extLst>
          </p:cNvPr>
          <p:cNvSpPr>
            <a:spLocks noGrp="1"/>
          </p:cNvSpPr>
          <p:nvPr>
            <p:ph type="body" sz="quarter" idx="20" hasCustomPrompt="1"/>
          </p:nvPr>
        </p:nvSpPr>
        <p:spPr>
          <a:xfrm>
            <a:off x="3230960" y="970878"/>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Tree>
    <p:extLst>
      <p:ext uri="{BB962C8B-B14F-4D97-AF65-F5344CB8AC3E}">
        <p14:creationId xmlns:p14="http://schemas.microsoft.com/office/powerpoint/2010/main" val="226486285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 und Inhalt">
    <p:spTree>
      <p:nvGrpSpPr>
        <p:cNvPr id="1" name=""/>
        <p:cNvGrpSpPr/>
        <p:nvPr/>
      </p:nvGrpSpPr>
      <p:grpSpPr>
        <a:xfrm>
          <a:off x="0" y="0"/>
          <a:ext cx="0" cy="0"/>
          <a:chOff x="0" y="0"/>
          <a:chExt cx="0" cy="0"/>
        </a:xfrm>
      </p:grpSpPr>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269875" y="273378"/>
            <a:ext cx="5724000" cy="5601642"/>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 name="Inhaltsplatzhalter 2">
            <a:extLst>
              <a:ext uri="{FF2B5EF4-FFF2-40B4-BE49-F238E27FC236}">
                <a16:creationId xmlns:a16="http://schemas.microsoft.com/office/drawing/2014/main" id="{99EEEEF7-8E4F-3C55-5E7A-50A2A740DE06}"/>
              </a:ext>
            </a:extLst>
          </p:cNvPr>
          <p:cNvSpPr>
            <a:spLocks noGrp="1"/>
          </p:cNvSpPr>
          <p:nvPr>
            <p:ph idx="1" hasCustomPrompt="1"/>
          </p:nvPr>
        </p:nvSpPr>
        <p:spPr>
          <a:xfrm>
            <a:off x="6188400" y="866774"/>
            <a:ext cx="5724000" cy="5357813"/>
          </a:xfrm>
        </p:spPr>
        <p:txBody>
          <a:bodyPr/>
          <a:lstStyle>
            <a:lvl1pPr>
              <a:spcAft>
                <a:spcPts val="0"/>
              </a:spcAft>
              <a:defRPr sz="1600"/>
            </a:lvl1pPr>
            <a:lvl2pPr marL="226800" indent="-226800">
              <a:spcBef>
                <a:spcPts val="1000"/>
              </a:spcBef>
              <a:spcAft>
                <a:spcPts val="0"/>
              </a:spcAft>
              <a:buFont typeface="Source Sans Pro" panose="020B0503030403020204" pitchFamily="34" charset="0"/>
              <a:buChar char="―"/>
              <a:defRPr sz="1600"/>
            </a:lvl2pPr>
            <a:lvl3pPr marL="658800" indent="-226800">
              <a:spcBef>
                <a:spcPts val="1000"/>
              </a:spcBef>
              <a:spcAft>
                <a:spcPts val="0"/>
              </a:spcAft>
              <a:buFont typeface="Source Sans Pro" panose="020B0503030403020204" pitchFamily="34" charset="0"/>
              <a:buChar char="―"/>
              <a:defRPr sz="1600"/>
            </a:lvl3pPr>
            <a:lvl4pPr marL="1018800" indent="-226800">
              <a:spcBef>
                <a:spcPts val="1000"/>
              </a:spcBef>
              <a:spcAft>
                <a:spcPts val="0"/>
              </a:spcAft>
              <a:buFont typeface="Source Sans Pro" panose="020B0503030403020204" pitchFamily="34" charset="0"/>
              <a:buChar char="―"/>
              <a:defRPr sz="1600"/>
            </a:lvl4pPr>
            <a:lvl5pPr marL="1522800" indent="-226800">
              <a:spcBef>
                <a:spcPts val="1000"/>
              </a:spcBef>
              <a:spcAft>
                <a:spcPts val="0"/>
              </a:spcAft>
              <a:buFont typeface="Source Sans Pro" panose="020B0503030403020204" pitchFamily="34" charset="0"/>
              <a:buChar char="―"/>
              <a:defRPr sz="16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6188400" y="244800"/>
            <a:ext cx="5723999" cy="519436"/>
          </a:xfrm>
        </p:spPr>
        <p:txBody>
          <a:bodyPr/>
          <a:lstStyle>
            <a:lvl1pPr>
              <a:lnSpc>
                <a:spcPct val="97000"/>
              </a:lnSpc>
              <a:defRPr/>
            </a:lvl1pPr>
          </a:lstStyle>
          <a:p>
            <a:r>
              <a:rPr lang="en-GB" noProof="0"/>
              <a:t>Insert chapter title</a:t>
            </a:r>
          </a:p>
        </p:txBody>
      </p:sp>
      <p:sp>
        <p:nvSpPr>
          <p:cNvPr id="12" name="Textplatzhalter 11">
            <a:extLst>
              <a:ext uri="{FF2B5EF4-FFF2-40B4-BE49-F238E27FC236}">
                <a16:creationId xmlns:a16="http://schemas.microsoft.com/office/drawing/2014/main" id="{DABC8980-79BC-7792-05E5-871BA6059E89}"/>
              </a:ext>
            </a:extLst>
          </p:cNvPr>
          <p:cNvSpPr>
            <a:spLocks noGrp="1"/>
          </p:cNvSpPr>
          <p:nvPr>
            <p:ph type="body" sz="quarter" idx="18" hasCustomPrompt="1"/>
          </p:nvPr>
        </p:nvSpPr>
        <p:spPr>
          <a:xfrm>
            <a:off x="269875" y="6029325"/>
            <a:ext cx="5724525" cy="195263"/>
          </a:xfrm>
        </p:spPr>
        <p:txBody>
          <a:bodyPr anchor="b"/>
          <a:lstStyle>
            <a:lvl1pPr>
              <a:defRPr sz="1000" b="1"/>
            </a:lvl1pPr>
            <a:lvl2pPr>
              <a:defRPr sz="1000" b="1"/>
            </a:lvl2pPr>
            <a:lvl3pPr>
              <a:defRPr sz="1000" b="1"/>
            </a:lvl3pPr>
            <a:lvl4pPr>
              <a:defRPr sz="1000" b="1"/>
            </a:lvl4pPr>
            <a:lvl5pPr>
              <a:defRPr sz="1000" b="1"/>
            </a:lvl5pPr>
          </a:lstStyle>
          <a:p>
            <a:pPr lvl="0"/>
            <a:r>
              <a:rPr lang="en-GB" noProof="0"/>
              <a:t>Insert caption</a:t>
            </a:r>
          </a:p>
        </p:txBody>
      </p:sp>
    </p:spTree>
    <p:extLst>
      <p:ext uri="{BB962C8B-B14F-4D97-AF65-F5344CB8AC3E}">
        <p14:creationId xmlns:p14="http://schemas.microsoft.com/office/powerpoint/2010/main" val="2774246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Bild, drei Flächen und Inhalt">
    <p:spTree>
      <p:nvGrpSpPr>
        <p:cNvPr id="1" name=""/>
        <p:cNvGrpSpPr/>
        <p:nvPr/>
      </p:nvGrpSpPr>
      <p:grpSpPr>
        <a:xfrm>
          <a:off x="0" y="0"/>
          <a:ext cx="0" cy="0"/>
          <a:chOff x="0" y="0"/>
          <a:chExt cx="0" cy="0"/>
        </a:xfrm>
      </p:grpSpPr>
      <p:sp>
        <p:nvSpPr>
          <p:cNvPr id="9" name="Bildplatzhalter 4">
            <a:extLst>
              <a:ext uri="{FF2B5EF4-FFF2-40B4-BE49-F238E27FC236}">
                <a16:creationId xmlns:a16="http://schemas.microsoft.com/office/drawing/2014/main" id="{5A065272-38F7-A074-824D-FD6B0FAB5CA4}"/>
              </a:ext>
            </a:extLst>
          </p:cNvPr>
          <p:cNvSpPr>
            <a:spLocks noGrp="1"/>
          </p:cNvSpPr>
          <p:nvPr>
            <p:ph type="pic" sz="quarter" idx="17"/>
          </p:nvPr>
        </p:nvSpPr>
        <p:spPr>
          <a:xfrm>
            <a:off x="269875" y="866774"/>
            <a:ext cx="5724000" cy="5357813"/>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 name="Titel 1"/>
          <p:cNvSpPr>
            <a:spLocks noGrp="1"/>
          </p:cNvSpPr>
          <p:nvPr>
            <p:ph type="title" hasCustomPrompt="1"/>
          </p:nvPr>
        </p:nvSpPr>
        <p:spPr>
          <a:xfrm>
            <a:off x="273600" y="244799"/>
            <a:ext cx="11648525" cy="621975"/>
          </a:xfrm>
        </p:spPr>
        <p:txBody>
          <a:bodyPr/>
          <a:lstStyle>
            <a:lvl1pPr>
              <a:defRPr/>
            </a:lvl1pPr>
          </a:lstStyle>
          <a:p>
            <a:r>
              <a:rPr lang="en-GB" noProof="0"/>
              <a:t>Insert title</a:t>
            </a:r>
          </a:p>
        </p:txBody>
      </p:sp>
      <p:sp>
        <p:nvSpPr>
          <p:cNvPr id="8" name="Inhaltsplatzhalter 2">
            <a:extLst>
              <a:ext uri="{FF2B5EF4-FFF2-40B4-BE49-F238E27FC236}">
                <a16:creationId xmlns:a16="http://schemas.microsoft.com/office/drawing/2014/main" id="{0F08660E-5135-A84E-B689-DDFA75A72BBA}"/>
              </a:ext>
            </a:extLst>
          </p:cNvPr>
          <p:cNvSpPr>
            <a:spLocks noGrp="1"/>
          </p:cNvSpPr>
          <p:nvPr>
            <p:ph sz="half" idx="13" hasCustomPrompt="1"/>
          </p:nvPr>
        </p:nvSpPr>
        <p:spPr>
          <a:xfrm>
            <a:off x="6197600" y="2602800"/>
            <a:ext cx="5722937" cy="3621787"/>
          </a:xfrm>
        </p:spPr>
        <p:txBody>
          <a:bodyPr/>
          <a:lstStyle>
            <a:lvl1pPr>
              <a:spcBef>
                <a:spcPts val="1000"/>
              </a:spcBef>
              <a:defRPr sz="1600"/>
            </a:lvl1pPr>
            <a:lvl2pPr marL="226800" indent="-226800">
              <a:spcBef>
                <a:spcPts val="0"/>
              </a:spcBef>
              <a:defRPr sz="1600"/>
            </a:lvl2pPr>
            <a:lvl3pPr marL="658800" indent="-226800">
              <a:spcBef>
                <a:spcPts val="0"/>
              </a:spcBef>
              <a:defRPr sz="1600"/>
            </a:lvl3pPr>
            <a:lvl4pPr marL="1090800" indent="-226800">
              <a:spcBef>
                <a:spcPts val="0"/>
              </a:spcBef>
              <a:defRPr sz="1600"/>
            </a:lvl4pPr>
            <a:lvl5pPr marL="1522800" indent="-226800">
              <a:spcBef>
                <a:spcPts val="0"/>
              </a:spcBef>
              <a:defRPr sz="16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0" name="Textplatzhalter 5">
            <a:extLst>
              <a:ext uri="{FF2B5EF4-FFF2-40B4-BE49-F238E27FC236}">
                <a16:creationId xmlns:a16="http://schemas.microsoft.com/office/drawing/2014/main" id="{5C25F038-C59A-91D3-5738-FA2D715B1DFE}"/>
              </a:ext>
            </a:extLst>
          </p:cNvPr>
          <p:cNvSpPr>
            <a:spLocks noGrp="1"/>
          </p:cNvSpPr>
          <p:nvPr>
            <p:ph type="body" sz="quarter" idx="23" hasCustomPrompt="1"/>
          </p:nvPr>
        </p:nvSpPr>
        <p:spPr>
          <a:xfrm>
            <a:off x="268287" y="4738688"/>
            <a:ext cx="4734000" cy="1155600"/>
          </a:xfrm>
          <a:solidFill>
            <a:schemeClr val="bg1"/>
          </a:solidFill>
        </p:spPr>
        <p:txBody>
          <a:bodyPr lIns="180000" anchor="ctr"/>
          <a:lstStyle>
            <a:lvl1pPr>
              <a:lnSpc>
                <a:spcPct val="98000"/>
              </a:lnSpc>
              <a:defRPr sz="2400" b="0"/>
            </a:lvl1pPr>
          </a:lstStyle>
          <a:p>
            <a:pPr lvl="0"/>
            <a:r>
              <a:rPr lang="en-GB" noProof="0"/>
              <a:t>Insert content</a:t>
            </a:r>
          </a:p>
        </p:txBody>
      </p:sp>
      <p:sp>
        <p:nvSpPr>
          <p:cNvPr id="3" name="Rechteck 2">
            <a:extLst>
              <a:ext uri="{FF2B5EF4-FFF2-40B4-BE49-F238E27FC236}">
                <a16:creationId xmlns:a16="http://schemas.microsoft.com/office/drawing/2014/main" id="{1BFFCDAC-C838-ADD4-2284-837AC0DB7D32}"/>
              </a:ext>
            </a:extLst>
          </p:cNvPr>
          <p:cNvSpPr>
            <a:spLocks/>
          </p:cNvSpPr>
          <p:nvPr userDrawn="1"/>
        </p:nvSpPr>
        <p:spPr>
          <a:xfrm>
            <a:off x="6179816" y="866775"/>
            <a:ext cx="1792610" cy="1390650"/>
          </a:xfrm>
          <a:prstGeom prst="rect">
            <a:avLst/>
          </a:prstGeom>
          <a:solidFill>
            <a:schemeClr val="accent1"/>
          </a:solidFill>
        </p:spPr>
        <p:txBody>
          <a:bodyPr wrap="square" lIns="180000" tIns="90000" rIns="88325" bIns="44162">
            <a:noAutofit/>
          </a:bodyPr>
          <a:lstStyle/>
          <a:p>
            <a:endParaRPr lang="en-GB" sz="4700" noProof="0">
              <a:solidFill>
                <a:schemeClr val="bg1"/>
              </a:solidFill>
            </a:endParaRPr>
          </a:p>
        </p:txBody>
      </p:sp>
      <p:cxnSp>
        <p:nvCxnSpPr>
          <p:cNvPr id="11" name="Gerader Verbinder 10">
            <a:extLst>
              <a:ext uri="{FF2B5EF4-FFF2-40B4-BE49-F238E27FC236}">
                <a16:creationId xmlns:a16="http://schemas.microsoft.com/office/drawing/2014/main" id="{5D52F735-79F5-3F42-160A-B27CDCC6ECBC}"/>
              </a:ext>
            </a:extLst>
          </p:cNvPr>
          <p:cNvCxnSpPr>
            <a:cxnSpLocks/>
          </p:cNvCxnSpPr>
          <p:nvPr userDrawn="1"/>
        </p:nvCxnSpPr>
        <p:spPr>
          <a:xfrm>
            <a:off x="6357417"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platzhalter 12">
            <a:extLst>
              <a:ext uri="{FF2B5EF4-FFF2-40B4-BE49-F238E27FC236}">
                <a16:creationId xmlns:a16="http://schemas.microsoft.com/office/drawing/2014/main" id="{15E8ED3B-58AB-278E-8FA6-54B53676917B}"/>
              </a:ext>
            </a:extLst>
          </p:cNvPr>
          <p:cNvSpPr>
            <a:spLocks noGrp="1"/>
          </p:cNvSpPr>
          <p:nvPr>
            <p:ph type="body" sz="quarter" idx="24" hasCustomPrompt="1"/>
          </p:nvPr>
        </p:nvSpPr>
        <p:spPr>
          <a:xfrm>
            <a:off x="6179816"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a:t>Insert content</a:t>
            </a:r>
          </a:p>
        </p:txBody>
      </p:sp>
      <p:sp>
        <p:nvSpPr>
          <p:cNvPr id="15" name="Textplatzhalter 12">
            <a:extLst>
              <a:ext uri="{FF2B5EF4-FFF2-40B4-BE49-F238E27FC236}">
                <a16:creationId xmlns:a16="http://schemas.microsoft.com/office/drawing/2014/main" id="{50E60B21-008A-2B6B-00EE-55A0A5704EC1}"/>
              </a:ext>
            </a:extLst>
          </p:cNvPr>
          <p:cNvSpPr>
            <a:spLocks noGrp="1"/>
          </p:cNvSpPr>
          <p:nvPr>
            <p:ph type="body" sz="quarter" idx="25" hasCustomPrompt="1"/>
          </p:nvPr>
        </p:nvSpPr>
        <p:spPr>
          <a:xfrm>
            <a:off x="6179816"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a:t>0</a:t>
            </a:r>
          </a:p>
        </p:txBody>
      </p:sp>
      <p:sp>
        <p:nvSpPr>
          <p:cNvPr id="24" name="Rechteck 23">
            <a:extLst>
              <a:ext uri="{FF2B5EF4-FFF2-40B4-BE49-F238E27FC236}">
                <a16:creationId xmlns:a16="http://schemas.microsoft.com/office/drawing/2014/main" id="{CAB97A8F-A31B-71A8-6F59-6CF07FEC341B}"/>
              </a:ext>
            </a:extLst>
          </p:cNvPr>
          <p:cNvSpPr>
            <a:spLocks/>
          </p:cNvSpPr>
          <p:nvPr userDrawn="1"/>
        </p:nvSpPr>
        <p:spPr>
          <a:xfrm>
            <a:off x="8161200" y="866775"/>
            <a:ext cx="1792610" cy="1390650"/>
          </a:xfrm>
          <a:prstGeom prst="rect">
            <a:avLst/>
          </a:prstGeom>
          <a:solidFill>
            <a:schemeClr val="accent1"/>
          </a:solidFill>
        </p:spPr>
        <p:txBody>
          <a:bodyPr wrap="square" lIns="180000" tIns="90000" rIns="88325" bIns="44162">
            <a:noAutofit/>
          </a:bodyPr>
          <a:lstStyle/>
          <a:p>
            <a:endParaRPr lang="en-GB" sz="4700" noProof="0">
              <a:solidFill>
                <a:schemeClr val="bg1"/>
              </a:solidFill>
            </a:endParaRPr>
          </a:p>
        </p:txBody>
      </p:sp>
      <p:cxnSp>
        <p:nvCxnSpPr>
          <p:cNvPr id="25" name="Gerader Verbinder 24">
            <a:extLst>
              <a:ext uri="{FF2B5EF4-FFF2-40B4-BE49-F238E27FC236}">
                <a16:creationId xmlns:a16="http://schemas.microsoft.com/office/drawing/2014/main" id="{20494D9F-526C-2E69-E603-70C47570B76A}"/>
              </a:ext>
            </a:extLst>
          </p:cNvPr>
          <p:cNvCxnSpPr>
            <a:cxnSpLocks/>
          </p:cNvCxnSpPr>
          <p:nvPr userDrawn="1"/>
        </p:nvCxnSpPr>
        <p:spPr>
          <a:xfrm>
            <a:off x="8350014"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platzhalter 12">
            <a:extLst>
              <a:ext uri="{FF2B5EF4-FFF2-40B4-BE49-F238E27FC236}">
                <a16:creationId xmlns:a16="http://schemas.microsoft.com/office/drawing/2014/main" id="{CD54ACCC-E2D7-61F6-43F8-B08BB0DF8902}"/>
              </a:ext>
            </a:extLst>
          </p:cNvPr>
          <p:cNvSpPr>
            <a:spLocks noGrp="1"/>
          </p:cNvSpPr>
          <p:nvPr>
            <p:ph type="body" sz="quarter" idx="26" hasCustomPrompt="1"/>
          </p:nvPr>
        </p:nvSpPr>
        <p:spPr>
          <a:xfrm>
            <a:off x="8161200"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a:t>Insert content</a:t>
            </a:r>
          </a:p>
        </p:txBody>
      </p:sp>
      <p:sp>
        <p:nvSpPr>
          <p:cNvPr id="27" name="Textplatzhalter 12">
            <a:extLst>
              <a:ext uri="{FF2B5EF4-FFF2-40B4-BE49-F238E27FC236}">
                <a16:creationId xmlns:a16="http://schemas.microsoft.com/office/drawing/2014/main" id="{AE30B499-759C-236B-6D1C-6BCA6F207DFA}"/>
              </a:ext>
            </a:extLst>
          </p:cNvPr>
          <p:cNvSpPr>
            <a:spLocks noGrp="1"/>
          </p:cNvSpPr>
          <p:nvPr>
            <p:ph type="body" sz="quarter" idx="27" hasCustomPrompt="1"/>
          </p:nvPr>
        </p:nvSpPr>
        <p:spPr>
          <a:xfrm>
            <a:off x="8161200"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a:t>0</a:t>
            </a:r>
          </a:p>
        </p:txBody>
      </p:sp>
      <p:sp>
        <p:nvSpPr>
          <p:cNvPr id="28" name="Rechteck 27">
            <a:extLst>
              <a:ext uri="{FF2B5EF4-FFF2-40B4-BE49-F238E27FC236}">
                <a16:creationId xmlns:a16="http://schemas.microsoft.com/office/drawing/2014/main" id="{2C39869D-3DD1-49E4-9B99-D5ADADC37626}"/>
              </a:ext>
            </a:extLst>
          </p:cNvPr>
          <p:cNvSpPr>
            <a:spLocks/>
          </p:cNvSpPr>
          <p:nvPr userDrawn="1"/>
        </p:nvSpPr>
        <p:spPr>
          <a:xfrm>
            <a:off x="10130400" y="866775"/>
            <a:ext cx="1792610" cy="1390650"/>
          </a:xfrm>
          <a:prstGeom prst="rect">
            <a:avLst/>
          </a:prstGeom>
          <a:solidFill>
            <a:schemeClr val="accent1"/>
          </a:solidFill>
        </p:spPr>
        <p:txBody>
          <a:bodyPr wrap="square" lIns="180000" tIns="90000" rIns="88325" bIns="44162">
            <a:noAutofit/>
          </a:bodyPr>
          <a:lstStyle/>
          <a:p>
            <a:endParaRPr lang="en-GB" sz="4700" noProof="0">
              <a:solidFill>
                <a:schemeClr val="bg1"/>
              </a:solidFill>
            </a:endParaRPr>
          </a:p>
        </p:txBody>
      </p:sp>
      <p:cxnSp>
        <p:nvCxnSpPr>
          <p:cNvPr id="29" name="Gerader Verbinder 28">
            <a:extLst>
              <a:ext uri="{FF2B5EF4-FFF2-40B4-BE49-F238E27FC236}">
                <a16:creationId xmlns:a16="http://schemas.microsoft.com/office/drawing/2014/main" id="{DC74D9E1-33AE-B3A6-62C5-702A8706EDCA}"/>
              </a:ext>
            </a:extLst>
          </p:cNvPr>
          <p:cNvCxnSpPr>
            <a:cxnSpLocks/>
          </p:cNvCxnSpPr>
          <p:nvPr userDrawn="1"/>
        </p:nvCxnSpPr>
        <p:spPr>
          <a:xfrm>
            <a:off x="10319214"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platzhalter 12">
            <a:extLst>
              <a:ext uri="{FF2B5EF4-FFF2-40B4-BE49-F238E27FC236}">
                <a16:creationId xmlns:a16="http://schemas.microsoft.com/office/drawing/2014/main" id="{21172486-FB2A-0D37-20BD-766B69EC1648}"/>
              </a:ext>
            </a:extLst>
          </p:cNvPr>
          <p:cNvSpPr>
            <a:spLocks noGrp="1"/>
          </p:cNvSpPr>
          <p:nvPr>
            <p:ph type="body" sz="quarter" idx="28" hasCustomPrompt="1"/>
          </p:nvPr>
        </p:nvSpPr>
        <p:spPr>
          <a:xfrm>
            <a:off x="10130400"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a:t>Insert content</a:t>
            </a:r>
          </a:p>
        </p:txBody>
      </p:sp>
      <p:sp>
        <p:nvSpPr>
          <p:cNvPr id="31" name="Textplatzhalter 12">
            <a:extLst>
              <a:ext uri="{FF2B5EF4-FFF2-40B4-BE49-F238E27FC236}">
                <a16:creationId xmlns:a16="http://schemas.microsoft.com/office/drawing/2014/main" id="{A5D721FD-5C54-2030-F7DF-99F78870D3F0}"/>
              </a:ext>
            </a:extLst>
          </p:cNvPr>
          <p:cNvSpPr>
            <a:spLocks noGrp="1"/>
          </p:cNvSpPr>
          <p:nvPr>
            <p:ph type="body" sz="quarter" idx="29" hasCustomPrompt="1"/>
          </p:nvPr>
        </p:nvSpPr>
        <p:spPr>
          <a:xfrm>
            <a:off x="10130400"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a:t>0</a:t>
            </a:r>
          </a:p>
        </p:txBody>
      </p:sp>
    </p:spTree>
    <p:extLst>
      <p:ext uri="{BB962C8B-B14F-4D97-AF65-F5344CB8AC3E}">
        <p14:creationId xmlns:p14="http://schemas.microsoft.com/office/powerpoint/2010/main" val="3442525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de-CH" noProof="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de-CH" noProof="0"/>
          </a:p>
        </p:txBody>
      </p:sp>
    </p:spTree>
    <p:extLst>
      <p:ext uri="{BB962C8B-B14F-4D97-AF65-F5344CB8AC3E}">
        <p14:creationId xmlns:p14="http://schemas.microsoft.com/office/powerpoint/2010/main" val="777660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ld und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a:t>Insert chapter title</a:t>
            </a:r>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908720"/>
            <a:ext cx="7701073" cy="5315868"/>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7" name="Inhaltsplatzhalter 2">
            <a:extLst>
              <a:ext uri="{FF2B5EF4-FFF2-40B4-BE49-F238E27FC236}">
                <a16:creationId xmlns:a16="http://schemas.microsoft.com/office/drawing/2014/main" id="{79B29A34-DB3C-6631-0D19-C1C5DF5EA28A}"/>
              </a:ext>
            </a:extLst>
          </p:cNvPr>
          <p:cNvSpPr>
            <a:spLocks noGrp="1"/>
          </p:cNvSpPr>
          <p:nvPr>
            <p:ph idx="20" hasCustomPrompt="1"/>
          </p:nvPr>
        </p:nvSpPr>
        <p:spPr>
          <a:xfrm>
            <a:off x="8156525" y="870743"/>
            <a:ext cx="3765600" cy="53538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Tree>
    <p:extLst>
      <p:ext uri="{BB962C8B-B14F-4D97-AF65-F5344CB8AC3E}">
        <p14:creationId xmlns:p14="http://schemas.microsoft.com/office/powerpoint/2010/main" val="1420544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rei Inhalte">
    <p:spTree>
      <p:nvGrpSpPr>
        <p:cNvPr id="1" name=""/>
        <p:cNvGrpSpPr/>
        <p:nvPr/>
      </p:nvGrpSpPr>
      <p:grpSpPr>
        <a:xfrm>
          <a:off x="0" y="0"/>
          <a:ext cx="0" cy="0"/>
          <a:chOff x="0" y="0"/>
          <a:chExt cx="0" cy="0"/>
        </a:xfrm>
      </p:grpSpPr>
      <p:sp>
        <p:nvSpPr>
          <p:cNvPr id="9" name="Inhaltsplatzhalter 2">
            <a:extLst>
              <a:ext uri="{FF2B5EF4-FFF2-40B4-BE49-F238E27FC236}">
                <a16:creationId xmlns:a16="http://schemas.microsoft.com/office/drawing/2014/main" id="{5A128A8A-1E20-0372-6952-A37B014C0229}"/>
              </a:ext>
            </a:extLst>
          </p:cNvPr>
          <p:cNvSpPr>
            <a:spLocks noGrp="1"/>
          </p:cNvSpPr>
          <p:nvPr>
            <p:ph idx="1" hasCustomPrompt="1"/>
          </p:nvPr>
        </p:nvSpPr>
        <p:spPr>
          <a:xfrm>
            <a:off x="280379" y="870744"/>
            <a:ext cx="3765600" cy="5353844"/>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0" name="Titel 1">
            <a:extLst>
              <a:ext uri="{FF2B5EF4-FFF2-40B4-BE49-F238E27FC236}">
                <a16:creationId xmlns:a16="http://schemas.microsoft.com/office/drawing/2014/main" id="{8E16A7B1-D6D5-1F45-5873-56D50909A60B}"/>
              </a:ext>
            </a:extLst>
          </p:cNvPr>
          <p:cNvSpPr>
            <a:spLocks noGrp="1"/>
          </p:cNvSpPr>
          <p:nvPr>
            <p:ph type="title" hasCustomPrompt="1"/>
          </p:nvPr>
        </p:nvSpPr>
        <p:spPr>
          <a:xfrm>
            <a:off x="271463" y="245269"/>
            <a:ext cx="11650662" cy="531056"/>
          </a:xfrm>
        </p:spPr>
        <p:txBody>
          <a:bodyPr/>
          <a:lstStyle>
            <a:lvl1pPr>
              <a:defRPr/>
            </a:lvl1pPr>
          </a:lstStyle>
          <a:p>
            <a:r>
              <a:rPr lang="en-GB" noProof="0"/>
              <a:t>Insert chapter title</a:t>
            </a:r>
          </a:p>
        </p:txBody>
      </p:sp>
      <p:sp>
        <p:nvSpPr>
          <p:cNvPr id="12" name="Inhaltsplatzhalter 2">
            <a:extLst>
              <a:ext uri="{FF2B5EF4-FFF2-40B4-BE49-F238E27FC236}">
                <a16:creationId xmlns:a16="http://schemas.microsoft.com/office/drawing/2014/main" id="{B08945CC-0D4F-0056-B059-E53C8D583D78}"/>
              </a:ext>
            </a:extLst>
          </p:cNvPr>
          <p:cNvSpPr>
            <a:spLocks noGrp="1"/>
          </p:cNvSpPr>
          <p:nvPr>
            <p:ph idx="19" hasCustomPrompt="1"/>
          </p:nvPr>
        </p:nvSpPr>
        <p:spPr>
          <a:xfrm>
            <a:off x="4218452" y="870744"/>
            <a:ext cx="3765600" cy="5353844"/>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 name="Inhaltsplatzhalter 2">
            <a:extLst>
              <a:ext uri="{FF2B5EF4-FFF2-40B4-BE49-F238E27FC236}">
                <a16:creationId xmlns:a16="http://schemas.microsoft.com/office/drawing/2014/main" id="{991A9BC9-91DF-B4F2-E0C5-C2578FBF8926}"/>
              </a:ext>
            </a:extLst>
          </p:cNvPr>
          <p:cNvSpPr>
            <a:spLocks noGrp="1"/>
          </p:cNvSpPr>
          <p:nvPr>
            <p:ph idx="20" hasCustomPrompt="1"/>
          </p:nvPr>
        </p:nvSpPr>
        <p:spPr>
          <a:xfrm>
            <a:off x="8156525" y="870743"/>
            <a:ext cx="3765600" cy="53538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Tree>
    <p:extLst>
      <p:ext uri="{BB962C8B-B14F-4D97-AF65-F5344CB8AC3E}">
        <p14:creationId xmlns:p14="http://schemas.microsoft.com/office/powerpoint/2010/main" val="25713388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rei Bilder mit Tex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 name="Bildplatzhalter 4">
            <a:extLst>
              <a:ext uri="{FF2B5EF4-FFF2-40B4-BE49-F238E27FC236}">
                <a16:creationId xmlns:a16="http://schemas.microsoft.com/office/drawing/2014/main" id="{BB21450C-9A0A-DE52-A711-C6A4E254A2DE}"/>
              </a:ext>
            </a:extLst>
          </p:cNvPr>
          <p:cNvSpPr>
            <a:spLocks noGrp="1"/>
          </p:cNvSpPr>
          <p:nvPr>
            <p:ph type="pic" sz="quarter" idx="17"/>
          </p:nvPr>
        </p:nvSpPr>
        <p:spPr>
          <a:xfrm>
            <a:off x="4218452"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4" name="Bildplatzhalter 4">
            <a:extLst>
              <a:ext uri="{FF2B5EF4-FFF2-40B4-BE49-F238E27FC236}">
                <a16:creationId xmlns:a16="http://schemas.microsoft.com/office/drawing/2014/main" id="{40369691-93C7-0711-9987-747ABDF5BEE9}"/>
              </a:ext>
            </a:extLst>
          </p:cNvPr>
          <p:cNvSpPr>
            <a:spLocks noGrp="1"/>
          </p:cNvSpPr>
          <p:nvPr>
            <p:ph type="pic" sz="quarter" idx="18"/>
          </p:nvPr>
        </p:nvSpPr>
        <p:spPr>
          <a:xfrm>
            <a:off x="8156525"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9" name="Inhaltsplatzhalter 2">
            <a:extLst>
              <a:ext uri="{FF2B5EF4-FFF2-40B4-BE49-F238E27FC236}">
                <a16:creationId xmlns:a16="http://schemas.microsoft.com/office/drawing/2014/main" id="{5A128A8A-1E20-0372-6952-A37B014C0229}"/>
              </a:ext>
            </a:extLst>
          </p:cNvPr>
          <p:cNvSpPr>
            <a:spLocks noGrp="1"/>
          </p:cNvSpPr>
          <p:nvPr>
            <p:ph idx="1" hasCustomPrompt="1"/>
          </p:nvPr>
        </p:nvSpPr>
        <p:spPr>
          <a:xfrm>
            <a:off x="280379" y="870744"/>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0" name="Titel 1">
            <a:extLst>
              <a:ext uri="{FF2B5EF4-FFF2-40B4-BE49-F238E27FC236}">
                <a16:creationId xmlns:a16="http://schemas.microsoft.com/office/drawing/2014/main" id="{8E16A7B1-D6D5-1F45-5873-56D50909A60B}"/>
              </a:ext>
            </a:extLst>
          </p:cNvPr>
          <p:cNvSpPr>
            <a:spLocks noGrp="1"/>
          </p:cNvSpPr>
          <p:nvPr>
            <p:ph type="title" hasCustomPrompt="1"/>
          </p:nvPr>
        </p:nvSpPr>
        <p:spPr>
          <a:xfrm>
            <a:off x="271463" y="245269"/>
            <a:ext cx="11650662" cy="531056"/>
          </a:xfrm>
        </p:spPr>
        <p:txBody>
          <a:bodyPr/>
          <a:lstStyle>
            <a:lvl1pPr>
              <a:defRPr/>
            </a:lvl1pPr>
          </a:lstStyle>
          <a:p>
            <a:r>
              <a:rPr lang="en-GB" noProof="0"/>
              <a:t>Insert chapter title</a:t>
            </a:r>
          </a:p>
        </p:txBody>
      </p:sp>
      <p:sp>
        <p:nvSpPr>
          <p:cNvPr id="12" name="Inhaltsplatzhalter 2">
            <a:extLst>
              <a:ext uri="{FF2B5EF4-FFF2-40B4-BE49-F238E27FC236}">
                <a16:creationId xmlns:a16="http://schemas.microsoft.com/office/drawing/2014/main" id="{B08945CC-0D4F-0056-B059-E53C8D583D78}"/>
              </a:ext>
            </a:extLst>
          </p:cNvPr>
          <p:cNvSpPr>
            <a:spLocks noGrp="1"/>
          </p:cNvSpPr>
          <p:nvPr>
            <p:ph idx="19" hasCustomPrompt="1"/>
          </p:nvPr>
        </p:nvSpPr>
        <p:spPr>
          <a:xfrm>
            <a:off x="4218452" y="870744"/>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 name="Inhaltsplatzhalter 2">
            <a:extLst>
              <a:ext uri="{FF2B5EF4-FFF2-40B4-BE49-F238E27FC236}">
                <a16:creationId xmlns:a16="http://schemas.microsoft.com/office/drawing/2014/main" id="{991A9BC9-91DF-B4F2-E0C5-C2578FBF8926}"/>
              </a:ext>
            </a:extLst>
          </p:cNvPr>
          <p:cNvSpPr>
            <a:spLocks noGrp="1"/>
          </p:cNvSpPr>
          <p:nvPr>
            <p:ph idx="20" hasCustomPrompt="1"/>
          </p:nvPr>
        </p:nvSpPr>
        <p:spPr>
          <a:xfrm>
            <a:off x="8156525" y="870743"/>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Tree>
    <p:extLst>
      <p:ext uri="{BB962C8B-B14F-4D97-AF65-F5344CB8AC3E}">
        <p14:creationId xmlns:p14="http://schemas.microsoft.com/office/powerpoint/2010/main" val="7210839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de-CH" noProof="0"/>
          </a:p>
        </p:txBody>
      </p:sp>
      <p:sp>
        <p:nvSpPr>
          <p:cNvPr id="2" name="Bildplatzhalter 4">
            <a:extLst>
              <a:ext uri="{FF2B5EF4-FFF2-40B4-BE49-F238E27FC236}">
                <a16:creationId xmlns:a16="http://schemas.microsoft.com/office/drawing/2014/main" id="{BB21450C-9A0A-DE52-A711-C6A4E254A2DE}"/>
              </a:ext>
            </a:extLst>
          </p:cNvPr>
          <p:cNvSpPr>
            <a:spLocks noGrp="1"/>
          </p:cNvSpPr>
          <p:nvPr>
            <p:ph type="pic" sz="quarter" idx="17"/>
          </p:nvPr>
        </p:nvSpPr>
        <p:spPr>
          <a:xfrm>
            <a:off x="4218452"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de-CH" noProof="0"/>
          </a:p>
        </p:txBody>
      </p:sp>
      <p:sp>
        <p:nvSpPr>
          <p:cNvPr id="4" name="Bildplatzhalter 4">
            <a:extLst>
              <a:ext uri="{FF2B5EF4-FFF2-40B4-BE49-F238E27FC236}">
                <a16:creationId xmlns:a16="http://schemas.microsoft.com/office/drawing/2014/main" id="{40369691-93C7-0711-9987-747ABDF5BEE9}"/>
              </a:ext>
            </a:extLst>
          </p:cNvPr>
          <p:cNvSpPr>
            <a:spLocks noGrp="1"/>
          </p:cNvSpPr>
          <p:nvPr>
            <p:ph type="pic" sz="quarter" idx="18"/>
          </p:nvPr>
        </p:nvSpPr>
        <p:spPr>
          <a:xfrm>
            <a:off x="8156525"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de-CH" noProof="0"/>
          </a:p>
        </p:txBody>
      </p:sp>
    </p:spTree>
    <p:extLst>
      <p:ext uri="{BB962C8B-B14F-4D97-AF65-F5344CB8AC3E}">
        <p14:creationId xmlns:p14="http://schemas.microsoft.com/office/powerpoint/2010/main" val="162006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Vier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a:t>Insert title</a:t>
            </a:r>
          </a:p>
        </p:txBody>
      </p:sp>
      <p:sp>
        <p:nvSpPr>
          <p:cNvPr id="3" name="Inhaltsplatzhalter 2"/>
          <p:cNvSpPr>
            <a:spLocks noGrp="1"/>
          </p:cNvSpPr>
          <p:nvPr>
            <p:ph idx="1" hasCustomPrompt="1"/>
          </p:nvPr>
        </p:nvSpPr>
        <p:spPr>
          <a:xfrm>
            <a:off x="271460"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80379"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2" name="Inhaltsplatzhalter 2">
            <a:extLst>
              <a:ext uri="{FF2B5EF4-FFF2-40B4-BE49-F238E27FC236}">
                <a16:creationId xmlns:a16="http://schemas.microsoft.com/office/drawing/2014/main" id="{2115A716-7F0D-6001-BBDA-1C1AF55BDEB0}"/>
              </a:ext>
            </a:extLst>
          </p:cNvPr>
          <p:cNvSpPr>
            <a:spLocks noGrp="1"/>
          </p:cNvSpPr>
          <p:nvPr>
            <p:ph idx="17" hasCustomPrompt="1"/>
          </p:nvPr>
        </p:nvSpPr>
        <p:spPr>
          <a:xfrm>
            <a:off x="3228587"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23" name="Bildplatzhalter 4">
            <a:extLst>
              <a:ext uri="{FF2B5EF4-FFF2-40B4-BE49-F238E27FC236}">
                <a16:creationId xmlns:a16="http://schemas.microsoft.com/office/drawing/2014/main" id="{ADAF9B2C-8583-6129-0978-4CC7CC294B45}"/>
              </a:ext>
            </a:extLst>
          </p:cNvPr>
          <p:cNvSpPr>
            <a:spLocks noGrp="1"/>
          </p:cNvSpPr>
          <p:nvPr>
            <p:ph type="pic" sz="quarter" idx="18"/>
          </p:nvPr>
        </p:nvSpPr>
        <p:spPr>
          <a:xfrm>
            <a:off x="3237506"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4" name="Inhaltsplatzhalter 2">
            <a:extLst>
              <a:ext uri="{FF2B5EF4-FFF2-40B4-BE49-F238E27FC236}">
                <a16:creationId xmlns:a16="http://schemas.microsoft.com/office/drawing/2014/main" id="{5E0F70B3-FE43-EB4F-1A26-27C37577C871}"/>
              </a:ext>
            </a:extLst>
          </p:cNvPr>
          <p:cNvSpPr>
            <a:spLocks noGrp="1"/>
          </p:cNvSpPr>
          <p:nvPr>
            <p:ph idx="19" hasCustomPrompt="1"/>
          </p:nvPr>
        </p:nvSpPr>
        <p:spPr>
          <a:xfrm>
            <a:off x="6185714"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25" name="Bildplatzhalter 4">
            <a:extLst>
              <a:ext uri="{FF2B5EF4-FFF2-40B4-BE49-F238E27FC236}">
                <a16:creationId xmlns:a16="http://schemas.microsoft.com/office/drawing/2014/main" id="{D8C6563C-12FB-DB8B-2352-BC6B519F3546}"/>
              </a:ext>
            </a:extLst>
          </p:cNvPr>
          <p:cNvSpPr>
            <a:spLocks noGrp="1"/>
          </p:cNvSpPr>
          <p:nvPr>
            <p:ph type="pic" sz="quarter" idx="20"/>
          </p:nvPr>
        </p:nvSpPr>
        <p:spPr>
          <a:xfrm>
            <a:off x="6194633"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6" name="Inhaltsplatzhalter 2">
            <a:extLst>
              <a:ext uri="{FF2B5EF4-FFF2-40B4-BE49-F238E27FC236}">
                <a16:creationId xmlns:a16="http://schemas.microsoft.com/office/drawing/2014/main" id="{B4039616-C526-8550-70B5-FB949E593989}"/>
              </a:ext>
            </a:extLst>
          </p:cNvPr>
          <p:cNvSpPr>
            <a:spLocks noGrp="1"/>
          </p:cNvSpPr>
          <p:nvPr>
            <p:ph idx="21" hasCustomPrompt="1"/>
          </p:nvPr>
        </p:nvSpPr>
        <p:spPr>
          <a:xfrm>
            <a:off x="9142840"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9151759"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Tree>
    <p:extLst>
      <p:ext uri="{BB962C8B-B14F-4D97-AF65-F5344CB8AC3E}">
        <p14:creationId xmlns:p14="http://schemas.microsoft.com/office/powerpoint/2010/main" val="930470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eben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a:t>Insert title</a:t>
            </a:r>
          </a:p>
        </p:txBody>
      </p:sp>
      <p:sp>
        <p:nvSpPr>
          <p:cNvPr id="3" name="Inhaltsplatzhalter 2"/>
          <p:cNvSpPr>
            <a:spLocks noGrp="1"/>
          </p:cNvSpPr>
          <p:nvPr>
            <p:ph idx="1" hasCustomPrompt="1"/>
          </p:nvPr>
        </p:nvSpPr>
        <p:spPr>
          <a:xfrm>
            <a:off x="281300"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80378"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6" name="Inhaltsplatzhalter 2">
            <a:extLst>
              <a:ext uri="{FF2B5EF4-FFF2-40B4-BE49-F238E27FC236}">
                <a16:creationId xmlns:a16="http://schemas.microsoft.com/office/drawing/2014/main" id="{F20D1239-AC10-7CF3-7460-F409E82CBCF4}"/>
              </a:ext>
            </a:extLst>
          </p:cNvPr>
          <p:cNvSpPr>
            <a:spLocks noGrp="1"/>
          </p:cNvSpPr>
          <p:nvPr>
            <p:ph idx="17" hasCustomPrompt="1"/>
          </p:nvPr>
        </p:nvSpPr>
        <p:spPr>
          <a:xfrm>
            <a:off x="3235845"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17" name="Bildplatzhalter 4">
            <a:extLst>
              <a:ext uri="{FF2B5EF4-FFF2-40B4-BE49-F238E27FC236}">
                <a16:creationId xmlns:a16="http://schemas.microsoft.com/office/drawing/2014/main" id="{63E66951-4F0B-CBC1-A3F3-06E36980367D}"/>
              </a:ext>
            </a:extLst>
          </p:cNvPr>
          <p:cNvSpPr>
            <a:spLocks noGrp="1"/>
          </p:cNvSpPr>
          <p:nvPr>
            <p:ph type="pic" sz="quarter" idx="18"/>
          </p:nvPr>
        </p:nvSpPr>
        <p:spPr>
          <a:xfrm>
            <a:off x="3234923"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8" name="Inhaltsplatzhalter 2">
            <a:extLst>
              <a:ext uri="{FF2B5EF4-FFF2-40B4-BE49-F238E27FC236}">
                <a16:creationId xmlns:a16="http://schemas.microsoft.com/office/drawing/2014/main" id="{B22D8516-82BF-C968-B99F-F2C48726086A}"/>
              </a:ext>
            </a:extLst>
          </p:cNvPr>
          <p:cNvSpPr>
            <a:spLocks noGrp="1"/>
          </p:cNvSpPr>
          <p:nvPr>
            <p:ph idx="19" hasCustomPrompt="1"/>
          </p:nvPr>
        </p:nvSpPr>
        <p:spPr>
          <a:xfrm>
            <a:off x="6190390"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19" name="Bildplatzhalter 4">
            <a:extLst>
              <a:ext uri="{FF2B5EF4-FFF2-40B4-BE49-F238E27FC236}">
                <a16:creationId xmlns:a16="http://schemas.microsoft.com/office/drawing/2014/main" id="{CC380BDB-57AA-395C-97C5-32258AD42292}"/>
              </a:ext>
            </a:extLst>
          </p:cNvPr>
          <p:cNvSpPr>
            <a:spLocks noGrp="1"/>
          </p:cNvSpPr>
          <p:nvPr>
            <p:ph type="pic" sz="quarter" idx="20"/>
          </p:nvPr>
        </p:nvSpPr>
        <p:spPr>
          <a:xfrm>
            <a:off x="6189468"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0" name="Inhaltsplatzhalter 2">
            <a:extLst>
              <a:ext uri="{FF2B5EF4-FFF2-40B4-BE49-F238E27FC236}">
                <a16:creationId xmlns:a16="http://schemas.microsoft.com/office/drawing/2014/main" id="{AB12B8A9-2E40-004F-7D4B-DC8308302138}"/>
              </a:ext>
            </a:extLst>
          </p:cNvPr>
          <p:cNvSpPr>
            <a:spLocks noGrp="1"/>
          </p:cNvSpPr>
          <p:nvPr>
            <p:ph idx="21" hasCustomPrompt="1"/>
          </p:nvPr>
        </p:nvSpPr>
        <p:spPr>
          <a:xfrm>
            <a:off x="9144936"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21" name="Bildplatzhalter 4">
            <a:extLst>
              <a:ext uri="{FF2B5EF4-FFF2-40B4-BE49-F238E27FC236}">
                <a16:creationId xmlns:a16="http://schemas.microsoft.com/office/drawing/2014/main" id="{E8E60EDF-84BC-50DF-DF1D-12535BD165EA}"/>
              </a:ext>
            </a:extLst>
          </p:cNvPr>
          <p:cNvSpPr>
            <a:spLocks noGrp="1"/>
          </p:cNvSpPr>
          <p:nvPr>
            <p:ph type="pic" sz="quarter" idx="22"/>
          </p:nvPr>
        </p:nvSpPr>
        <p:spPr>
          <a:xfrm>
            <a:off x="9144014"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8" name="Inhaltsplatzhalter 2">
            <a:extLst>
              <a:ext uri="{FF2B5EF4-FFF2-40B4-BE49-F238E27FC236}">
                <a16:creationId xmlns:a16="http://schemas.microsoft.com/office/drawing/2014/main" id="{271646C3-68B0-05A8-5C65-22D55CE4808F}"/>
              </a:ext>
            </a:extLst>
          </p:cNvPr>
          <p:cNvSpPr>
            <a:spLocks noGrp="1"/>
          </p:cNvSpPr>
          <p:nvPr>
            <p:ph idx="23" hasCustomPrompt="1"/>
          </p:nvPr>
        </p:nvSpPr>
        <p:spPr>
          <a:xfrm>
            <a:off x="270797"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29" name="Bildplatzhalter 4">
            <a:extLst>
              <a:ext uri="{FF2B5EF4-FFF2-40B4-BE49-F238E27FC236}">
                <a16:creationId xmlns:a16="http://schemas.microsoft.com/office/drawing/2014/main" id="{EC544524-67DF-E44E-A80D-DEF20D907A89}"/>
              </a:ext>
            </a:extLst>
          </p:cNvPr>
          <p:cNvSpPr>
            <a:spLocks noGrp="1"/>
          </p:cNvSpPr>
          <p:nvPr>
            <p:ph type="pic" sz="quarter" idx="24"/>
          </p:nvPr>
        </p:nvSpPr>
        <p:spPr>
          <a:xfrm>
            <a:off x="269875"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30" name="Inhaltsplatzhalter 2">
            <a:extLst>
              <a:ext uri="{FF2B5EF4-FFF2-40B4-BE49-F238E27FC236}">
                <a16:creationId xmlns:a16="http://schemas.microsoft.com/office/drawing/2014/main" id="{E052A1FF-3C1D-18C9-FF8C-91D41AD5E46F}"/>
              </a:ext>
            </a:extLst>
          </p:cNvPr>
          <p:cNvSpPr>
            <a:spLocks noGrp="1"/>
          </p:cNvSpPr>
          <p:nvPr>
            <p:ph idx="25" hasCustomPrompt="1"/>
          </p:nvPr>
        </p:nvSpPr>
        <p:spPr>
          <a:xfrm>
            <a:off x="3225342"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31" name="Bildplatzhalter 4">
            <a:extLst>
              <a:ext uri="{FF2B5EF4-FFF2-40B4-BE49-F238E27FC236}">
                <a16:creationId xmlns:a16="http://schemas.microsoft.com/office/drawing/2014/main" id="{CA8F6A59-A25E-5F43-6AC1-01A66F711A97}"/>
              </a:ext>
            </a:extLst>
          </p:cNvPr>
          <p:cNvSpPr>
            <a:spLocks noGrp="1"/>
          </p:cNvSpPr>
          <p:nvPr>
            <p:ph type="pic" sz="quarter" idx="26"/>
          </p:nvPr>
        </p:nvSpPr>
        <p:spPr>
          <a:xfrm>
            <a:off x="3224420"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32" name="Inhaltsplatzhalter 2">
            <a:extLst>
              <a:ext uri="{FF2B5EF4-FFF2-40B4-BE49-F238E27FC236}">
                <a16:creationId xmlns:a16="http://schemas.microsoft.com/office/drawing/2014/main" id="{704FB434-2B9A-C168-61EC-9AE6DBA6CE72}"/>
              </a:ext>
            </a:extLst>
          </p:cNvPr>
          <p:cNvSpPr>
            <a:spLocks noGrp="1"/>
          </p:cNvSpPr>
          <p:nvPr>
            <p:ph idx="27" hasCustomPrompt="1"/>
          </p:nvPr>
        </p:nvSpPr>
        <p:spPr>
          <a:xfrm>
            <a:off x="6179887"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First name Surname</a:t>
            </a:r>
          </a:p>
        </p:txBody>
      </p:sp>
      <p:sp>
        <p:nvSpPr>
          <p:cNvPr id="33" name="Bildplatzhalter 4">
            <a:extLst>
              <a:ext uri="{FF2B5EF4-FFF2-40B4-BE49-F238E27FC236}">
                <a16:creationId xmlns:a16="http://schemas.microsoft.com/office/drawing/2014/main" id="{1D1811AD-FBE2-BBD0-4B34-A096DE429FE1}"/>
              </a:ext>
            </a:extLst>
          </p:cNvPr>
          <p:cNvSpPr>
            <a:spLocks noGrp="1"/>
          </p:cNvSpPr>
          <p:nvPr>
            <p:ph type="pic" sz="quarter" idx="28"/>
          </p:nvPr>
        </p:nvSpPr>
        <p:spPr>
          <a:xfrm>
            <a:off x="6178965"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Tree>
    <p:extLst>
      <p:ext uri="{BB962C8B-B14F-4D97-AF65-F5344CB8AC3E}">
        <p14:creationId xmlns:p14="http://schemas.microsoft.com/office/powerpoint/2010/main" val="38181047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a:t>Insert title</a:t>
            </a:r>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69875"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6187440" y="1088740"/>
            <a:ext cx="5734685" cy="4287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8" name="Textplatzhalter 7">
            <a:extLst>
              <a:ext uri="{FF2B5EF4-FFF2-40B4-BE49-F238E27FC236}">
                <a16:creationId xmlns:a16="http://schemas.microsoft.com/office/drawing/2014/main" id="{4280664E-DD47-F588-9AC5-7EF892BCCD6D}"/>
              </a:ext>
            </a:extLst>
          </p:cNvPr>
          <p:cNvSpPr>
            <a:spLocks noGrp="1"/>
          </p:cNvSpPr>
          <p:nvPr>
            <p:ph type="body" sz="quarter" idx="23" hasCustomPrompt="1"/>
          </p:nvPr>
        </p:nvSpPr>
        <p:spPr>
          <a:xfrm>
            <a:off x="269875" y="2932875"/>
            <a:ext cx="1792800" cy="424688"/>
          </a:xfrm>
        </p:spPr>
        <p:txBody>
          <a:bodyPr/>
          <a:lstStyle>
            <a:lvl1pPr>
              <a:defRPr/>
            </a:lvl1pPr>
          </a:lstStyle>
          <a:p>
            <a:pPr lvl="0"/>
            <a:r>
              <a:rPr lang="en-GB" noProof="0"/>
              <a:t>First name Surname</a:t>
            </a:r>
            <a:br>
              <a:rPr lang="en-GB" noProof="0"/>
            </a:br>
            <a:r>
              <a:rPr lang="en-GB" noProof="0"/>
              <a:t>Position</a:t>
            </a:r>
          </a:p>
        </p:txBody>
      </p:sp>
      <p:sp>
        <p:nvSpPr>
          <p:cNvPr id="12" name="Bildplatzhalter 4">
            <a:extLst>
              <a:ext uri="{FF2B5EF4-FFF2-40B4-BE49-F238E27FC236}">
                <a16:creationId xmlns:a16="http://schemas.microsoft.com/office/drawing/2014/main" id="{BF131E8F-F030-F634-B58C-C4083E313DB0}"/>
              </a:ext>
            </a:extLst>
          </p:cNvPr>
          <p:cNvSpPr>
            <a:spLocks noGrp="1"/>
          </p:cNvSpPr>
          <p:nvPr>
            <p:ph type="pic" sz="quarter" idx="24"/>
          </p:nvPr>
        </p:nvSpPr>
        <p:spPr>
          <a:xfrm>
            <a:off x="2241952"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3" name="Textplatzhalter 7">
            <a:extLst>
              <a:ext uri="{FF2B5EF4-FFF2-40B4-BE49-F238E27FC236}">
                <a16:creationId xmlns:a16="http://schemas.microsoft.com/office/drawing/2014/main" id="{CCDDB8DD-2426-6FE0-DFEE-6DE9A58F0769}"/>
              </a:ext>
            </a:extLst>
          </p:cNvPr>
          <p:cNvSpPr>
            <a:spLocks noGrp="1"/>
          </p:cNvSpPr>
          <p:nvPr>
            <p:ph type="body" sz="quarter" idx="25" hasCustomPrompt="1"/>
          </p:nvPr>
        </p:nvSpPr>
        <p:spPr>
          <a:xfrm>
            <a:off x="2241952" y="2932875"/>
            <a:ext cx="1792800" cy="424688"/>
          </a:xfrm>
        </p:spPr>
        <p:txBody>
          <a:bodyPr/>
          <a:lstStyle>
            <a:lvl1pPr>
              <a:defRPr/>
            </a:lvl1pPr>
          </a:lstStyle>
          <a:p>
            <a:pPr lvl="0"/>
            <a:r>
              <a:rPr lang="en-GB" noProof="0"/>
              <a:t>First name Surname</a:t>
            </a:r>
            <a:br>
              <a:rPr lang="en-GB" noProof="0"/>
            </a:br>
            <a:r>
              <a:rPr lang="en-GB" noProof="0"/>
              <a:t>Position</a:t>
            </a:r>
          </a:p>
        </p:txBody>
      </p:sp>
      <p:sp>
        <p:nvSpPr>
          <p:cNvPr id="14" name="Bildplatzhalter 4">
            <a:extLst>
              <a:ext uri="{FF2B5EF4-FFF2-40B4-BE49-F238E27FC236}">
                <a16:creationId xmlns:a16="http://schemas.microsoft.com/office/drawing/2014/main" id="{983435DF-10F7-65D6-87B3-02DB8987199E}"/>
              </a:ext>
            </a:extLst>
          </p:cNvPr>
          <p:cNvSpPr>
            <a:spLocks noGrp="1"/>
          </p:cNvSpPr>
          <p:nvPr>
            <p:ph type="pic" sz="quarter" idx="26"/>
          </p:nvPr>
        </p:nvSpPr>
        <p:spPr>
          <a:xfrm>
            <a:off x="4216411"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5" name="Textplatzhalter 7">
            <a:extLst>
              <a:ext uri="{FF2B5EF4-FFF2-40B4-BE49-F238E27FC236}">
                <a16:creationId xmlns:a16="http://schemas.microsoft.com/office/drawing/2014/main" id="{C75924EC-5119-BC69-FAE4-4C5FAF979D6A}"/>
              </a:ext>
            </a:extLst>
          </p:cNvPr>
          <p:cNvSpPr>
            <a:spLocks noGrp="1"/>
          </p:cNvSpPr>
          <p:nvPr>
            <p:ph type="body" sz="quarter" idx="27" hasCustomPrompt="1"/>
          </p:nvPr>
        </p:nvSpPr>
        <p:spPr>
          <a:xfrm>
            <a:off x="4216411" y="2932875"/>
            <a:ext cx="1792800" cy="424688"/>
          </a:xfrm>
        </p:spPr>
        <p:txBody>
          <a:bodyPr/>
          <a:lstStyle>
            <a:lvl1pPr>
              <a:defRPr/>
            </a:lvl1pPr>
          </a:lstStyle>
          <a:p>
            <a:pPr lvl="0"/>
            <a:r>
              <a:rPr lang="en-GB" noProof="0"/>
              <a:t>First name Surname</a:t>
            </a:r>
            <a:br>
              <a:rPr lang="en-GB" noProof="0"/>
            </a:br>
            <a:r>
              <a:rPr lang="en-GB" noProof="0"/>
              <a:t>Position</a:t>
            </a:r>
          </a:p>
        </p:txBody>
      </p:sp>
      <p:sp>
        <p:nvSpPr>
          <p:cNvPr id="16" name="Bildplatzhalter 4">
            <a:extLst>
              <a:ext uri="{FF2B5EF4-FFF2-40B4-BE49-F238E27FC236}">
                <a16:creationId xmlns:a16="http://schemas.microsoft.com/office/drawing/2014/main" id="{8DBCB22B-C5B8-EE52-8843-F6E91485161D}"/>
              </a:ext>
            </a:extLst>
          </p:cNvPr>
          <p:cNvSpPr>
            <a:spLocks noGrp="1"/>
          </p:cNvSpPr>
          <p:nvPr>
            <p:ph type="pic" sz="quarter" idx="28"/>
          </p:nvPr>
        </p:nvSpPr>
        <p:spPr>
          <a:xfrm>
            <a:off x="269875"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7" name="Bildplatzhalter 4">
            <a:extLst>
              <a:ext uri="{FF2B5EF4-FFF2-40B4-BE49-F238E27FC236}">
                <a16:creationId xmlns:a16="http://schemas.microsoft.com/office/drawing/2014/main" id="{E9A2A0FF-0E7C-DA80-3753-010625EC4777}"/>
              </a:ext>
            </a:extLst>
          </p:cNvPr>
          <p:cNvSpPr>
            <a:spLocks noGrp="1"/>
          </p:cNvSpPr>
          <p:nvPr>
            <p:ph type="pic" sz="quarter" idx="29"/>
          </p:nvPr>
        </p:nvSpPr>
        <p:spPr>
          <a:xfrm>
            <a:off x="2241952"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8" name="Bildplatzhalter 4">
            <a:extLst>
              <a:ext uri="{FF2B5EF4-FFF2-40B4-BE49-F238E27FC236}">
                <a16:creationId xmlns:a16="http://schemas.microsoft.com/office/drawing/2014/main" id="{CCD0893B-0A26-A40A-4BEC-E9688A497FAD}"/>
              </a:ext>
            </a:extLst>
          </p:cNvPr>
          <p:cNvSpPr>
            <a:spLocks noGrp="1"/>
          </p:cNvSpPr>
          <p:nvPr>
            <p:ph type="pic" sz="quarter" idx="30"/>
          </p:nvPr>
        </p:nvSpPr>
        <p:spPr>
          <a:xfrm>
            <a:off x="4216411"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9" name="Textplatzhalter 7">
            <a:extLst>
              <a:ext uri="{FF2B5EF4-FFF2-40B4-BE49-F238E27FC236}">
                <a16:creationId xmlns:a16="http://schemas.microsoft.com/office/drawing/2014/main" id="{C01C616E-CDC8-43AA-E3EA-1068A0273501}"/>
              </a:ext>
            </a:extLst>
          </p:cNvPr>
          <p:cNvSpPr>
            <a:spLocks noGrp="1"/>
          </p:cNvSpPr>
          <p:nvPr>
            <p:ph type="body" sz="quarter" idx="31" hasCustomPrompt="1"/>
          </p:nvPr>
        </p:nvSpPr>
        <p:spPr>
          <a:xfrm>
            <a:off x="274033" y="5508398"/>
            <a:ext cx="1792800" cy="424688"/>
          </a:xfrm>
        </p:spPr>
        <p:txBody>
          <a:bodyPr/>
          <a:lstStyle>
            <a:lvl1pPr>
              <a:defRPr/>
            </a:lvl1pPr>
          </a:lstStyle>
          <a:p>
            <a:pPr lvl="0"/>
            <a:r>
              <a:rPr lang="en-GB" noProof="0"/>
              <a:t>First name Surname</a:t>
            </a:r>
            <a:br>
              <a:rPr lang="en-GB" noProof="0"/>
            </a:br>
            <a:r>
              <a:rPr lang="en-GB" noProof="0"/>
              <a:t>Position</a:t>
            </a:r>
          </a:p>
        </p:txBody>
      </p:sp>
      <p:sp>
        <p:nvSpPr>
          <p:cNvPr id="20" name="Textplatzhalter 7">
            <a:extLst>
              <a:ext uri="{FF2B5EF4-FFF2-40B4-BE49-F238E27FC236}">
                <a16:creationId xmlns:a16="http://schemas.microsoft.com/office/drawing/2014/main" id="{329A2272-896A-882E-5158-C54F5F68FD07}"/>
              </a:ext>
            </a:extLst>
          </p:cNvPr>
          <p:cNvSpPr>
            <a:spLocks noGrp="1"/>
          </p:cNvSpPr>
          <p:nvPr>
            <p:ph type="body" sz="quarter" idx="32" hasCustomPrompt="1"/>
          </p:nvPr>
        </p:nvSpPr>
        <p:spPr>
          <a:xfrm>
            <a:off x="2241952" y="5508398"/>
            <a:ext cx="1792800" cy="424688"/>
          </a:xfrm>
        </p:spPr>
        <p:txBody>
          <a:bodyPr/>
          <a:lstStyle>
            <a:lvl1pPr>
              <a:defRPr/>
            </a:lvl1pPr>
          </a:lstStyle>
          <a:p>
            <a:pPr lvl="0"/>
            <a:r>
              <a:rPr lang="en-GB" noProof="0"/>
              <a:t>First name Surname</a:t>
            </a:r>
            <a:br>
              <a:rPr lang="en-GB" noProof="0"/>
            </a:br>
            <a:r>
              <a:rPr lang="en-GB" noProof="0"/>
              <a:t>Position</a:t>
            </a:r>
          </a:p>
        </p:txBody>
      </p:sp>
      <p:sp>
        <p:nvSpPr>
          <p:cNvPr id="21" name="Textplatzhalter 7">
            <a:extLst>
              <a:ext uri="{FF2B5EF4-FFF2-40B4-BE49-F238E27FC236}">
                <a16:creationId xmlns:a16="http://schemas.microsoft.com/office/drawing/2014/main" id="{2522235C-97A4-2633-577F-C6E62223BE14}"/>
              </a:ext>
            </a:extLst>
          </p:cNvPr>
          <p:cNvSpPr>
            <a:spLocks noGrp="1"/>
          </p:cNvSpPr>
          <p:nvPr>
            <p:ph type="body" sz="quarter" idx="33" hasCustomPrompt="1"/>
          </p:nvPr>
        </p:nvSpPr>
        <p:spPr>
          <a:xfrm>
            <a:off x="4216411" y="5508398"/>
            <a:ext cx="1792800" cy="424688"/>
          </a:xfrm>
        </p:spPr>
        <p:txBody>
          <a:bodyPr/>
          <a:lstStyle>
            <a:lvl1pPr>
              <a:defRPr/>
            </a:lvl1pPr>
          </a:lstStyle>
          <a:p>
            <a:pPr lvl="0"/>
            <a:r>
              <a:rPr lang="en-GB" noProof="0"/>
              <a:t>First name Surname</a:t>
            </a:r>
            <a:br>
              <a:rPr lang="en-GB" noProof="0"/>
            </a:br>
            <a:r>
              <a:rPr lang="en-GB" noProof="0"/>
              <a:t>Position</a:t>
            </a:r>
          </a:p>
        </p:txBody>
      </p:sp>
      <p:sp>
        <p:nvSpPr>
          <p:cNvPr id="28" name="Textplatzhalter 7">
            <a:extLst>
              <a:ext uri="{FF2B5EF4-FFF2-40B4-BE49-F238E27FC236}">
                <a16:creationId xmlns:a16="http://schemas.microsoft.com/office/drawing/2014/main" id="{31240D61-DAE3-BD06-237A-C12594445A3C}"/>
              </a:ext>
            </a:extLst>
          </p:cNvPr>
          <p:cNvSpPr>
            <a:spLocks noGrp="1"/>
          </p:cNvSpPr>
          <p:nvPr>
            <p:ph type="body" sz="quarter" idx="34" hasCustomPrompt="1"/>
          </p:nvPr>
        </p:nvSpPr>
        <p:spPr>
          <a:xfrm>
            <a:off x="6190869" y="5508398"/>
            <a:ext cx="5734685" cy="424688"/>
          </a:xfrm>
        </p:spPr>
        <p:txBody>
          <a:bodyPr/>
          <a:lstStyle>
            <a:lvl1pPr>
              <a:defRPr/>
            </a:lvl1pPr>
          </a:lstStyle>
          <a:p>
            <a:pPr lvl="0"/>
            <a:r>
              <a:rPr lang="en-GB" noProof="0"/>
              <a:t>Team</a:t>
            </a:r>
          </a:p>
        </p:txBody>
      </p:sp>
    </p:spTree>
    <p:extLst>
      <p:ext uri="{BB962C8B-B14F-4D97-AF65-F5344CB8AC3E}">
        <p14:creationId xmlns:p14="http://schemas.microsoft.com/office/powerpoint/2010/main" val="41726659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or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a:t>Insert title</a:t>
            </a:r>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6182789"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1088740"/>
            <a:ext cx="5734685" cy="496916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8" name="Textplatzhalter 7">
            <a:extLst>
              <a:ext uri="{FF2B5EF4-FFF2-40B4-BE49-F238E27FC236}">
                <a16:creationId xmlns:a16="http://schemas.microsoft.com/office/drawing/2014/main" id="{4280664E-DD47-F588-9AC5-7EF892BCCD6D}"/>
              </a:ext>
            </a:extLst>
          </p:cNvPr>
          <p:cNvSpPr>
            <a:spLocks noGrp="1"/>
          </p:cNvSpPr>
          <p:nvPr>
            <p:ph type="body" sz="quarter" idx="23" hasCustomPrompt="1"/>
          </p:nvPr>
        </p:nvSpPr>
        <p:spPr>
          <a:xfrm>
            <a:off x="6182789" y="2932875"/>
            <a:ext cx="1792800" cy="424688"/>
          </a:xfrm>
        </p:spPr>
        <p:txBody>
          <a:bodyPr/>
          <a:lstStyle>
            <a:lvl1pPr>
              <a:defRPr/>
            </a:lvl1pPr>
          </a:lstStyle>
          <a:p>
            <a:pPr lvl="0"/>
            <a:r>
              <a:rPr lang="en-GB" noProof="0"/>
              <a:t>Insert content</a:t>
            </a:r>
          </a:p>
        </p:txBody>
      </p:sp>
      <p:sp>
        <p:nvSpPr>
          <p:cNvPr id="12" name="Bildplatzhalter 4">
            <a:extLst>
              <a:ext uri="{FF2B5EF4-FFF2-40B4-BE49-F238E27FC236}">
                <a16:creationId xmlns:a16="http://schemas.microsoft.com/office/drawing/2014/main" id="{BF131E8F-F030-F634-B58C-C4083E313DB0}"/>
              </a:ext>
            </a:extLst>
          </p:cNvPr>
          <p:cNvSpPr>
            <a:spLocks noGrp="1"/>
          </p:cNvSpPr>
          <p:nvPr>
            <p:ph type="pic" sz="quarter" idx="24"/>
          </p:nvPr>
        </p:nvSpPr>
        <p:spPr>
          <a:xfrm>
            <a:off x="8154866"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3" name="Textplatzhalter 7">
            <a:extLst>
              <a:ext uri="{FF2B5EF4-FFF2-40B4-BE49-F238E27FC236}">
                <a16:creationId xmlns:a16="http://schemas.microsoft.com/office/drawing/2014/main" id="{CCDDB8DD-2426-6FE0-DFEE-6DE9A58F0769}"/>
              </a:ext>
            </a:extLst>
          </p:cNvPr>
          <p:cNvSpPr>
            <a:spLocks noGrp="1"/>
          </p:cNvSpPr>
          <p:nvPr>
            <p:ph type="body" sz="quarter" idx="25" hasCustomPrompt="1"/>
          </p:nvPr>
        </p:nvSpPr>
        <p:spPr>
          <a:xfrm>
            <a:off x="8154866" y="2932875"/>
            <a:ext cx="1792800" cy="424688"/>
          </a:xfrm>
        </p:spPr>
        <p:txBody>
          <a:bodyPr/>
          <a:lstStyle>
            <a:lvl1pPr>
              <a:defRPr/>
            </a:lvl1pPr>
          </a:lstStyle>
          <a:p>
            <a:pPr lvl="0"/>
            <a:r>
              <a:rPr lang="en-GB" noProof="0"/>
              <a:t>Insert content</a:t>
            </a:r>
          </a:p>
        </p:txBody>
      </p:sp>
      <p:sp>
        <p:nvSpPr>
          <p:cNvPr id="14" name="Bildplatzhalter 4">
            <a:extLst>
              <a:ext uri="{FF2B5EF4-FFF2-40B4-BE49-F238E27FC236}">
                <a16:creationId xmlns:a16="http://schemas.microsoft.com/office/drawing/2014/main" id="{983435DF-10F7-65D6-87B3-02DB8987199E}"/>
              </a:ext>
            </a:extLst>
          </p:cNvPr>
          <p:cNvSpPr>
            <a:spLocks noGrp="1"/>
          </p:cNvSpPr>
          <p:nvPr>
            <p:ph type="pic" sz="quarter" idx="26"/>
          </p:nvPr>
        </p:nvSpPr>
        <p:spPr>
          <a:xfrm>
            <a:off x="10129325"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5" name="Textplatzhalter 7">
            <a:extLst>
              <a:ext uri="{FF2B5EF4-FFF2-40B4-BE49-F238E27FC236}">
                <a16:creationId xmlns:a16="http://schemas.microsoft.com/office/drawing/2014/main" id="{C75924EC-5119-BC69-FAE4-4C5FAF979D6A}"/>
              </a:ext>
            </a:extLst>
          </p:cNvPr>
          <p:cNvSpPr>
            <a:spLocks noGrp="1"/>
          </p:cNvSpPr>
          <p:nvPr>
            <p:ph type="body" sz="quarter" idx="27" hasCustomPrompt="1"/>
          </p:nvPr>
        </p:nvSpPr>
        <p:spPr>
          <a:xfrm>
            <a:off x="10129325" y="2932875"/>
            <a:ext cx="1792800" cy="424688"/>
          </a:xfrm>
        </p:spPr>
        <p:txBody>
          <a:bodyPr/>
          <a:lstStyle>
            <a:lvl1pPr>
              <a:defRPr/>
            </a:lvl1pPr>
          </a:lstStyle>
          <a:p>
            <a:pPr lvl="0"/>
            <a:r>
              <a:rPr lang="en-GB" noProof="0"/>
              <a:t>Insert content</a:t>
            </a:r>
          </a:p>
        </p:txBody>
      </p:sp>
      <p:sp>
        <p:nvSpPr>
          <p:cNvPr id="16" name="Bildplatzhalter 4">
            <a:extLst>
              <a:ext uri="{FF2B5EF4-FFF2-40B4-BE49-F238E27FC236}">
                <a16:creationId xmlns:a16="http://schemas.microsoft.com/office/drawing/2014/main" id="{8DBCB22B-C5B8-EE52-8843-F6E91485161D}"/>
              </a:ext>
            </a:extLst>
          </p:cNvPr>
          <p:cNvSpPr>
            <a:spLocks noGrp="1"/>
          </p:cNvSpPr>
          <p:nvPr>
            <p:ph type="pic" sz="quarter" idx="28"/>
          </p:nvPr>
        </p:nvSpPr>
        <p:spPr>
          <a:xfrm>
            <a:off x="6182789"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7" name="Bildplatzhalter 4">
            <a:extLst>
              <a:ext uri="{FF2B5EF4-FFF2-40B4-BE49-F238E27FC236}">
                <a16:creationId xmlns:a16="http://schemas.microsoft.com/office/drawing/2014/main" id="{E9A2A0FF-0E7C-DA80-3753-010625EC4777}"/>
              </a:ext>
            </a:extLst>
          </p:cNvPr>
          <p:cNvSpPr>
            <a:spLocks noGrp="1"/>
          </p:cNvSpPr>
          <p:nvPr>
            <p:ph type="pic" sz="quarter" idx="29"/>
          </p:nvPr>
        </p:nvSpPr>
        <p:spPr>
          <a:xfrm>
            <a:off x="8154866"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8" name="Bildplatzhalter 4">
            <a:extLst>
              <a:ext uri="{FF2B5EF4-FFF2-40B4-BE49-F238E27FC236}">
                <a16:creationId xmlns:a16="http://schemas.microsoft.com/office/drawing/2014/main" id="{CCD0893B-0A26-A40A-4BEC-E9688A497FAD}"/>
              </a:ext>
            </a:extLst>
          </p:cNvPr>
          <p:cNvSpPr>
            <a:spLocks noGrp="1"/>
          </p:cNvSpPr>
          <p:nvPr>
            <p:ph type="pic" sz="quarter" idx="30"/>
          </p:nvPr>
        </p:nvSpPr>
        <p:spPr>
          <a:xfrm>
            <a:off x="10129325"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9" name="Textplatzhalter 7">
            <a:extLst>
              <a:ext uri="{FF2B5EF4-FFF2-40B4-BE49-F238E27FC236}">
                <a16:creationId xmlns:a16="http://schemas.microsoft.com/office/drawing/2014/main" id="{C01C616E-CDC8-43AA-E3EA-1068A0273501}"/>
              </a:ext>
            </a:extLst>
          </p:cNvPr>
          <p:cNvSpPr>
            <a:spLocks noGrp="1"/>
          </p:cNvSpPr>
          <p:nvPr>
            <p:ph type="body" sz="quarter" idx="31" hasCustomPrompt="1"/>
          </p:nvPr>
        </p:nvSpPr>
        <p:spPr>
          <a:xfrm>
            <a:off x="6186947" y="5659152"/>
            <a:ext cx="1792800" cy="424688"/>
          </a:xfrm>
        </p:spPr>
        <p:txBody>
          <a:bodyPr/>
          <a:lstStyle>
            <a:lvl1pPr>
              <a:defRPr/>
            </a:lvl1pPr>
          </a:lstStyle>
          <a:p>
            <a:pPr lvl="0"/>
            <a:r>
              <a:rPr lang="en-GB" noProof="0"/>
              <a:t>Insert content</a:t>
            </a:r>
          </a:p>
        </p:txBody>
      </p:sp>
      <p:sp>
        <p:nvSpPr>
          <p:cNvPr id="20" name="Textplatzhalter 7">
            <a:extLst>
              <a:ext uri="{FF2B5EF4-FFF2-40B4-BE49-F238E27FC236}">
                <a16:creationId xmlns:a16="http://schemas.microsoft.com/office/drawing/2014/main" id="{329A2272-896A-882E-5158-C54F5F68FD07}"/>
              </a:ext>
            </a:extLst>
          </p:cNvPr>
          <p:cNvSpPr>
            <a:spLocks noGrp="1"/>
          </p:cNvSpPr>
          <p:nvPr>
            <p:ph type="body" sz="quarter" idx="32" hasCustomPrompt="1"/>
          </p:nvPr>
        </p:nvSpPr>
        <p:spPr>
          <a:xfrm>
            <a:off x="8154866" y="5659152"/>
            <a:ext cx="1792800" cy="424688"/>
          </a:xfrm>
        </p:spPr>
        <p:txBody>
          <a:bodyPr/>
          <a:lstStyle>
            <a:lvl1pPr>
              <a:defRPr/>
            </a:lvl1pPr>
          </a:lstStyle>
          <a:p>
            <a:pPr lvl="0"/>
            <a:r>
              <a:rPr lang="en-GB" noProof="0"/>
              <a:t>Insert content</a:t>
            </a:r>
          </a:p>
        </p:txBody>
      </p:sp>
      <p:sp>
        <p:nvSpPr>
          <p:cNvPr id="21" name="Textplatzhalter 7">
            <a:extLst>
              <a:ext uri="{FF2B5EF4-FFF2-40B4-BE49-F238E27FC236}">
                <a16:creationId xmlns:a16="http://schemas.microsoft.com/office/drawing/2014/main" id="{2522235C-97A4-2633-577F-C6E62223BE14}"/>
              </a:ext>
            </a:extLst>
          </p:cNvPr>
          <p:cNvSpPr>
            <a:spLocks noGrp="1"/>
          </p:cNvSpPr>
          <p:nvPr>
            <p:ph type="body" sz="quarter" idx="33" hasCustomPrompt="1"/>
          </p:nvPr>
        </p:nvSpPr>
        <p:spPr>
          <a:xfrm>
            <a:off x="10129325" y="5659152"/>
            <a:ext cx="1792800" cy="424688"/>
          </a:xfrm>
        </p:spPr>
        <p:txBody>
          <a:bodyPr/>
          <a:lstStyle>
            <a:lvl1pPr>
              <a:defRPr/>
            </a:lvl1pPr>
          </a:lstStyle>
          <a:p>
            <a:pPr lvl="0"/>
            <a:r>
              <a:rPr lang="en-GB" noProof="0"/>
              <a:t>Insert content</a:t>
            </a:r>
          </a:p>
        </p:txBody>
      </p:sp>
    </p:spTree>
    <p:extLst>
      <p:ext uri="{BB962C8B-B14F-4D97-AF65-F5344CB8AC3E}">
        <p14:creationId xmlns:p14="http://schemas.microsoft.com/office/powerpoint/2010/main" val="762027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uden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a:t>Insert title</a:t>
            </a:r>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866775"/>
            <a:ext cx="7688373" cy="5362575"/>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1" name="Inhaltsplatzhalter 10">
            <a:extLst>
              <a:ext uri="{FF2B5EF4-FFF2-40B4-BE49-F238E27FC236}">
                <a16:creationId xmlns:a16="http://schemas.microsoft.com/office/drawing/2014/main" id="{FFC20296-E86A-3879-BD39-9F30E3319478}"/>
              </a:ext>
            </a:extLst>
          </p:cNvPr>
          <p:cNvSpPr>
            <a:spLocks noGrp="1"/>
          </p:cNvSpPr>
          <p:nvPr>
            <p:ph sz="quarter" idx="23" hasCustomPrompt="1"/>
          </p:nvPr>
        </p:nvSpPr>
        <p:spPr>
          <a:xfrm>
            <a:off x="8148638" y="866775"/>
            <a:ext cx="3768835" cy="1871515"/>
          </a:xfrm>
        </p:spPr>
        <p:txBody>
          <a:bodyPr/>
          <a:lstStyle>
            <a:lvl1pPr>
              <a:defRPr/>
            </a:lvl1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22" name="Inhaltsplatzhalter 10">
            <a:extLst>
              <a:ext uri="{FF2B5EF4-FFF2-40B4-BE49-F238E27FC236}">
                <a16:creationId xmlns:a16="http://schemas.microsoft.com/office/drawing/2014/main" id="{64B2AD41-4DD5-6051-D34F-CA90E2343F5D}"/>
              </a:ext>
            </a:extLst>
          </p:cNvPr>
          <p:cNvSpPr>
            <a:spLocks noGrp="1"/>
          </p:cNvSpPr>
          <p:nvPr>
            <p:ph sz="quarter" idx="24" hasCustomPrompt="1"/>
          </p:nvPr>
        </p:nvSpPr>
        <p:spPr>
          <a:xfrm>
            <a:off x="8148638" y="2938463"/>
            <a:ext cx="3768835" cy="2938809"/>
          </a:xfrm>
        </p:spPr>
        <p:txBody>
          <a:bodyPr/>
          <a:lstStyle>
            <a:lvl1pPr>
              <a:defRPr/>
            </a:lvl1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28" name="Textplatzhalter 27">
            <a:extLst>
              <a:ext uri="{FF2B5EF4-FFF2-40B4-BE49-F238E27FC236}">
                <a16:creationId xmlns:a16="http://schemas.microsoft.com/office/drawing/2014/main" id="{D10D92F6-CEED-9778-52E5-5789FA1E2137}"/>
              </a:ext>
            </a:extLst>
          </p:cNvPr>
          <p:cNvSpPr>
            <a:spLocks noGrp="1"/>
          </p:cNvSpPr>
          <p:nvPr>
            <p:ph type="body" sz="quarter" idx="25" hasCustomPrompt="1"/>
          </p:nvPr>
        </p:nvSpPr>
        <p:spPr>
          <a:xfrm>
            <a:off x="8154000" y="6013950"/>
            <a:ext cx="3768835" cy="205200"/>
          </a:xfrm>
        </p:spPr>
        <p:txBody>
          <a:bodyPr anchor="b"/>
          <a:lstStyle>
            <a:lvl1pPr>
              <a:lnSpc>
                <a:spcPct val="109000"/>
              </a:lnSpc>
              <a:defRPr sz="12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Quelle </a:t>
            </a:r>
            <a:r>
              <a:rPr lang="en-GB" noProof="0" err="1"/>
              <a:t>hinzufügen</a:t>
            </a:r>
            <a:endParaRPr lang="en-GB" noProof="0"/>
          </a:p>
        </p:txBody>
      </p:sp>
    </p:spTree>
    <p:extLst>
      <p:ext uri="{BB962C8B-B14F-4D97-AF65-F5344CB8AC3E}">
        <p14:creationId xmlns:p14="http://schemas.microsoft.com/office/powerpoint/2010/main" val="15930016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hs Texte mit Grafik">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a:t>Insert title</a:t>
            </a:r>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8156522" y="876298"/>
            <a:ext cx="3765601" cy="5353052"/>
          </a:xfrm>
          <a:noFill/>
        </p:spPr>
        <p:txBody>
          <a:bodyPr tIns="720000" anchor="ctr"/>
          <a:lstStyle>
            <a:lvl1pPr algn="ctr">
              <a:defRPr sz="1200"/>
            </a:lvl1pPr>
          </a:lstStyle>
          <a:p>
            <a:r>
              <a:rPr lang="de-DE" noProof="0"/>
              <a:t>Bild durch Klicken auf Symbol hinzufügen</a:t>
            </a:r>
            <a:endParaRPr lang="en-GB" noProof="0"/>
          </a:p>
        </p:txBody>
      </p:sp>
      <p:sp>
        <p:nvSpPr>
          <p:cNvPr id="8" name="Inhaltsplatzhalter 10">
            <a:extLst>
              <a:ext uri="{FF2B5EF4-FFF2-40B4-BE49-F238E27FC236}">
                <a16:creationId xmlns:a16="http://schemas.microsoft.com/office/drawing/2014/main" id="{19B00308-6650-D1AB-F5C5-991F60192BF4}"/>
              </a:ext>
            </a:extLst>
          </p:cNvPr>
          <p:cNvSpPr>
            <a:spLocks noGrp="1"/>
          </p:cNvSpPr>
          <p:nvPr>
            <p:ph sz="quarter" idx="23" hasCustomPrompt="1"/>
          </p:nvPr>
        </p:nvSpPr>
        <p:spPr>
          <a:xfrm>
            <a:off x="269877" y="876299"/>
            <a:ext cx="3765600" cy="1204169"/>
          </a:xfrm>
        </p:spPr>
        <p:txBody>
          <a:bodyPr/>
          <a:lstStyle>
            <a:lvl1pPr>
              <a:defRPr/>
            </a:lvl1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9" name="Inhaltsplatzhalter 10">
            <a:extLst>
              <a:ext uri="{FF2B5EF4-FFF2-40B4-BE49-F238E27FC236}">
                <a16:creationId xmlns:a16="http://schemas.microsoft.com/office/drawing/2014/main" id="{64747F6A-D136-3EFB-6E19-6A385022B994}"/>
              </a:ext>
            </a:extLst>
          </p:cNvPr>
          <p:cNvSpPr>
            <a:spLocks noGrp="1"/>
          </p:cNvSpPr>
          <p:nvPr>
            <p:ph sz="quarter" idx="24" hasCustomPrompt="1"/>
          </p:nvPr>
        </p:nvSpPr>
        <p:spPr>
          <a:xfrm>
            <a:off x="4213200" y="876298"/>
            <a:ext cx="3765600" cy="1204169"/>
          </a:xfrm>
        </p:spPr>
        <p:txBody>
          <a:bodyPr/>
          <a:lstStyle>
            <a:lvl1pPr>
              <a:defRPr/>
            </a:lvl1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0" name="Inhaltsplatzhalter 10">
            <a:extLst>
              <a:ext uri="{FF2B5EF4-FFF2-40B4-BE49-F238E27FC236}">
                <a16:creationId xmlns:a16="http://schemas.microsoft.com/office/drawing/2014/main" id="{B3A42B55-571E-7D35-8A1D-2EE06F2B25D1}"/>
              </a:ext>
            </a:extLst>
          </p:cNvPr>
          <p:cNvSpPr>
            <a:spLocks noGrp="1"/>
          </p:cNvSpPr>
          <p:nvPr>
            <p:ph sz="quarter" idx="25" hasCustomPrompt="1"/>
          </p:nvPr>
        </p:nvSpPr>
        <p:spPr>
          <a:xfrm>
            <a:off x="271068" y="2764546"/>
            <a:ext cx="3765600" cy="1204169"/>
          </a:xfrm>
        </p:spPr>
        <p:txBody>
          <a:bodyPr/>
          <a:lstStyle>
            <a:lvl1pPr>
              <a:defRPr/>
            </a:lvl1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2" name="Inhaltsplatzhalter 10">
            <a:extLst>
              <a:ext uri="{FF2B5EF4-FFF2-40B4-BE49-F238E27FC236}">
                <a16:creationId xmlns:a16="http://schemas.microsoft.com/office/drawing/2014/main" id="{45D49E17-FFEA-350F-4AF4-82760A288C52}"/>
              </a:ext>
            </a:extLst>
          </p:cNvPr>
          <p:cNvSpPr>
            <a:spLocks noGrp="1"/>
          </p:cNvSpPr>
          <p:nvPr>
            <p:ph sz="quarter" idx="26" hasCustomPrompt="1"/>
          </p:nvPr>
        </p:nvSpPr>
        <p:spPr>
          <a:xfrm>
            <a:off x="4214391" y="2764545"/>
            <a:ext cx="3765600" cy="1204169"/>
          </a:xfrm>
        </p:spPr>
        <p:txBody>
          <a:bodyPr/>
          <a:lstStyle>
            <a:lvl1pPr>
              <a:defRPr/>
            </a:lvl1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 name="Inhaltsplatzhalter 10">
            <a:extLst>
              <a:ext uri="{FF2B5EF4-FFF2-40B4-BE49-F238E27FC236}">
                <a16:creationId xmlns:a16="http://schemas.microsoft.com/office/drawing/2014/main" id="{02C0735D-E433-CC9E-BA2C-CE7019E863A6}"/>
              </a:ext>
            </a:extLst>
          </p:cNvPr>
          <p:cNvSpPr>
            <a:spLocks noGrp="1"/>
          </p:cNvSpPr>
          <p:nvPr>
            <p:ph sz="quarter" idx="27" hasCustomPrompt="1"/>
          </p:nvPr>
        </p:nvSpPr>
        <p:spPr>
          <a:xfrm>
            <a:off x="267953" y="4647380"/>
            <a:ext cx="3765600" cy="1204169"/>
          </a:xfrm>
        </p:spPr>
        <p:txBody>
          <a:bodyPr/>
          <a:lstStyle>
            <a:lvl1pPr>
              <a:defRPr/>
            </a:lvl1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4" name="Inhaltsplatzhalter 10">
            <a:extLst>
              <a:ext uri="{FF2B5EF4-FFF2-40B4-BE49-F238E27FC236}">
                <a16:creationId xmlns:a16="http://schemas.microsoft.com/office/drawing/2014/main" id="{57EE092B-F3B3-A0AB-6AF8-3C6F16032461}"/>
              </a:ext>
            </a:extLst>
          </p:cNvPr>
          <p:cNvSpPr>
            <a:spLocks noGrp="1"/>
          </p:cNvSpPr>
          <p:nvPr>
            <p:ph sz="quarter" idx="28" hasCustomPrompt="1"/>
          </p:nvPr>
        </p:nvSpPr>
        <p:spPr>
          <a:xfrm>
            <a:off x="4211276" y="4647379"/>
            <a:ext cx="3765600" cy="1204169"/>
          </a:xfrm>
        </p:spPr>
        <p:txBody>
          <a:bodyPr/>
          <a:lstStyle>
            <a:lvl1pPr>
              <a:defRPr/>
            </a:lvl1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Tree>
    <p:extLst>
      <p:ext uri="{BB962C8B-B14F-4D97-AF65-F5344CB8AC3E}">
        <p14:creationId xmlns:p14="http://schemas.microsoft.com/office/powerpoint/2010/main" val="16602253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ünf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2" y="244800"/>
            <a:ext cx="5760000" cy="1005258"/>
          </a:xfrm>
        </p:spPr>
        <p:txBody>
          <a:bodyPr/>
          <a:lstStyle/>
          <a:p>
            <a:r>
              <a:rPr lang="en-GB" noProof="0"/>
              <a:t>Insert title</a:t>
            </a:r>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266936" y="1371600"/>
            <a:ext cx="1796814" cy="13843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9" name="Inhaltsplatzhalter 2">
            <a:extLst>
              <a:ext uri="{FF2B5EF4-FFF2-40B4-BE49-F238E27FC236}">
                <a16:creationId xmlns:a16="http://schemas.microsoft.com/office/drawing/2014/main" id="{442D8CDC-499B-83AC-9951-0F3067D8DBBA}"/>
              </a:ext>
            </a:extLst>
          </p:cNvPr>
          <p:cNvSpPr>
            <a:spLocks noGrp="1"/>
          </p:cNvSpPr>
          <p:nvPr>
            <p:ph idx="22" hasCustomPrompt="1"/>
          </p:nvPr>
        </p:nvSpPr>
        <p:spPr>
          <a:xfrm>
            <a:off x="2264568" y="1371600"/>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8" name="Bildplatzhalter 4">
            <a:extLst>
              <a:ext uri="{FF2B5EF4-FFF2-40B4-BE49-F238E27FC236}">
                <a16:creationId xmlns:a16="http://schemas.microsoft.com/office/drawing/2014/main" id="{6BDEB48F-A5F4-E47E-A6CF-964F1398E89A}"/>
              </a:ext>
            </a:extLst>
          </p:cNvPr>
          <p:cNvSpPr>
            <a:spLocks noGrp="1"/>
          </p:cNvSpPr>
          <p:nvPr>
            <p:ph type="pic" sz="quarter" idx="26"/>
          </p:nvPr>
        </p:nvSpPr>
        <p:spPr>
          <a:xfrm>
            <a:off x="269875" y="3105944"/>
            <a:ext cx="1796814" cy="13843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20" name="Bildplatzhalter 4">
            <a:extLst>
              <a:ext uri="{FF2B5EF4-FFF2-40B4-BE49-F238E27FC236}">
                <a16:creationId xmlns:a16="http://schemas.microsoft.com/office/drawing/2014/main" id="{4D8633B6-F883-1298-E515-91B31B28E3A4}"/>
              </a:ext>
            </a:extLst>
          </p:cNvPr>
          <p:cNvSpPr>
            <a:spLocks noGrp="1"/>
          </p:cNvSpPr>
          <p:nvPr>
            <p:ph type="pic" sz="quarter" idx="28"/>
          </p:nvPr>
        </p:nvSpPr>
        <p:spPr>
          <a:xfrm>
            <a:off x="269875" y="4840288"/>
            <a:ext cx="1796814" cy="13843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26" name="Bildplatzhalter 4">
            <a:extLst>
              <a:ext uri="{FF2B5EF4-FFF2-40B4-BE49-F238E27FC236}">
                <a16:creationId xmlns:a16="http://schemas.microsoft.com/office/drawing/2014/main" id="{0ED7E5AD-E183-82CD-F090-884A82A4B967}"/>
              </a:ext>
            </a:extLst>
          </p:cNvPr>
          <p:cNvSpPr>
            <a:spLocks noGrp="1"/>
          </p:cNvSpPr>
          <p:nvPr>
            <p:ph type="pic" sz="quarter" idx="30"/>
          </p:nvPr>
        </p:nvSpPr>
        <p:spPr>
          <a:xfrm>
            <a:off x="6180532" y="1371600"/>
            <a:ext cx="1796814" cy="13843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29" name="Bildplatzhalter 4">
            <a:extLst>
              <a:ext uri="{FF2B5EF4-FFF2-40B4-BE49-F238E27FC236}">
                <a16:creationId xmlns:a16="http://schemas.microsoft.com/office/drawing/2014/main" id="{560DE703-9043-4D96-9589-6AB1C9265741}"/>
              </a:ext>
            </a:extLst>
          </p:cNvPr>
          <p:cNvSpPr>
            <a:spLocks noGrp="1"/>
          </p:cNvSpPr>
          <p:nvPr>
            <p:ph type="pic" sz="quarter" idx="32"/>
          </p:nvPr>
        </p:nvSpPr>
        <p:spPr>
          <a:xfrm>
            <a:off x="6180532" y="3105944"/>
            <a:ext cx="1796814" cy="13843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3" name="Inhaltsplatzhalter 2">
            <a:extLst>
              <a:ext uri="{FF2B5EF4-FFF2-40B4-BE49-F238E27FC236}">
                <a16:creationId xmlns:a16="http://schemas.microsoft.com/office/drawing/2014/main" id="{235B7962-C9CE-24B7-343C-9D504EEF1ADA}"/>
              </a:ext>
            </a:extLst>
          </p:cNvPr>
          <p:cNvSpPr>
            <a:spLocks noGrp="1"/>
          </p:cNvSpPr>
          <p:nvPr>
            <p:ph idx="34" hasCustomPrompt="1"/>
          </p:nvPr>
        </p:nvSpPr>
        <p:spPr>
          <a:xfrm>
            <a:off x="2264568" y="3105944"/>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7" name="Inhaltsplatzhalter 2">
            <a:extLst>
              <a:ext uri="{FF2B5EF4-FFF2-40B4-BE49-F238E27FC236}">
                <a16:creationId xmlns:a16="http://schemas.microsoft.com/office/drawing/2014/main" id="{DFF4B996-5BF2-362E-6F3C-0472752C4919}"/>
              </a:ext>
            </a:extLst>
          </p:cNvPr>
          <p:cNvSpPr>
            <a:spLocks noGrp="1"/>
          </p:cNvSpPr>
          <p:nvPr>
            <p:ph idx="35" hasCustomPrompt="1"/>
          </p:nvPr>
        </p:nvSpPr>
        <p:spPr>
          <a:xfrm>
            <a:off x="2264568" y="4840288"/>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8" name="Inhaltsplatzhalter 2">
            <a:extLst>
              <a:ext uri="{FF2B5EF4-FFF2-40B4-BE49-F238E27FC236}">
                <a16:creationId xmlns:a16="http://schemas.microsoft.com/office/drawing/2014/main" id="{23CD5622-E8DA-D57A-1F36-A80A2A8ACA69}"/>
              </a:ext>
            </a:extLst>
          </p:cNvPr>
          <p:cNvSpPr>
            <a:spLocks noGrp="1"/>
          </p:cNvSpPr>
          <p:nvPr>
            <p:ph idx="36" hasCustomPrompt="1"/>
          </p:nvPr>
        </p:nvSpPr>
        <p:spPr>
          <a:xfrm>
            <a:off x="8184232" y="3105944"/>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0" name="Inhaltsplatzhalter 2">
            <a:extLst>
              <a:ext uri="{FF2B5EF4-FFF2-40B4-BE49-F238E27FC236}">
                <a16:creationId xmlns:a16="http://schemas.microsoft.com/office/drawing/2014/main" id="{60987D4F-9295-E825-B64B-CE16F9CC37E4}"/>
              </a:ext>
            </a:extLst>
          </p:cNvPr>
          <p:cNvSpPr>
            <a:spLocks noGrp="1"/>
          </p:cNvSpPr>
          <p:nvPr>
            <p:ph idx="37" hasCustomPrompt="1"/>
          </p:nvPr>
        </p:nvSpPr>
        <p:spPr>
          <a:xfrm>
            <a:off x="8184232" y="1371600"/>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Tree>
    <p:extLst>
      <p:ext uri="{BB962C8B-B14F-4D97-AF65-F5344CB8AC3E}">
        <p14:creationId xmlns:p14="http://schemas.microsoft.com/office/powerpoint/2010/main" val="23898624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eun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3" y="244800"/>
            <a:ext cx="5760000" cy="1005258"/>
          </a:xfrm>
        </p:spPr>
        <p:txBody>
          <a:bodyPr/>
          <a:lstStyle/>
          <a:p>
            <a:r>
              <a:rPr lang="en-GB" noProof="0"/>
              <a:t>Insert title</a:t>
            </a:r>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266936" y="1586260"/>
            <a:ext cx="818914" cy="1031602"/>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9" name="Inhaltsplatzhalter 2">
            <a:extLst>
              <a:ext uri="{FF2B5EF4-FFF2-40B4-BE49-F238E27FC236}">
                <a16:creationId xmlns:a16="http://schemas.microsoft.com/office/drawing/2014/main" id="{442D8CDC-499B-83AC-9951-0F3067D8DBBA}"/>
              </a:ext>
            </a:extLst>
          </p:cNvPr>
          <p:cNvSpPr>
            <a:spLocks noGrp="1"/>
          </p:cNvSpPr>
          <p:nvPr>
            <p:ph idx="22" hasCustomPrompt="1"/>
          </p:nvPr>
        </p:nvSpPr>
        <p:spPr>
          <a:xfrm>
            <a:off x="1254919" y="158626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a:t>Insert content</a:t>
            </a:r>
          </a:p>
        </p:txBody>
      </p:sp>
      <p:sp>
        <p:nvSpPr>
          <p:cNvPr id="10" name="Bildplatzhalter 4">
            <a:extLst>
              <a:ext uri="{FF2B5EF4-FFF2-40B4-BE49-F238E27FC236}">
                <a16:creationId xmlns:a16="http://schemas.microsoft.com/office/drawing/2014/main" id="{622633EA-CE0F-D311-E9F8-E4FF04D03BC7}"/>
              </a:ext>
            </a:extLst>
          </p:cNvPr>
          <p:cNvSpPr>
            <a:spLocks noGrp="1"/>
          </p:cNvSpPr>
          <p:nvPr>
            <p:ph type="pic" sz="quarter" idx="26"/>
          </p:nvPr>
        </p:nvSpPr>
        <p:spPr>
          <a:xfrm>
            <a:off x="266936" y="3135350"/>
            <a:ext cx="818914" cy="1031602"/>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11" name="Inhaltsplatzhalter 2">
            <a:extLst>
              <a:ext uri="{FF2B5EF4-FFF2-40B4-BE49-F238E27FC236}">
                <a16:creationId xmlns:a16="http://schemas.microsoft.com/office/drawing/2014/main" id="{B2222D7F-5144-753F-7AF0-A8D709992A99}"/>
              </a:ext>
            </a:extLst>
          </p:cNvPr>
          <p:cNvSpPr>
            <a:spLocks noGrp="1"/>
          </p:cNvSpPr>
          <p:nvPr>
            <p:ph idx="27" hasCustomPrompt="1"/>
          </p:nvPr>
        </p:nvSpPr>
        <p:spPr>
          <a:xfrm>
            <a:off x="1254919"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a:t>Insert content</a:t>
            </a:r>
          </a:p>
        </p:txBody>
      </p:sp>
      <p:sp>
        <p:nvSpPr>
          <p:cNvPr id="12" name="Bildplatzhalter 4">
            <a:extLst>
              <a:ext uri="{FF2B5EF4-FFF2-40B4-BE49-F238E27FC236}">
                <a16:creationId xmlns:a16="http://schemas.microsoft.com/office/drawing/2014/main" id="{03285094-5EB7-BA03-462D-65224736565D}"/>
              </a:ext>
            </a:extLst>
          </p:cNvPr>
          <p:cNvSpPr>
            <a:spLocks noGrp="1"/>
          </p:cNvSpPr>
          <p:nvPr>
            <p:ph type="pic" sz="quarter" idx="28"/>
          </p:nvPr>
        </p:nvSpPr>
        <p:spPr>
          <a:xfrm>
            <a:off x="266936" y="4680322"/>
            <a:ext cx="818914" cy="1031602"/>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13" name="Inhaltsplatzhalter 2">
            <a:extLst>
              <a:ext uri="{FF2B5EF4-FFF2-40B4-BE49-F238E27FC236}">
                <a16:creationId xmlns:a16="http://schemas.microsoft.com/office/drawing/2014/main" id="{42C14EDF-15BE-41CE-9D5E-3D50F6B67AB4}"/>
              </a:ext>
            </a:extLst>
          </p:cNvPr>
          <p:cNvSpPr>
            <a:spLocks noGrp="1"/>
          </p:cNvSpPr>
          <p:nvPr>
            <p:ph idx="29" hasCustomPrompt="1"/>
          </p:nvPr>
        </p:nvSpPr>
        <p:spPr>
          <a:xfrm>
            <a:off x="1254919"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a:t>Insert content</a:t>
            </a:r>
          </a:p>
        </p:txBody>
      </p:sp>
      <p:sp>
        <p:nvSpPr>
          <p:cNvPr id="14" name="Bildplatzhalter 4">
            <a:extLst>
              <a:ext uri="{FF2B5EF4-FFF2-40B4-BE49-F238E27FC236}">
                <a16:creationId xmlns:a16="http://schemas.microsoft.com/office/drawing/2014/main" id="{DAC93A43-12FF-3F6B-DA7A-A04D2ECA735B}"/>
              </a:ext>
            </a:extLst>
          </p:cNvPr>
          <p:cNvSpPr>
            <a:spLocks noGrp="1"/>
          </p:cNvSpPr>
          <p:nvPr>
            <p:ph type="pic" sz="quarter" idx="30"/>
          </p:nvPr>
        </p:nvSpPr>
        <p:spPr>
          <a:xfrm>
            <a:off x="4202236" y="1586260"/>
            <a:ext cx="818914" cy="1031602"/>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15" name="Inhaltsplatzhalter 2">
            <a:extLst>
              <a:ext uri="{FF2B5EF4-FFF2-40B4-BE49-F238E27FC236}">
                <a16:creationId xmlns:a16="http://schemas.microsoft.com/office/drawing/2014/main" id="{A696B000-854E-5397-BD25-46F024ACF0B6}"/>
              </a:ext>
            </a:extLst>
          </p:cNvPr>
          <p:cNvSpPr>
            <a:spLocks noGrp="1"/>
          </p:cNvSpPr>
          <p:nvPr>
            <p:ph idx="31" hasCustomPrompt="1"/>
          </p:nvPr>
        </p:nvSpPr>
        <p:spPr>
          <a:xfrm>
            <a:off x="5195900" y="158626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a:t>Insert content</a:t>
            </a:r>
          </a:p>
        </p:txBody>
      </p:sp>
      <p:sp>
        <p:nvSpPr>
          <p:cNvPr id="16" name="Bildplatzhalter 4">
            <a:extLst>
              <a:ext uri="{FF2B5EF4-FFF2-40B4-BE49-F238E27FC236}">
                <a16:creationId xmlns:a16="http://schemas.microsoft.com/office/drawing/2014/main" id="{755C6D27-9F7F-A193-A31F-2412FB8334A4}"/>
              </a:ext>
            </a:extLst>
          </p:cNvPr>
          <p:cNvSpPr>
            <a:spLocks noGrp="1"/>
          </p:cNvSpPr>
          <p:nvPr>
            <p:ph type="pic" sz="quarter" idx="32"/>
          </p:nvPr>
        </p:nvSpPr>
        <p:spPr>
          <a:xfrm>
            <a:off x="4202236" y="3135350"/>
            <a:ext cx="818914" cy="1031602"/>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23" name="Inhaltsplatzhalter 2">
            <a:extLst>
              <a:ext uri="{FF2B5EF4-FFF2-40B4-BE49-F238E27FC236}">
                <a16:creationId xmlns:a16="http://schemas.microsoft.com/office/drawing/2014/main" id="{80A26B48-243C-9DD6-BDC2-FE40212B1AAE}"/>
              </a:ext>
            </a:extLst>
          </p:cNvPr>
          <p:cNvSpPr>
            <a:spLocks noGrp="1"/>
          </p:cNvSpPr>
          <p:nvPr>
            <p:ph idx="33" hasCustomPrompt="1"/>
          </p:nvPr>
        </p:nvSpPr>
        <p:spPr>
          <a:xfrm>
            <a:off x="5195900"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a:t>Insert content</a:t>
            </a:r>
          </a:p>
        </p:txBody>
      </p:sp>
      <p:sp>
        <p:nvSpPr>
          <p:cNvPr id="24" name="Bildplatzhalter 4">
            <a:extLst>
              <a:ext uri="{FF2B5EF4-FFF2-40B4-BE49-F238E27FC236}">
                <a16:creationId xmlns:a16="http://schemas.microsoft.com/office/drawing/2014/main" id="{0E647CD5-DA5F-6055-1889-45FC8EA8E3AC}"/>
              </a:ext>
            </a:extLst>
          </p:cNvPr>
          <p:cNvSpPr>
            <a:spLocks noGrp="1"/>
          </p:cNvSpPr>
          <p:nvPr>
            <p:ph type="pic" sz="quarter" idx="34"/>
          </p:nvPr>
        </p:nvSpPr>
        <p:spPr>
          <a:xfrm>
            <a:off x="4202236" y="4680322"/>
            <a:ext cx="818914" cy="1031602"/>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27" name="Inhaltsplatzhalter 2">
            <a:extLst>
              <a:ext uri="{FF2B5EF4-FFF2-40B4-BE49-F238E27FC236}">
                <a16:creationId xmlns:a16="http://schemas.microsoft.com/office/drawing/2014/main" id="{FFA660F0-3C7A-4C52-196B-D1FC1C4E12F1}"/>
              </a:ext>
            </a:extLst>
          </p:cNvPr>
          <p:cNvSpPr>
            <a:spLocks noGrp="1"/>
          </p:cNvSpPr>
          <p:nvPr>
            <p:ph idx="35" hasCustomPrompt="1"/>
          </p:nvPr>
        </p:nvSpPr>
        <p:spPr>
          <a:xfrm>
            <a:off x="5195900"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a:t>Insert content</a:t>
            </a:r>
          </a:p>
        </p:txBody>
      </p:sp>
      <p:sp>
        <p:nvSpPr>
          <p:cNvPr id="32" name="Bildplatzhalter 4">
            <a:extLst>
              <a:ext uri="{FF2B5EF4-FFF2-40B4-BE49-F238E27FC236}">
                <a16:creationId xmlns:a16="http://schemas.microsoft.com/office/drawing/2014/main" id="{9AE88E45-2228-3BAB-B328-25AE00C86922}"/>
              </a:ext>
            </a:extLst>
          </p:cNvPr>
          <p:cNvSpPr>
            <a:spLocks noGrp="1"/>
          </p:cNvSpPr>
          <p:nvPr>
            <p:ph type="pic" sz="quarter" idx="36"/>
          </p:nvPr>
        </p:nvSpPr>
        <p:spPr>
          <a:xfrm>
            <a:off x="8148811" y="1586260"/>
            <a:ext cx="818914" cy="1031602"/>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33" name="Inhaltsplatzhalter 2">
            <a:extLst>
              <a:ext uri="{FF2B5EF4-FFF2-40B4-BE49-F238E27FC236}">
                <a16:creationId xmlns:a16="http://schemas.microsoft.com/office/drawing/2014/main" id="{8D6A0681-D929-2BA4-D3F8-B3541A94FD81}"/>
              </a:ext>
            </a:extLst>
          </p:cNvPr>
          <p:cNvSpPr>
            <a:spLocks noGrp="1"/>
          </p:cNvSpPr>
          <p:nvPr>
            <p:ph idx="37" hasCustomPrompt="1"/>
          </p:nvPr>
        </p:nvSpPr>
        <p:spPr>
          <a:xfrm>
            <a:off x="9136793" y="1586260"/>
            <a:ext cx="2785331"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a:t>Insert content</a:t>
            </a:r>
          </a:p>
        </p:txBody>
      </p:sp>
      <p:sp>
        <p:nvSpPr>
          <p:cNvPr id="34" name="Bildplatzhalter 4">
            <a:extLst>
              <a:ext uri="{FF2B5EF4-FFF2-40B4-BE49-F238E27FC236}">
                <a16:creationId xmlns:a16="http://schemas.microsoft.com/office/drawing/2014/main" id="{8D809E36-7256-6CC2-0F4B-23E42C6B1426}"/>
              </a:ext>
            </a:extLst>
          </p:cNvPr>
          <p:cNvSpPr>
            <a:spLocks noGrp="1"/>
          </p:cNvSpPr>
          <p:nvPr>
            <p:ph type="pic" sz="quarter" idx="38"/>
          </p:nvPr>
        </p:nvSpPr>
        <p:spPr>
          <a:xfrm>
            <a:off x="8148811" y="3135350"/>
            <a:ext cx="818914" cy="1031602"/>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35" name="Inhaltsplatzhalter 2">
            <a:extLst>
              <a:ext uri="{FF2B5EF4-FFF2-40B4-BE49-F238E27FC236}">
                <a16:creationId xmlns:a16="http://schemas.microsoft.com/office/drawing/2014/main" id="{FF8DEA4B-FE27-8A9E-FBBB-04944A377343}"/>
              </a:ext>
            </a:extLst>
          </p:cNvPr>
          <p:cNvSpPr>
            <a:spLocks noGrp="1"/>
          </p:cNvSpPr>
          <p:nvPr>
            <p:ph idx="39" hasCustomPrompt="1"/>
          </p:nvPr>
        </p:nvSpPr>
        <p:spPr>
          <a:xfrm>
            <a:off x="9136794"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a:t>Insert content</a:t>
            </a:r>
          </a:p>
        </p:txBody>
      </p:sp>
      <p:sp>
        <p:nvSpPr>
          <p:cNvPr id="36" name="Bildplatzhalter 4">
            <a:extLst>
              <a:ext uri="{FF2B5EF4-FFF2-40B4-BE49-F238E27FC236}">
                <a16:creationId xmlns:a16="http://schemas.microsoft.com/office/drawing/2014/main" id="{5AC54CE7-1DE9-FCC9-D36F-326C1CC978F1}"/>
              </a:ext>
            </a:extLst>
          </p:cNvPr>
          <p:cNvSpPr>
            <a:spLocks noGrp="1"/>
          </p:cNvSpPr>
          <p:nvPr>
            <p:ph type="pic" sz="quarter" idx="40"/>
          </p:nvPr>
        </p:nvSpPr>
        <p:spPr>
          <a:xfrm>
            <a:off x="8148811" y="4680322"/>
            <a:ext cx="818914" cy="1031602"/>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37" name="Inhaltsplatzhalter 2">
            <a:extLst>
              <a:ext uri="{FF2B5EF4-FFF2-40B4-BE49-F238E27FC236}">
                <a16:creationId xmlns:a16="http://schemas.microsoft.com/office/drawing/2014/main" id="{CFFA07EE-B7CC-6673-18A8-938F608DD842}"/>
              </a:ext>
            </a:extLst>
          </p:cNvPr>
          <p:cNvSpPr>
            <a:spLocks noGrp="1"/>
          </p:cNvSpPr>
          <p:nvPr>
            <p:ph idx="41" hasCustomPrompt="1"/>
          </p:nvPr>
        </p:nvSpPr>
        <p:spPr>
          <a:xfrm>
            <a:off x="9136794"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a:t>Insert content</a:t>
            </a:r>
          </a:p>
        </p:txBody>
      </p:sp>
    </p:spTree>
    <p:extLst>
      <p:ext uri="{BB962C8B-B14F-4D97-AF65-F5344CB8AC3E}">
        <p14:creationId xmlns:p14="http://schemas.microsoft.com/office/powerpoint/2010/main" val="10039452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und elf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3" y="244800"/>
            <a:ext cx="11650662" cy="625944"/>
          </a:xfrm>
        </p:spPr>
        <p:txBody>
          <a:bodyPr/>
          <a:lstStyle>
            <a:lvl1pPr>
              <a:defRPr/>
            </a:lvl1pPr>
          </a:lstStyle>
          <a:p>
            <a:r>
              <a:rPr lang="en-GB" noProof="0"/>
              <a:t>Insert title</a:t>
            </a:r>
          </a:p>
        </p:txBody>
      </p:sp>
      <p:sp>
        <p:nvSpPr>
          <p:cNvPr id="41" name="Inhaltsplatzhalter 30">
            <a:extLst>
              <a:ext uri="{FF2B5EF4-FFF2-40B4-BE49-F238E27FC236}">
                <a16:creationId xmlns:a16="http://schemas.microsoft.com/office/drawing/2014/main" id="{1FE9EFCD-7C86-A7FC-7CBA-C2A928454C03}"/>
              </a:ext>
            </a:extLst>
          </p:cNvPr>
          <p:cNvSpPr>
            <a:spLocks noGrp="1"/>
          </p:cNvSpPr>
          <p:nvPr>
            <p:ph sz="quarter" idx="14" hasCustomPrompt="1"/>
          </p:nvPr>
        </p:nvSpPr>
        <p:spPr>
          <a:xfrm>
            <a:off x="271463" y="878400"/>
            <a:ext cx="2862063"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2" name="Inhaltsplatzhalter 30">
            <a:extLst>
              <a:ext uri="{FF2B5EF4-FFF2-40B4-BE49-F238E27FC236}">
                <a16:creationId xmlns:a16="http://schemas.microsoft.com/office/drawing/2014/main" id="{B5AF2636-78AA-31AE-B767-CD1ED9E3083B}"/>
              </a:ext>
            </a:extLst>
          </p:cNvPr>
          <p:cNvSpPr>
            <a:spLocks noGrp="1"/>
          </p:cNvSpPr>
          <p:nvPr>
            <p:ph sz="quarter" idx="15" hasCustomPrompt="1"/>
          </p:nvPr>
        </p:nvSpPr>
        <p:spPr>
          <a:xfrm>
            <a:off x="3131605" y="878400"/>
            <a:ext cx="2962866"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3" name="Inhaltsplatzhalter 30">
            <a:extLst>
              <a:ext uri="{FF2B5EF4-FFF2-40B4-BE49-F238E27FC236}">
                <a16:creationId xmlns:a16="http://schemas.microsoft.com/office/drawing/2014/main" id="{8CD2FE50-AB2F-83AF-8B23-1260D26EF813}"/>
              </a:ext>
            </a:extLst>
          </p:cNvPr>
          <p:cNvSpPr>
            <a:spLocks noGrp="1"/>
          </p:cNvSpPr>
          <p:nvPr>
            <p:ph sz="quarter" idx="16" hasCustomPrompt="1"/>
          </p:nvPr>
        </p:nvSpPr>
        <p:spPr>
          <a:xfrm>
            <a:off x="6102458" y="878400"/>
            <a:ext cx="2948569"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4" name="Inhaltsplatzhalter 30">
            <a:extLst>
              <a:ext uri="{FF2B5EF4-FFF2-40B4-BE49-F238E27FC236}">
                <a16:creationId xmlns:a16="http://schemas.microsoft.com/office/drawing/2014/main" id="{156B3F99-D56F-6D47-0C38-55E1C209F590}"/>
              </a:ext>
            </a:extLst>
          </p:cNvPr>
          <p:cNvSpPr>
            <a:spLocks noGrp="1"/>
          </p:cNvSpPr>
          <p:nvPr>
            <p:ph sz="quarter" idx="17" hasCustomPrompt="1"/>
          </p:nvPr>
        </p:nvSpPr>
        <p:spPr>
          <a:xfrm>
            <a:off x="9056315" y="878400"/>
            <a:ext cx="2861423"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5" name="Inhaltsplatzhalter 30">
            <a:extLst>
              <a:ext uri="{FF2B5EF4-FFF2-40B4-BE49-F238E27FC236}">
                <a16:creationId xmlns:a16="http://schemas.microsoft.com/office/drawing/2014/main" id="{61CB84E3-822D-E7BF-88FA-B6CD84997420}"/>
              </a:ext>
            </a:extLst>
          </p:cNvPr>
          <p:cNvSpPr>
            <a:spLocks noGrp="1"/>
          </p:cNvSpPr>
          <p:nvPr>
            <p:ph sz="quarter" idx="18" hasCustomPrompt="1"/>
          </p:nvPr>
        </p:nvSpPr>
        <p:spPr>
          <a:xfrm>
            <a:off x="271463" y="4942799"/>
            <a:ext cx="2862063" cy="128179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6" name="Inhaltsplatzhalter 30">
            <a:extLst>
              <a:ext uri="{FF2B5EF4-FFF2-40B4-BE49-F238E27FC236}">
                <a16:creationId xmlns:a16="http://schemas.microsoft.com/office/drawing/2014/main" id="{4BBD1101-501F-08B4-863D-4EC398FF4C2F}"/>
              </a:ext>
            </a:extLst>
          </p:cNvPr>
          <p:cNvSpPr>
            <a:spLocks noGrp="1"/>
          </p:cNvSpPr>
          <p:nvPr>
            <p:ph sz="quarter" idx="19" hasCustomPrompt="1"/>
          </p:nvPr>
        </p:nvSpPr>
        <p:spPr>
          <a:xfrm>
            <a:off x="3131605" y="3577319"/>
            <a:ext cx="2962866" cy="2647269"/>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7" name="Inhaltsplatzhalter 30">
            <a:extLst>
              <a:ext uri="{FF2B5EF4-FFF2-40B4-BE49-F238E27FC236}">
                <a16:creationId xmlns:a16="http://schemas.microsoft.com/office/drawing/2014/main" id="{799F2A81-65B3-AA66-95A8-AD7674ADA344}"/>
              </a:ext>
            </a:extLst>
          </p:cNvPr>
          <p:cNvSpPr>
            <a:spLocks noGrp="1"/>
          </p:cNvSpPr>
          <p:nvPr>
            <p:ph sz="quarter" idx="20" hasCustomPrompt="1"/>
          </p:nvPr>
        </p:nvSpPr>
        <p:spPr>
          <a:xfrm>
            <a:off x="6102458" y="3577319"/>
            <a:ext cx="2948569" cy="2647269"/>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8" name="Inhaltsplatzhalter 30">
            <a:extLst>
              <a:ext uri="{FF2B5EF4-FFF2-40B4-BE49-F238E27FC236}">
                <a16:creationId xmlns:a16="http://schemas.microsoft.com/office/drawing/2014/main" id="{CD8C8901-62AC-56A4-B429-1C6C564195B7}"/>
              </a:ext>
            </a:extLst>
          </p:cNvPr>
          <p:cNvSpPr>
            <a:spLocks noGrp="1"/>
          </p:cNvSpPr>
          <p:nvPr>
            <p:ph sz="quarter" idx="21" hasCustomPrompt="1"/>
          </p:nvPr>
        </p:nvSpPr>
        <p:spPr>
          <a:xfrm>
            <a:off x="9056315" y="4942798"/>
            <a:ext cx="2861423" cy="128179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9" name="Inhaltsplatzhalter 30">
            <a:extLst>
              <a:ext uri="{FF2B5EF4-FFF2-40B4-BE49-F238E27FC236}">
                <a16:creationId xmlns:a16="http://schemas.microsoft.com/office/drawing/2014/main" id="{FC91EDA6-5E9C-6D6C-EF9F-C7F0B68C4C03}"/>
              </a:ext>
            </a:extLst>
          </p:cNvPr>
          <p:cNvSpPr>
            <a:spLocks noGrp="1"/>
          </p:cNvSpPr>
          <p:nvPr>
            <p:ph sz="quarter" idx="22" hasCustomPrompt="1"/>
          </p:nvPr>
        </p:nvSpPr>
        <p:spPr>
          <a:xfrm>
            <a:off x="271463" y="3577319"/>
            <a:ext cx="2862063" cy="1361404"/>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50" name="Inhaltsplatzhalter 30">
            <a:extLst>
              <a:ext uri="{FF2B5EF4-FFF2-40B4-BE49-F238E27FC236}">
                <a16:creationId xmlns:a16="http://schemas.microsoft.com/office/drawing/2014/main" id="{51E99161-B839-91BE-206F-89792AD5F923}"/>
              </a:ext>
            </a:extLst>
          </p:cNvPr>
          <p:cNvSpPr>
            <a:spLocks noGrp="1"/>
          </p:cNvSpPr>
          <p:nvPr>
            <p:ph sz="quarter" idx="23" hasCustomPrompt="1"/>
          </p:nvPr>
        </p:nvSpPr>
        <p:spPr>
          <a:xfrm>
            <a:off x="9056315" y="3577319"/>
            <a:ext cx="2861423" cy="136080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Tree>
    <p:extLst>
      <p:ext uri="{BB962C8B-B14F-4D97-AF65-F5344CB8AC3E}">
        <p14:creationId xmlns:p14="http://schemas.microsoft.com/office/powerpoint/2010/main" val="31085434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4" y="244800"/>
            <a:ext cx="3762090" cy="1005258"/>
          </a:xfrm>
        </p:spPr>
        <p:txBody>
          <a:bodyPr/>
          <a:lstStyle/>
          <a:p>
            <a:r>
              <a:rPr lang="en-GB" noProof="0"/>
              <a:t>Insert title</a:t>
            </a:r>
          </a:p>
        </p:txBody>
      </p:sp>
      <p:sp>
        <p:nvSpPr>
          <p:cNvPr id="8" name="Inhaltsplatzhalter 10">
            <a:extLst>
              <a:ext uri="{FF2B5EF4-FFF2-40B4-BE49-F238E27FC236}">
                <a16:creationId xmlns:a16="http://schemas.microsoft.com/office/drawing/2014/main" id="{19B00308-6650-D1AB-F5C5-991F60192BF4}"/>
              </a:ext>
            </a:extLst>
          </p:cNvPr>
          <p:cNvSpPr>
            <a:spLocks noGrp="1"/>
          </p:cNvSpPr>
          <p:nvPr>
            <p:ph sz="quarter" idx="23" hasCustomPrompt="1"/>
          </p:nvPr>
        </p:nvSpPr>
        <p:spPr>
          <a:xfrm>
            <a:off x="269877" y="1371601"/>
            <a:ext cx="3765600" cy="1517340"/>
          </a:xfrm>
        </p:spPr>
        <p:txBody>
          <a:bodyPr/>
          <a:lstStyle>
            <a:lvl1pPr>
              <a:defRPr/>
            </a:lvl1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3" name="Bildplatzhalter 4">
            <a:extLst>
              <a:ext uri="{FF2B5EF4-FFF2-40B4-BE49-F238E27FC236}">
                <a16:creationId xmlns:a16="http://schemas.microsoft.com/office/drawing/2014/main" id="{E8901B72-CDFB-6B04-2999-9B4D3BECDEBA}"/>
              </a:ext>
            </a:extLst>
          </p:cNvPr>
          <p:cNvSpPr>
            <a:spLocks noGrp="1"/>
          </p:cNvSpPr>
          <p:nvPr>
            <p:ph type="pic" sz="quarter" idx="22"/>
          </p:nvPr>
        </p:nvSpPr>
        <p:spPr>
          <a:xfrm>
            <a:off x="4222638" y="273051"/>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16" name="Inhaltsplatzhalter 10">
            <a:extLst>
              <a:ext uri="{FF2B5EF4-FFF2-40B4-BE49-F238E27FC236}">
                <a16:creationId xmlns:a16="http://schemas.microsoft.com/office/drawing/2014/main" id="{5F7462AF-9418-FBED-AE2B-9097CD9893A9}"/>
              </a:ext>
            </a:extLst>
          </p:cNvPr>
          <p:cNvSpPr>
            <a:spLocks noGrp="1"/>
          </p:cNvSpPr>
          <p:nvPr>
            <p:ph sz="quarter" idx="24" hasCustomPrompt="1"/>
          </p:nvPr>
        </p:nvSpPr>
        <p:spPr>
          <a:xfrm>
            <a:off x="4222638"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6193722" y="267184"/>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18" name="Inhaltsplatzhalter 10">
            <a:extLst>
              <a:ext uri="{FF2B5EF4-FFF2-40B4-BE49-F238E27FC236}">
                <a16:creationId xmlns:a16="http://schemas.microsoft.com/office/drawing/2014/main" id="{BE5D1B04-2BFA-33F3-C355-D8EB9E6F77DC}"/>
              </a:ext>
            </a:extLst>
          </p:cNvPr>
          <p:cNvSpPr>
            <a:spLocks noGrp="1"/>
          </p:cNvSpPr>
          <p:nvPr>
            <p:ph sz="quarter" idx="26" hasCustomPrompt="1"/>
          </p:nvPr>
        </p:nvSpPr>
        <p:spPr>
          <a:xfrm>
            <a:off x="6193722"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9" name="Bildplatzhalter 4">
            <a:extLst>
              <a:ext uri="{FF2B5EF4-FFF2-40B4-BE49-F238E27FC236}">
                <a16:creationId xmlns:a16="http://schemas.microsoft.com/office/drawing/2014/main" id="{8823469C-27C8-EF8F-4CC9-197675E31FB1}"/>
              </a:ext>
            </a:extLst>
          </p:cNvPr>
          <p:cNvSpPr>
            <a:spLocks noGrp="1"/>
          </p:cNvSpPr>
          <p:nvPr>
            <p:ph type="pic" sz="quarter" idx="27"/>
          </p:nvPr>
        </p:nvSpPr>
        <p:spPr>
          <a:xfrm>
            <a:off x="8164806" y="267184"/>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20" name="Inhaltsplatzhalter 10">
            <a:extLst>
              <a:ext uri="{FF2B5EF4-FFF2-40B4-BE49-F238E27FC236}">
                <a16:creationId xmlns:a16="http://schemas.microsoft.com/office/drawing/2014/main" id="{887C4011-3849-0B28-B9C6-CD6CCD2774AC}"/>
              </a:ext>
            </a:extLst>
          </p:cNvPr>
          <p:cNvSpPr>
            <a:spLocks noGrp="1"/>
          </p:cNvSpPr>
          <p:nvPr>
            <p:ph sz="quarter" idx="28" hasCustomPrompt="1"/>
          </p:nvPr>
        </p:nvSpPr>
        <p:spPr>
          <a:xfrm>
            <a:off x="8164806"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21" name="Bildplatzhalter 4">
            <a:extLst>
              <a:ext uri="{FF2B5EF4-FFF2-40B4-BE49-F238E27FC236}">
                <a16:creationId xmlns:a16="http://schemas.microsoft.com/office/drawing/2014/main" id="{CBEDB122-E4B4-DEAF-0C6D-61CF1C399FB7}"/>
              </a:ext>
            </a:extLst>
          </p:cNvPr>
          <p:cNvSpPr>
            <a:spLocks noGrp="1"/>
          </p:cNvSpPr>
          <p:nvPr>
            <p:ph type="pic" sz="quarter" idx="29"/>
          </p:nvPr>
        </p:nvSpPr>
        <p:spPr>
          <a:xfrm>
            <a:off x="10135890" y="267184"/>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22" name="Inhaltsplatzhalter 10">
            <a:extLst>
              <a:ext uri="{FF2B5EF4-FFF2-40B4-BE49-F238E27FC236}">
                <a16:creationId xmlns:a16="http://schemas.microsoft.com/office/drawing/2014/main" id="{2E8C9BDD-A256-932A-0451-8742BDF218CD}"/>
              </a:ext>
            </a:extLst>
          </p:cNvPr>
          <p:cNvSpPr>
            <a:spLocks noGrp="1"/>
          </p:cNvSpPr>
          <p:nvPr>
            <p:ph sz="quarter" idx="30" hasCustomPrompt="1"/>
          </p:nvPr>
        </p:nvSpPr>
        <p:spPr>
          <a:xfrm>
            <a:off x="10135890"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23" name="Bildplatzhalter 4">
            <a:extLst>
              <a:ext uri="{FF2B5EF4-FFF2-40B4-BE49-F238E27FC236}">
                <a16:creationId xmlns:a16="http://schemas.microsoft.com/office/drawing/2014/main" id="{5648AA9A-5221-27F9-3191-6F0F1FEAF36C}"/>
              </a:ext>
            </a:extLst>
          </p:cNvPr>
          <p:cNvSpPr>
            <a:spLocks noGrp="1"/>
          </p:cNvSpPr>
          <p:nvPr>
            <p:ph type="pic" sz="quarter" idx="31"/>
          </p:nvPr>
        </p:nvSpPr>
        <p:spPr>
          <a:xfrm>
            <a:off x="4220167" y="2453904"/>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24" name="Inhaltsplatzhalter 10">
            <a:extLst>
              <a:ext uri="{FF2B5EF4-FFF2-40B4-BE49-F238E27FC236}">
                <a16:creationId xmlns:a16="http://schemas.microsoft.com/office/drawing/2014/main" id="{92E2526C-7EE2-C9B9-E09C-E4124FE41C3A}"/>
              </a:ext>
            </a:extLst>
          </p:cNvPr>
          <p:cNvSpPr>
            <a:spLocks noGrp="1"/>
          </p:cNvSpPr>
          <p:nvPr>
            <p:ph sz="quarter" idx="32" hasCustomPrompt="1"/>
          </p:nvPr>
        </p:nvSpPr>
        <p:spPr>
          <a:xfrm>
            <a:off x="4220167"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25" name="Bildplatzhalter 4">
            <a:extLst>
              <a:ext uri="{FF2B5EF4-FFF2-40B4-BE49-F238E27FC236}">
                <a16:creationId xmlns:a16="http://schemas.microsoft.com/office/drawing/2014/main" id="{6836661A-7952-7ADE-BB22-08BB2B174D2B}"/>
              </a:ext>
            </a:extLst>
          </p:cNvPr>
          <p:cNvSpPr>
            <a:spLocks noGrp="1"/>
          </p:cNvSpPr>
          <p:nvPr>
            <p:ph type="pic" sz="quarter" idx="33"/>
          </p:nvPr>
        </p:nvSpPr>
        <p:spPr>
          <a:xfrm>
            <a:off x="6191251" y="2453904"/>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26" name="Inhaltsplatzhalter 10">
            <a:extLst>
              <a:ext uri="{FF2B5EF4-FFF2-40B4-BE49-F238E27FC236}">
                <a16:creationId xmlns:a16="http://schemas.microsoft.com/office/drawing/2014/main" id="{C2CB294D-1078-8674-FF02-6A8C1FA8750C}"/>
              </a:ext>
            </a:extLst>
          </p:cNvPr>
          <p:cNvSpPr>
            <a:spLocks noGrp="1"/>
          </p:cNvSpPr>
          <p:nvPr>
            <p:ph sz="quarter" idx="34" hasCustomPrompt="1"/>
          </p:nvPr>
        </p:nvSpPr>
        <p:spPr>
          <a:xfrm>
            <a:off x="6191251"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28" name="Bildplatzhalter 4">
            <a:extLst>
              <a:ext uri="{FF2B5EF4-FFF2-40B4-BE49-F238E27FC236}">
                <a16:creationId xmlns:a16="http://schemas.microsoft.com/office/drawing/2014/main" id="{478A5169-5857-1B03-543A-A692CECD2826}"/>
              </a:ext>
            </a:extLst>
          </p:cNvPr>
          <p:cNvSpPr>
            <a:spLocks noGrp="1"/>
          </p:cNvSpPr>
          <p:nvPr>
            <p:ph type="pic" sz="quarter" idx="35"/>
          </p:nvPr>
        </p:nvSpPr>
        <p:spPr>
          <a:xfrm>
            <a:off x="8162335" y="2453904"/>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29" name="Inhaltsplatzhalter 10">
            <a:extLst>
              <a:ext uri="{FF2B5EF4-FFF2-40B4-BE49-F238E27FC236}">
                <a16:creationId xmlns:a16="http://schemas.microsoft.com/office/drawing/2014/main" id="{CCD55740-F556-6FFB-54B7-F02F33DD446D}"/>
              </a:ext>
            </a:extLst>
          </p:cNvPr>
          <p:cNvSpPr>
            <a:spLocks noGrp="1"/>
          </p:cNvSpPr>
          <p:nvPr>
            <p:ph sz="quarter" idx="36" hasCustomPrompt="1"/>
          </p:nvPr>
        </p:nvSpPr>
        <p:spPr>
          <a:xfrm>
            <a:off x="8162335"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30" name="Bildplatzhalter 4">
            <a:extLst>
              <a:ext uri="{FF2B5EF4-FFF2-40B4-BE49-F238E27FC236}">
                <a16:creationId xmlns:a16="http://schemas.microsoft.com/office/drawing/2014/main" id="{C3C4A300-9C66-727B-BF1B-3FE78BA49252}"/>
              </a:ext>
            </a:extLst>
          </p:cNvPr>
          <p:cNvSpPr>
            <a:spLocks noGrp="1"/>
          </p:cNvSpPr>
          <p:nvPr>
            <p:ph type="pic" sz="quarter" idx="37"/>
          </p:nvPr>
        </p:nvSpPr>
        <p:spPr>
          <a:xfrm>
            <a:off x="10133419" y="2453904"/>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31" name="Inhaltsplatzhalter 10">
            <a:extLst>
              <a:ext uri="{FF2B5EF4-FFF2-40B4-BE49-F238E27FC236}">
                <a16:creationId xmlns:a16="http://schemas.microsoft.com/office/drawing/2014/main" id="{A1A5D7D5-55B1-516C-7CED-BF26C79BE6B2}"/>
              </a:ext>
            </a:extLst>
          </p:cNvPr>
          <p:cNvSpPr>
            <a:spLocks noGrp="1"/>
          </p:cNvSpPr>
          <p:nvPr>
            <p:ph sz="quarter" idx="38" hasCustomPrompt="1"/>
          </p:nvPr>
        </p:nvSpPr>
        <p:spPr>
          <a:xfrm>
            <a:off x="10133419"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36" name="Bildplatzhalter 4">
            <a:extLst>
              <a:ext uri="{FF2B5EF4-FFF2-40B4-BE49-F238E27FC236}">
                <a16:creationId xmlns:a16="http://schemas.microsoft.com/office/drawing/2014/main" id="{F4A6E408-2281-5C5F-C17D-009678C7B293}"/>
              </a:ext>
            </a:extLst>
          </p:cNvPr>
          <p:cNvSpPr>
            <a:spLocks noGrp="1"/>
          </p:cNvSpPr>
          <p:nvPr>
            <p:ph type="pic" sz="quarter" idx="39"/>
          </p:nvPr>
        </p:nvSpPr>
        <p:spPr>
          <a:xfrm>
            <a:off x="4219981" y="4491720"/>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37" name="Inhaltsplatzhalter 10">
            <a:extLst>
              <a:ext uri="{FF2B5EF4-FFF2-40B4-BE49-F238E27FC236}">
                <a16:creationId xmlns:a16="http://schemas.microsoft.com/office/drawing/2014/main" id="{106AA095-B514-8CB2-E655-796D9234A496}"/>
              </a:ext>
            </a:extLst>
          </p:cNvPr>
          <p:cNvSpPr>
            <a:spLocks noGrp="1"/>
          </p:cNvSpPr>
          <p:nvPr>
            <p:ph sz="quarter" idx="40" hasCustomPrompt="1"/>
          </p:nvPr>
        </p:nvSpPr>
        <p:spPr>
          <a:xfrm>
            <a:off x="4219981"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38" name="Bildplatzhalter 4">
            <a:extLst>
              <a:ext uri="{FF2B5EF4-FFF2-40B4-BE49-F238E27FC236}">
                <a16:creationId xmlns:a16="http://schemas.microsoft.com/office/drawing/2014/main" id="{B22E5E6F-159C-366B-5296-441253F3F0BB}"/>
              </a:ext>
            </a:extLst>
          </p:cNvPr>
          <p:cNvSpPr>
            <a:spLocks noGrp="1"/>
          </p:cNvSpPr>
          <p:nvPr>
            <p:ph type="pic" sz="quarter" idx="41"/>
          </p:nvPr>
        </p:nvSpPr>
        <p:spPr>
          <a:xfrm>
            <a:off x="6191065" y="4491720"/>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39" name="Inhaltsplatzhalter 10">
            <a:extLst>
              <a:ext uri="{FF2B5EF4-FFF2-40B4-BE49-F238E27FC236}">
                <a16:creationId xmlns:a16="http://schemas.microsoft.com/office/drawing/2014/main" id="{8F99875B-FC4F-7DCE-AACD-FF783DF1F8CC}"/>
              </a:ext>
            </a:extLst>
          </p:cNvPr>
          <p:cNvSpPr>
            <a:spLocks noGrp="1"/>
          </p:cNvSpPr>
          <p:nvPr>
            <p:ph sz="quarter" idx="42" hasCustomPrompt="1"/>
          </p:nvPr>
        </p:nvSpPr>
        <p:spPr>
          <a:xfrm>
            <a:off x="6191065"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0" name="Bildplatzhalter 4">
            <a:extLst>
              <a:ext uri="{FF2B5EF4-FFF2-40B4-BE49-F238E27FC236}">
                <a16:creationId xmlns:a16="http://schemas.microsoft.com/office/drawing/2014/main" id="{86D99F31-E97B-1DE8-80A6-FCE2268D7504}"/>
              </a:ext>
            </a:extLst>
          </p:cNvPr>
          <p:cNvSpPr>
            <a:spLocks noGrp="1"/>
          </p:cNvSpPr>
          <p:nvPr>
            <p:ph type="pic" sz="quarter" idx="43"/>
          </p:nvPr>
        </p:nvSpPr>
        <p:spPr>
          <a:xfrm>
            <a:off x="8162149" y="4491720"/>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41" name="Inhaltsplatzhalter 10">
            <a:extLst>
              <a:ext uri="{FF2B5EF4-FFF2-40B4-BE49-F238E27FC236}">
                <a16:creationId xmlns:a16="http://schemas.microsoft.com/office/drawing/2014/main" id="{2AFB99F6-8B03-8325-85FE-ACF55FEF4C7E}"/>
              </a:ext>
            </a:extLst>
          </p:cNvPr>
          <p:cNvSpPr>
            <a:spLocks noGrp="1"/>
          </p:cNvSpPr>
          <p:nvPr>
            <p:ph sz="quarter" idx="44" hasCustomPrompt="1"/>
          </p:nvPr>
        </p:nvSpPr>
        <p:spPr>
          <a:xfrm>
            <a:off x="8162149"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2" name="Bildplatzhalter 4">
            <a:extLst>
              <a:ext uri="{FF2B5EF4-FFF2-40B4-BE49-F238E27FC236}">
                <a16:creationId xmlns:a16="http://schemas.microsoft.com/office/drawing/2014/main" id="{7B354065-93C3-8CD0-C6F7-EAD8915CFD21}"/>
              </a:ext>
            </a:extLst>
          </p:cNvPr>
          <p:cNvSpPr>
            <a:spLocks noGrp="1"/>
          </p:cNvSpPr>
          <p:nvPr>
            <p:ph type="pic" sz="quarter" idx="45"/>
          </p:nvPr>
        </p:nvSpPr>
        <p:spPr>
          <a:xfrm>
            <a:off x="10133233" y="4491720"/>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43" name="Inhaltsplatzhalter 10">
            <a:extLst>
              <a:ext uri="{FF2B5EF4-FFF2-40B4-BE49-F238E27FC236}">
                <a16:creationId xmlns:a16="http://schemas.microsoft.com/office/drawing/2014/main" id="{D9B63D01-B563-7751-25F8-D9E1385E66D2}"/>
              </a:ext>
            </a:extLst>
          </p:cNvPr>
          <p:cNvSpPr>
            <a:spLocks noGrp="1"/>
          </p:cNvSpPr>
          <p:nvPr>
            <p:ph sz="quarter" idx="46" hasCustomPrompt="1"/>
          </p:nvPr>
        </p:nvSpPr>
        <p:spPr>
          <a:xfrm>
            <a:off x="10133233"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44" name="Bildplatzhalter 4">
            <a:extLst>
              <a:ext uri="{FF2B5EF4-FFF2-40B4-BE49-F238E27FC236}">
                <a16:creationId xmlns:a16="http://schemas.microsoft.com/office/drawing/2014/main" id="{3561E328-70B6-85DB-D07B-4E3133D9FE77}"/>
              </a:ext>
            </a:extLst>
          </p:cNvPr>
          <p:cNvSpPr>
            <a:spLocks noGrp="1"/>
          </p:cNvSpPr>
          <p:nvPr>
            <p:ph type="pic" sz="quarter" idx="47"/>
          </p:nvPr>
        </p:nvSpPr>
        <p:spPr>
          <a:xfrm>
            <a:off x="2247851" y="4491720"/>
            <a:ext cx="1782000" cy="954000"/>
          </a:xfrm>
          <a:pattFill prst="lgCheck">
            <a:fgClr>
              <a:schemeClr val="bg1">
                <a:lumMod val="85000"/>
              </a:schemeClr>
            </a:fgClr>
            <a:bgClr>
              <a:schemeClr val="bg1"/>
            </a:bgClr>
          </a:pattFill>
        </p:spPr>
        <p:txBody>
          <a:bodyPr tIns="0" anchor="ctr"/>
          <a:lstStyle>
            <a:lvl1pPr algn="ctr">
              <a:defRPr sz="1200"/>
            </a:lvl1pPr>
          </a:lstStyle>
          <a:p>
            <a:r>
              <a:rPr lang="de-DE" noProof="0"/>
              <a:t>Bild durch Klicken auf Symbol hinzufügen</a:t>
            </a:r>
            <a:endParaRPr lang="en-GB" noProof="0"/>
          </a:p>
        </p:txBody>
      </p:sp>
      <p:sp>
        <p:nvSpPr>
          <p:cNvPr id="45" name="Inhaltsplatzhalter 10">
            <a:extLst>
              <a:ext uri="{FF2B5EF4-FFF2-40B4-BE49-F238E27FC236}">
                <a16:creationId xmlns:a16="http://schemas.microsoft.com/office/drawing/2014/main" id="{818DEC37-95E8-080D-AB4D-58F52BC284EC}"/>
              </a:ext>
            </a:extLst>
          </p:cNvPr>
          <p:cNvSpPr>
            <a:spLocks noGrp="1"/>
          </p:cNvSpPr>
          <p:nvPr>
            <p:ph sz="quarter" idx="48" hasCustomPrompt="1"/>
          </p:nvPr>
        </p:nvSpPr>
        <p:spPr>
          <a:xfrm>
            <a:off x="2247851"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Tree>
    <p:extLst>
      <p:ext uri="{BB962C8B-B14F-4D97-AF65-F5344CB8AC3E}">
        <p14:creationId xmlns:p14="http://schemas.microsoft.com/office/powerpoint/2010/main" val="24116460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Zeitstrahl">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800"/>
            <a:ext cx="11650662" cy="536400"/>
          </a:xfrm>
        </p:spPr>
        <p:txBody>
          <a:bodyPr/>
          <a:lstStyle/>
          <a:p>
            <a:r>
              <a:rPr lang="en-GB" noProof="0"/>
              <a:t>Insert title</a:t>
            </a:r>
          </a:p>
        </p:txBody>
      </p:sp>
      <p:cxnSp>
        <p:nvCxnSpPr>
          <p:cNvPr id="7" name="Gerade Verbindung mit Pfeil 6">
            <a:extLst>
              <a:ext uri="{FF2B5EF4-FFF2-40B4-BE49-F238E27FC236}">
                <a16:creationId xmlns:a16="http://schemas.microsoft.com/office/drawing/2014/main" id="{3960DD06-5403-402D-6C88-53DCD45F16E1}"/>
              </a:ext>
            </a:extLst>
          </p:cNvPr>
          <p:cNvCxnSpPr/>
          <p:nvPr userDrawn="1"/>
        </p:nvCxnSpPr>
        <p:spPr>
          <a:xfrm>
            <a:off x="269875" y="3497585"/>
            <a:ext cx="11652250" cy="0"/>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115" name="Bildplatzhalter 4">
            <a:extLst>
              <a:ext uri="{FF2B5EF4-FFF2-40B4-BE49-F238E27FC236}">
                <a16:creationId xmlns:a16="http://schemas.microsoft.com/office/drawing/2014/main" id="{F49F2DB0-AB5C-6BD8-064D-373B4B1209AB}"/>
              </a:ext>
            </a:extLst>
          </p:cNvPr>
          <p:cNvSpPr>
            <a:spLocks noGrp="1"/>
          </p:cNvSpPr>
          <p:nvPr>
            <p:ph type="pic" sz="quarter" idx="17"/>
          </p:nvPr>
        </p:nvSpPr>
        <p:spPr>
          <a:xfrm>
            <a:off x="269875"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16" name="Bildplatzhalter 4">
            <a:extLst>
              <a:ext uri="{FF2B5EF4-FFF2-40B4-BE49-F238E27FC236}">
                <a16:creationId xmlns:a16="http://schemas.microsoft.com/office/drawing/2014/main" id="{F0B6A180-6984-B9E7-7ADC-A121B77988BD}"/>
              </a:ext>
            </a:extLst>
          </p:cNvPr>
          <p:cNvSpPr>
            <a:spLocks noGrp="1"/>
          </p:cNvSpPr>
          <p:nvPr>
            <p:ph type="pic" sz="quarter" idx="18"/>
          </p:nvPr>
        </p:nvSpPr>
        <p:spPr>
          <a:xfrm>
            <a:off x="1974003"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17" name="Bildplatzhalter 4">
            <a:extLst>
              <a:ext uri="{FF2B5EF4-FFF2-40B4-BE49-F238E27FC236}">
                <a16:creationId xmlns:a16="http://schemas.microsoft.com/office/drawing/2014/main" id="{38372887-04E8-C5D5-EF4C-1E25A260FB2C}"/>
              </a:ext>
            </a:extLst>
          </p:cNvPr>
          <p:cNvSpPr>
            <a:spLocks noGrp="1"/>
          </p:cNvSpPr>
          <p:nvPr>
            <p:ph type="pic" sz="quarter" idx="19"/>
          </p:nvPr>
        </p:nvSpPr>
        <p:spPr>
          <a:xfrm>
            <a:off x="3667159"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18" name="Bildplatzhalter 4">
            <a:extLst>
              <a:ext uri="{FF2B5EF4-FFF2-40B4-BE49-F238E27FC236}">
                <a16:creationId xmlns:a16="http://schemas.microsoft.com/office/drawing/2014/main" id="{7A14FB65-6B89-A9C8-8DB1-7B1F7CBFAEC8}"/>
              </a:ext>
            </a:extLst>
          </p:cNvPr>
          <p:cNvSpPr>
            <a:spLocks noGrp="1"/>
          </p:cNvSpPr>
          <p:nvPr>
            <p:ph type="pic" sz="quarter" idx="20"/>
          </p:nvPr>
        </p:nvSpPr>
        <p:spPr>
          <a:xfrm>
            <a:off x="5360315"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19" name="Bildplatzhalter 4">
            <a:extLst>
              <a:ext uri="{FF2B5EF4-FFF2-40B4-BE49-F238E27FC236}">
                <a16:creationId xmlns:a16="http://schemas.microsoft.com/office/drawing/2014/main" id="{CD8F59A9-69CA-1C2A-33D7-AD0BB64181B4}"/>
              </a:ext>
            </a:extLst>
          </p:cNvPr>
          <p:cNvSpPr>
            <a:spLocks noGrp="1"/>
          </p:cNvSpPr>
          <p:nvPr>
            <p:ph type="pic" sz="quarter" idx="21"/>
          </p:nvPr>
        </p:nvSpPr>
        <p:spPr>
          <a:xfrm>
            <a:off x="7053471"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20" name="Bildplatzhalter 4">
            <a:extLst>
              <a:ext uri="{FF2B5EF4-FFF2-40B4-BE49-F238E27FC236}">
                <a16:creationId xmlns:a16="http://schemas.microsoft.com/office/drawing/2014/main" id="{B582FB2A-C51D-65C1-0203-3A5AB4DB0F44}"/>
              </a:ext>
            </a:extLst>
          </p:cNvPr>
          <p:cNvSpPr>
            <a:spLocks noGrp="1"/>
          </p:cNvSpPr>
          <p:nvPr>
            <p:ph type="pic" sz="quarter" idx="22"/>
          </p:nvPr>
        </p:nvSpPr>
        <p:spPr>
          <a:xfrm>
            <a:off x="8746627"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21" name="Bildplatzhalter 4">
            <a:extLst>
              <a:ext uri="{FF2B5EF4-FFF2-40B4-BE49-F238E27FC236}">
                <a16:creationId xmlns:a16="http://schemas.microsoft.com/office/drawing/2014/main" id="{18F14028-DA69-147A-C414-9146D8EAE5FD}"/>
              </a:ext>
            </a:extLst>
          </p:cNvPr>
          <p:cNvSpPr>
            <a:spLocks noGrp="1"/>
          </p:cNvSpPr>
          <p:nvPr>
            <p:ph type="pic" sz="quarter" idx="23"/>
          </p:nvPr>
        </p:nvSpPr>
        <p:spPr>
          <a:xfrm>
            <a:off x="10439783"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22" name="Bildplatzhalter 4">
            <a:extLst>
              <a:ext uri="{FF2B5EF4-FFF2-40B4-BE49-F238E27FC236}">
                <a16:creationId xmlns:a16="http://schemas.microsoft.com/office/drawing/2014/main" id="{3A11402F-1392-D5B0-DE17-2E270C800CA5}"/>
              </a:ext>
            </a:extLst>
          </p:cNvPr>
          <p:cNvSpPr>
            <a:spLocks noGrp="1"/>
          </p:cNvSpPr>
          <p:nvPr>
            <p:ph type="pic" sz="quarter" idx="24"/>
          </p:nvPr>
        </p:nvSpPr>
        <p:spPr>
          <a:xfrm>
            <a:off x="1136079"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23" name="Bildplatzhalter 4">
            <a:extLst>
              <a:ext uri="{FF2B5EF4-FFF2-40B4-BE49-F238E27FC236}">
                <a16:creationId xmlns:a16="http://schemas.microsoft.com/office/drawing/2014/main" id="{92F84F7D-2669-46EA-F7E5-F5A3AE35C50F}"/>
              </a:ext>
            </a:extLst>
          </p:cNvPr>
          <p:cNvSpPr>
            <a:spLocks noGrp="1"/>
          </p:cNvSpPr>
          <p:nvPr>
            <p:ph type="pic" sz="quarter" idx="25"/>
          </p:nvPr>
        </p:nvSpPr>
        <p:spPr>
          <a:xfrm>
            <a:off x="2829006"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24" name="Bildplatzhalter 4">
            <a:extLst>
              <a:ext uri="{FF2B5EF4-FFF2-40B4-BE49-F238E27FC236}">
                <a16:creationId xmlns:a16="http://schemas.microsoft.com/office/drawing/2014/main" id="{7F4B621D-593C-EF66-AAA8-260F24BB8163}"/>
              </a:ext>
            </a:extLst>
          </p:cNvPr>
          <p:cNvSpPr>
            <a:spLocks noGrp="1"/>
          </p:cNvSpPr>
          <p:nvPr>
            <p:ph type="pic" sz="quarter" idx="26"/>
          </p:nvPr>
        </p:nvSpPr>
        <p:spPr>
          <a:xfrm>
            <a:off x="4521933"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25" name="Bildplatzhalter 4">
            <a:extLst>
              <a:ext uri="{FF2B5EF4-FFF2-40B4-BE49-F238E27FC236}">
                <a16:creationId xmlns:a16="http://schemas.microsoft.com/office/drawing/2014/main" id="{EAB29708-5948-93D3-1DAE-9AA4E5A03DCE}"/>
              </a:ext>
            </a:extLst>
          </p:cNvPr>
          <p:cNvSpPr>
            <a:spLocks noGrp="1"/>
          </p:cNvSpPr>
          <p:nvPr>
            <p:ph type="pic" sz="quarter" idx="27"/>
          </p:nvPr>
        </p:nvSpPr>
        <p:spPr>
          <a:xfrm>
            <a:off x="6214860"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26" name="Bildplatzhalter 4">
            <a:extLst>
              <a:ext uri="{FF2B5EF4-FFF2-40B4-BE49-F238E27FC236}">
                <a16:creationId xmlns:a16="http://schemas.microsoft.com/office/drawing/2014/main" id="{6590CFDF-AA3F-86A0-462A-8B00EDC3EDDD}"/>
              </a:ext>
            </a:extLst>
          </p:cNvPr>
          <p:cNvSpPr>
            <a:spLocks noGrp="1"/>
          </p:cNvSpPr>
          <p:nvPr>
            <p:ph type="pic" sz="quarter" idx="28"/>
          </p:nvPr>
        </p:nvSpPr>
        <p:spPr>
          <a:xfrm>
            <a:off x="7907787"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27" name="Bildplatzhalter 4">
            <a:extLst>
              <a:ext uri="{FF2B5EF4-FFF2-40B4-BE49-F238E27FC236}">
                <a16:creationId xmlns:a16="http://schemas.microsoft.com/office/drawing/2014/main" id="{F8D57941-57A2-78B6-C142-19F25D64A5F1}"/>
              </a:ext>
            </a:extLst>
          </p:cNvPr>
          <p:cNvSpPr>
            <a:spLocks noGrp="1"/>
          </p:cNvSpPr>
          <p:nvPr>
            <p:ph type="pic" sz="quarter" idx="29"/>
          </p:nvPr>
        </p:nvSpPr>
        <p:spPr>
          <a:xfrm>
            <a:off x="9600716"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sp>
        <p:nvSpPr>
          <p:cNvPr id="128" name="Inhaltsplatzhalter 10">
            <a:extLst>
              <a:ext uri="{FF2B5EF4-FFF2-40B4-BE49-F238E27FC236}">
                <a16:creationId xmlns:a16="http://schemas.microsoft.com/office/drawing/2014/main" id="{84D95677-0114-3854-2A06-CDDFDD440777}"/>
              </a:ext>
            </a:extLst>
          </p:cNvPr>
          <p:cNvSpPr>
            <a:spLocks noGrp="1"/>
          </p:cNvSpPr>
          <p:nvPr>
            <p:ph sz="quarter" idx="30" hasCustomPrompt="1"/>
          </p:nvPr>
        </p:nvSpPr>
        <p:spPr>
          <a:xfrm>
            <a:off x="269875"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29" name="Inhaltsplatzhalter 10">
            <a:extLst>
              <a:ext uri="{FF2B5EF4-FFF2-40B4-BE49-F238E27FC236}">
                <a16:creationId xmlns:a16="http://schemas.microsoft.com/office/drawing/2014/main" id="{830824E2-E1B0-01AE-F199-E13B717EE78D}"/>
              </a:ext>
            </a:extLst>
          </p:cNvPr>
          <p:cNvSpPr>
            <a:spLocks noGrp="1"/>
          </p:cNvSpPr>
          <p:nvPr>
            <p:ph sz="quarter" idx="31" hasCustomPrompt="1"/>
          </p:nvPr>
        </p:nvSpPr>
        <p:spPr>
          <a:xfrm>
            <a:off x="1974003"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0" name="Inhaltsplatzhalter 10">
            <a:extLst>
              <a:ext uri="{FF2B5EF4-FFF2-40B4-BE49-F238E27FC236}">
                <a16:creationId xmlns:a16="http://schemas.microsoft.com/office/drawing/2014/main" id="{B661178F-E8BD-64EC-8DCE-B999B4D9EABD}"/>
              </a:ext>
            </a:extLst>
          </p:cNvPr>
          <p:cNvSpPr>
            <a:spLocks noGrp="1"/>
          </p:cNvSpPr>
          <p:nvPr>
            <p:ph sz="quarter" idx="32" hasCustomPrompt="1"/>
          </p:nvPr>
        </p:nvSpPr>
        <p:spPr>
          <a:xfrm>
            <a:off x="3667159"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1" name="Inhaltsplatzhalter 10">
            <a:extLst>
              <a:ext uri="{FF2B5EF4-FFF2-40B4-BE49-F238E27FC236}">
                <a16:creationId xmlns:a16="http://schemas.microsoft.com/office/drawing/2014/main" id="{A0685B94-A30D-8020-BFC0-B77022CBDE9F}"/>
              </a:ext>
            </a:extLst>
          </p:cNvPr>
          <p:cNvSpPr>
            <a:spLocks noGrp="1"/>
          </p:cNvSpPr>
          <p:nvPr>
            <p:ph sz="quarter" idx="33" hasCustomPrompt="1"/>
          </p:nvPr>
        </p:nvSpPr>
        <p:spPr>
          <a:xfrm>
            <a:off x="5360315"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2" name="Inhaltsplatzhalter 10">
            <a:extLst>
              <a:ext uri="{FF2B5EF4-FFF2-40B4-BE49-F238E27FC236}">
                <a16:creationId xmlns:a16="http://schemas.microsoft.com/office/drawing/2014/main" id="{7FB39B7C-36A1-9048-02BA-E03566F2EB1F}"/>
              </a:ext>
            </a:extLst>
          </p:cNvPr>
          <p:cNvSpPr>
            <a:spLocks noGrp="1"/>
          </p:cNvSpPr>
          <p:nvPr>
            <p:ph sz="quarter" idx="34" hasCustomPrompt="1"/>
          </p:nvPr>
        </p:nvSpPr>
        <p:spPr>
          <a:xfrm>
            <a:off x="7053471"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3" name="Inhaltsplatzhalter 10">
            <a:extLst>
              <a:ext uri="{FF2B5EF4-FFF2-40B4-BE49-F238E27FC236}">
                <a16:creationId xmlns:a16="http://schemas.microsoft.com/office/drawing/2014/main" id="{15CACBB6-4692-7C6A-8251-BEBD135224A0}"/>
              </a:ext>
            </a:extLst>
          </p:cNvPr>
          <p:cNvSpPr>
            <a:spLocks noGrp="1"/>
          </p:cNvSpPr>
          <p:nvPr>
            <p:ph sz="quarter" idx="35" hasCustomPrompt="1"/>
          </p:nvPr>
        </p:nvSpPr>
        <p:spPr>
          <a:xfrm>
            <a:off x="8746627"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4" name="Inhaltsplatzhalter 10">
            <a:extLst>
              <a:ext uri="{FF2B5EF4-FFF2-40B4-BE49-F238E27FC236}">
                <a16:creationId xmlns:a16="http://schemas.microsoft.com/office/drawing/2014/main" id="{BECB31F3-1FF3-7738-D3E5-314BB6A8314A}"/>
              </a:ext>
            </a:extLst>
          </p:cNvPr>
          <p:cNvSpPr>
            <a:spLocks noGrp="1"/>
          </p:cNvSpPr>
          <p:nvPr>
            <p:ph sz="quarter" idx="36" hasCustomPrompt="1"/>
          </p:nvPr>
        </p:nvSpPr>
        <p:spPr>
          <a:xfrm>
            <a:off x="10439783"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5" name="Inhaltsplatzhalter 10">
            <a:extLst>
              <a:ext uri="{FF2B5EF4-FFF2-40B4-BE49-F238E27FC236}">
                <a16:creationId xmlns:a16="http://schemas.microsoft.com/office/drawing/2014/main" id="{62AF25DC-CA5E-4417-22E5-A964FF016F62}"/>
              </a:ext>
            </a:extLst>
          </p:cNvPr>
          <p:cNvSpPr>
            <a:spLocks noGrp="1"/>
          </p:cNvSpPr>
          <p:nvPr>
            <p:ph sz="quarter" idx="37" hasCustomPrompt="1"/>
          </p:nvPr>
        </p:nvSpPr>
        <p:spPr>
          <a:xfrm>
            <a:off x="1136079"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6" name="Inhaltsplatzhalter 10">
            <a:extLst>
              <a:ext uri="{FF2B5EF4-FFF2-40B4-BE49-F238E27FC236}">
                <a16:creationId xmlns:a16="http://schemas.microsoft.com/office/drawing/2014/main" id="{90D56CD7-60EE-495F-ED4B-C31A87C45E84}"/>
              </a:ext>
            </a:extLst>
          </p:cNvPr>
          <p:cNvSpPr>
            <a:spLocks noGrp="1"/>
          </p:cNvSpPr>
          <p:nvPr>
            <p:ph sz="quarter" idx="38" hasCustomPrompt="1"/>
          </p:nvPr>
        </p:nvSpPr>
        <p:spPr>
          <a:xfrm>
            <a:off x="2829006"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7" name="Inhaltsplatzhalter 10">
            <a:extLst>
              <a:ext uri="{FF2B5EF4-FFF2-40B4-BE49-F238E27FC236}">
                <a16:creationId xmlns:a16="http://schemas.microsoft.com/office/drawing/2014/main" id="{28B0CB76-6D72-3E2E-056B-27DB3947102B}"/>
              </a:ext>
            </a:extLst>
          </p:cNvPr>
          <p:cNvSpPr>
            <a:spLocks noGrp="1"/>
          </p:cNvSpPr>
          <p:nvPr>
            <p:ph sz="quarter" idx="39" hasCustomPrompt="1"/>
          </p:nvPr>
        </p:nvSpPr>
        <p:spPr>
          <a:xfrm>
            <a:off x="4521933"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8" name="Inhaltsplatzhalter 10">
            <a:extLst>
              <a:ext uri="{FF2B5EF4-FFF2-40B4-BE49-F238E27FC236}">
                <a16:creationId xmlns:a16="http://schemas.microsoft.com/office/drawing/2014/main" id="{57BA3158-F345-F5B5-83D3-6B1D5546CF23}"/>
              </a:ext>
            </a:extLst>
          </p:cNvPr>
          <p:cNvSpPr>
            <a:spLocks noGrp="1"/>
          </p:cNvSpPr>
          <p:nvPr>
            <p:ph sz="quarter" idx="40" hasCustomPrompt="1"/>
          </p:nvPr>
        </p:nvSpPr>
        <p:spPr>
          <a:xfrm>
            <a:off x="6214860"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39" name="Inhaltsplatzhalter 10">
            <a:extLst>
              <a:ext uri="{FF2B5EF4-FFF2-40B4-BE49-F238E27FC236}">
                <a16:creationId xmlns:a16="http://schemas.microsoft.com/office/drawing/2014/main" id="{FC40280B-F0D4-264E-C17E-3D2B98F56454}"/>
              </a:ext>
            </a:extLst>
          </p:cNvPr>
          <p:cNvSpPr>
            <a:spLocks noGrp="1"/>
          </p:cNvSpPr>
          <p:nvPr>
            <p:ph sz="quarter" idx="41" hasCustomPrompt="1"/>
          </p:nvPr>
        </p:nvSpPr>
        <p:spPr>
          <a:xfrm>
            <a:off x="7907787"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40" name="Inhaltsplatzhalter 10">
            <a:extLst>
              <a:ext uri="{FF2B5EF4-FFF2-40B4-BE49-F238E27FC236}">
                <a16:creationId xmlns:a16="http://schemas.microsoft.com/office/drawing/2014/main" id="{4B3C570F-341A-24E7-0226-5D3A693E9D76}"/>
              </a:ext>
            </a:extLst>
          </p:cNvPr>
          <p:cNvSpPr>
            <a:spLocks noGrp="1"/>
          </p:cNvSpPr>
          <p:nvPr>
            <p:ph sz="quarter" idx="42" hasCustomPrompt="1"/>
          </p:nvPr>
        </p:nvSpPr>
        <p:spPr>
          <a:xfrm>
            <a:off x="9600716"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Tree>
    <p:extLst>
      <p:ext uri="{BB962C8B-B14F-4D97-AF65-F5344CB8AC3E}">
        <p14:creationId xmlns:p14="http://schemas.microsoft.com/office/powerpoint/2010/main" val="5372604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ild gross">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273378"/>
            <a:ext cx="11652249" cy="595121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de-CH" noProof="0"/>
          </a:p>
        </p:txBody>
      </p:sp>
    </p:spTree>
    <p:extLst>
      <p:ext uri="{BB962C8B-B14F-4D97-AF65-F5344CB8AC3E}">
        <p14:creationId xmlns:p14="http://schemas.microsoft.com/office/powerpoint/2010/main" val="42773539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el, Bild und acht Inhalte">
    <p:spTree>
      <p:nvGrpSpPr>
        <p:cNvPr id="1" name=""/>
        <p:cNvGrpSpPr/>
        <p:nvPr/>
      </p:nvGrpSpPr>
      <p:grpSpPr>
        <a:xfrm>
          <a:off x="0" y="0"/>
          <a:ext cx="0" cy="0"/>
          <a:chOff x="0" y="0"/>
          <a:chExt cx="0" cy="0"/>
        </a:xfrm>
      </p:grpSpPr>
      <p:sp>
        <p:nvSpPr>
          <p:cNvPr id="6" name="Bildplatzhalter 4">
            <a:extLst>
              <a:ext uri="{FF2B5EF4-FFF2-40B4-BE49-F238E27FC236}">
                <a16:creationId xmlns:a16="http://schemas.microsoft.com/office/drawing/2014/main" id="{73EBFA33-E838-4FF1-1D0F-2B8F723A98F0}"/>
              </a:ext>
            </a:extLst>
          </p:cNvPr>
          <p:cNvSpPr>
            <a:spLocks noGrp="1"/>
          </p:cNvSpPr>
          <p:nvPr>
            <p:ph type="pic" sz="quarter" idx="17"/>
          </p:nvPr>
        </p:nvSpPr>
        <p:spPr>
          <a:xfrm>
            <a:off x="0" y="0"/>
            <a:ext cx="12192000" cy="6858000"/>
          </a:xfrm>
          <a:pattFill prst="lgCheck">
            <a:fgClr>
              <a:schemeClr val="bg1">
                <a:lumMod val="85000"/>
              </a:schemeClr>
            </a:fgClr>
            <a:bgClr>
              <a:schemeClr val="bg1"/>
            </a:bgClr>
          </a:pattFill>
        </p:spPr>
        <p:txBody>
          <a:bodyPr tIns="720000" anchor="ctr"/>
          <a:lstStyle>
            <a:lvl1pPr algn="ctr">
              <a:defRPr sz="1200"/>
            </a:lvl1pPr>
          </a:lstStyle>
          <a:p>
            <a:r>
              <a:rPr lang="de-DE" noProof="0"/>
              <a:t>Bild durch Klicken auf Symbol hinzufügen</a:t>
            </a:r>
            <a:endParaRPr lang="en-GB" noProof="0"/>
          </a:p>
        </p:txBody>
      </p:sp>
      <p:cxnSp>
        <p:nvCxnSpPr>
          <p:cNvPr id="9" name="Gerader Verbinder 8">
            <a:extLst>
              <a:ext uri="{FF2B5EF4-FFF2-40B4-BE49-F238E27FC236}">
                <a16:creationId xmlns:a16="http://schemas.microsoft.com/office/drawing/2014/main" id="{43F26200-5089-80AE-C07E-2ADBBFCB862E}"/>
              </a:ext>
            </a:extLst>
          </p:cNvPr>
          <p:cNvCxnSpPr>
            <a:cxnSpLocks/>
          </p:cNvCxnSpPr>
          <p:nvPr userDrawn="1"/>
        </p:nvCxnSpPr>
        <p:spPr>
          <a:xfrm>
            <a:off x="1418938"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2" name="Textplatzhalter 10">
            <a:extLst>
              <a:ext uri="{FF2B5EF4-FFF2-40B4-BE49-F238E27FC236}">
                <a16:creationId xmlns:a16="http://schemas.microsoft.com/office/drawing/2014/main" id="{795B1871-CB5E-1539-590E-A27B00A5B38E}"/>
              </a:ext>
            </a:extLst>
          </p:cNvPr>
          <p:cNvSpPr>
            <a:spLocks noGrp="1"/>
          </p:cNvSpPr>
          <p:nvPr>
            <p:ph type="body" sz="quarter" idx="18" hasCustomPrompt="1"/>
          </p:nvPr>
        </p:nvSpPr>
        <p:spPr>
          <a:xfrm>
            <a:off x="285372" y="6448574"/>
            <a:ext cx="1141200" cy="136800"/>
          </a:xfrm>
          <a:blipFill>
            <a:blip r:embed="rId2" cstate="screen">
              <a:extLst>
                <a:ext uri="{28A0092B-C50C-407E-A947-70E740481C1C}">
                  <a14:useLocalDpi xmlns:a14="http://schemas.microsoft.com/office/drawing/2010/main"/>
                </a:ext>
              </a:extLst>
            </a:blip>
            <a:stretch>
              <a:fillRect/>
            </a:stretch>
          </a:blipFill>
        </p:spPr>
        <p:txBody>
          <a:bodyPr/>
          <a:lstStyle>
            <a:lvl1pPr>
              <a:defRPr sz="100">
                <a:solidFill>
                  <a:schemeClr val="tx1"/>
                </a:solidFill>
              </a:defRPr>
            </a:lvl1pPr>
            <a:lvl2pPr>
              <a:defRPr sz="100">
                <a:solidFill>
                  <a:schemeClr val="bg1"/>
                </a:solidFill>
              </a:defRPr>
            </a:lvl2pPr>
            <a:lvl3pPr>
              <a:defRPr sz="100">
                <a:solidFill>
                  <a:schemeClr val="bg1"/>
                </a:solidFill>
              </a:defRPr>
            </a:lvl3pPr>
            <a:lvl4pPr>
              <a:defRPr sz="100">
                <a:solidFill>
                  <a:schemeClr val="bg1"/>
                </a:solidFill>
              </a:defRPr>
            </a:lvl4pPr>
            <a:lvl5pPr>
              <a:defRPr sz="100">
                <a:solidFill>
                  <a:schemeClr val="bg1"/>
                </a:solidFill>
              </a:defRPr>
            </a:lvl5pPr>
          </a:lstStyle>
          <a:p>
            <a:pPr lvl="0"/>
            <a:r>
              <a:rPr lang="en-GB" noProof="0"/>
              <a:t> </a:t>
            </a:r>
          </a:p>
        </p:txBody>
      </p:sp>
      <p:sp>
        <p:nvSpPr>
          <p:cNvPr id="13" name="Titel 1">
            <a:extLst>
              <a:ext uri="{FF2B5EF4-FFF2-40B4-BE49-F238E27FC236}">
                <a16:creationId xmlns:a16="http://schemas.microsoft.com/office/drawing/2014/main" id="{F7249099-EAE8-15A9-5DD9-4B8BD6C11373}"/>
              </a:ext>
            </a:extLst>
          </p:cNvPr>
          <p:cNvSpPr>
            <a:spLocks noGrp="1"/>
          </p:cNvSpPr>
          <p:nvPr>
            <p:ph type="title" hasCustomPrompt="1"/>
          </p:nvPr>
        </p:nvSpPr>
        <p:spPr>
          <a:xfrm>
            <a:off x="271463" y="244800"/>
            <a:ext cx="11650662" cy="625944"/>
          </a:xfrm>
        </p:spPr>
        <p:txBody>
          <a:bodyPr/>
          <a:lstStyle>
            <a:lvl1pPr>
              <a:defRPr>
                <a:solidFill>
                  <a:schemeClr val="bg1"/>
                </a:solidFill>
              </a:defRPr>
            </a:lvl1pPr>
          </a:lstStyle>
          <a:p>
            <a:r>
              <a:rPr lang="en-GB" noProof="0"/>
              <a:t>Insert title</a:t>
            </a:r>
          </a:p>
        </p:txBody>
      </p:sp>
      <p:sp>
        <p:nvSpPr>
          <p:cNvPr id="8" name="Textplatzhalter 27">
            <a:extLst>
              <a:ext uri="{FF2B5EF4-FFF2-40B4-BE49-F238E27FC236}">
                <a16:creationId xmlns:a16="http://schemas.microsoft.com/office/drawing/2014/main" id="{9EB74D43-ABA5-E11E-DD85-85CF51186C28}"/>
              </a:ext>
            </a:extLst>
          </p:cNvPr>
          <p:cNvSpPr>
            <a:spLocks noGrp="1"/>
          </p:cNvSpPr>
          <p:nvPr>
            <p:ph type="body" sz="quarter" idx="28" hasCustomPrompt="1"/>
          </p:nvPr>
        </p:nvSpPr>
        <p:spPr>
          <a:xfrm>
            <a:off x="3230670" y="272760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10" name="Textplatzhalter 27">
            <a:extLst>
              <a:ext uri="{FF2B5EF4-FFF2-40B4-BE49-F238E27FC236}">
                <a16:creationId xmlns:a16="http://schemas.microsoft.com/office/drawing/2014/main" id="{048FC5CC-2121-56F3-C3F5-B5C874FFB127}"/>
              </a:ext>
            </a:extLst>
          </p:cNvPr>
          <p:cNvSpPr>
            <a:spLocks noGrp="1"/>
          </p:cNvSpPr>
          <p:nvPr>
            <p:ph type="body" sz="quarter" idx="19" hasCustomPrompt="1"/>
          </p:nvPr>
        </p:nvSpPr>
        <p:spPr>
          <a:xfrm>
            <a:off x="276264" y="1826540"/>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11" name="Textplatzhalter 27">
            <a:extLst>
              <a:ext uri="{FF2B5EF4-FFF2-40B4-BE49-F238E27FC236}">
                <a16:creationId xmlns:a16="http://schemas.microsoft.com/office/drawing/2014/main" id="{BB0B7B4E-7C57-28E9-4CB9-B4570ABC59CC}"/>
              </a:ext>
            </a:extLst>
          </p:cNvPr>
          <p:cNvSpPr>
            <a:spLocks noGrp="1"/>
          </p:cNvSpPr>
          <p:nvPr>
            <p:ph type="body" sz="quarter" idx="21" hasCustomPrompt="1"/>
          </p:nvPr>
        </p:nvSpPr>
        <p:spPr>
          <a:xfrm>
            <a:off x="3230960" y="182177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14" name="Textplatzhalter 27">
            <a:extLst>
              <a:ext uri="{FF2B5EF4-FFF2-40B4-BE49-F238E27FC236}">
                <a16:creationId xmlns:a16="http://schemas.microsoft.com/office/drawing/2014/main" id="{A8FF8281-AD66-C77E-347B-07E4F503BA1C}"/>
              </a:ext>
            </a:extLst>
          </p:cNvPr>
          <p:cNvSpPr>
            <a:spLocks noGrp="1"/>
          </p:cNvSpPr>
          <p:nvPr>
            <p:ph type="body" sz="quarter" idx="26" hasCustomPrompt="1"/>
          </p:nvPr>
        </p:nvSpPr>
        <p:spPr>
          <a:xfrm>
            <a:off x="276264" y="2732367"/>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40" name="Textplatzhalter 27">
            <a:extLst>
              <a:ext uri="{FF2B5EF4-FFF2-40B4-BE49-F238E27FC236}">
                <a16:creationId xmlns:a16="http://schemas.microsoft.com/office/drawing/2014/main" id="{55EE194A-C397-2617-7780-D86A48CAE74D}"/>
              </a:ext>
            </a:extLst>
          </p:cNvPr>
          <p:cNvSpPr>
            <a:spLocks noGrp="1"/>
          </p:cNvSpPr>
          <p:nvPr>
            <p:ph type="body" sz="quarter" idx="30" hasCustomPrompt="1"/>
          </p:nvPr>
        </p:nvSpPr>
        <p:spPr>
          <a:xfrm>
            <a:off x="275974" y="4611686"/>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44" name="Textplatzhalter 27">
            <a:extLst>
              <a:ext uri="{FF2B5EF4-FFF2-40B4-BE49-F238E27FC236}">
                <a16:creationId xmlns:a16="http://schemas.microsoft.com/office/drawing/2014/main" id="{DBF35E7F-D953-CAA9-3A99-15E4880E3A1C}"/>
              </a:ext>
            </a:extLst>
          </p:cNvPr>
          <p:cNvSpPr>
            <a:spLocks noGrp="1"/>
          </p:cNvSpPr>
          <p:nvPr>
            <p:ph type="body" sz="quarter" idx="34" hasCustomPrompt="1"/>
          </p:nvPr>
        </p:nvSpPr>
        <p:spPr>
          <a:xfrm>
            <a:off x="6192311" y="274200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50" name="Textplatzhalter 27">
            <a:extLst>
              <a:ext uri="{FF2B5EF4-FFF2-40B4-BE49-F238E27FC236}">
                <a16:creationId xmlns:a16="http://schemas.microsoft.com/office/drawing/2014/main" id="{692AC1F8-AB87-40B3-4118-64C6B6A63F00}"/>
              </a:ext>
            </a:extLst>
          </p:cNvPr>
          <p:cNvSpPr>
            <a:spLocks noGrp="1"/>
          </p:cNvSpPr>
          <p:nvPr>
            <p:ph type="body" sz="quarter" idx="40" hasCustomPrompt="1"/>
          </p:nvPr>
        </p:nvSpPr>
        <p:spPr>
          <a:xfrm>
            <a:off x="6195128" y="460862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51" name="Textplatzhalter 27">
            <a:extLst>
              <a:ext uri="{FF2B5EF4-FFF2-40B4-BE49-F238E27FC236}">
                <a16:creationId xmlns:a16="http://schemas.microsoft.com/office/drawing/2014/main" id="{8B875A59-87E2-329A-FECC-BEA7FE43BA9A}"/>
              </a:ext>
            </a:extLst>
          </p:cNvPr>
          <p:cNvSpPr>
            <a:spLocks noGrp="1"/>
          </p:cNvSpPr>
          <p:nvPr>
            <p:ph type="body" sz="quarter" idx="32" hasCustomPrompt="1"/>
          </p:nvPr>
        </p:nvSpPr>
        <p:spPr>
          <a:xfrm>
            <a:off x="3232838" y="4611686"/>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52" name="Textplatzhalter 27">
            <a:extLst>
              <a:ext uri="{FF2B5EF4-FFF2-40B4-BE49-F238E27FC236}">
                <a16:creationId xmlns:a16="http://schemas.microsoft.com/office/drawing/2014/main" id="{69DCED49-C168-77C0-6547-0CADBD711BD1}"/>
              </a:ext>
            </a:extLst>
          </p:cNvPr>
          <p:cNvSpPr>
            <a:spLocks noGrp="1"/>
          </p:cNvSpPr>
          <p:nvPr>
            <p:ph type="body" sz="quarter" idx="31" hasCustomPrompt="1"/>
          </p:nvPr>
        </p:nvSpPr>
        <p:spPr>
          <a:xfrm>
            <a:off x="3233128" y="370585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53" name="Textplatzhalter 27">
            <a:extLst>
              <a:ext uri="{FF2B5EF4-FFF2-40B4-BE49-F238E27FC236}">
                <a16:creationId xmlns:a16="http://schemas.microsoft.com/office/drawing/2014/main" id="{E691F604-DB24-E1B1-CD8D-23BFFC1444A1}"/>
              </a:ext>
            </a:extLst>
          </p:cNvPr>
          <p:cNvSpPr>
            <a:spLocks noGrp="1"/>
          </p:cNvSpPr>
          <p:nvPr>
            <p:ph type="body" sz="quarter" idx="29" hasCustomPrompt="1"/>
          </p:nvPr>
        </p:nvSpPr>
        <p:spPr>
          <a:xfrm>
            <a:off x="276264" y="370585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54" name="Textplatzhalter 27">
            <a:extLst>
              <a:ext uri="{FF2B5EF4-FFF2-40B4-BE49-F238E27FC236}">
                <a16:creationId xmlns:a16="http://schemas.microsoft.com/office/drawing/2014/main" id="{48B584AC-71CB-16D8-E722-8AC5553FE598}"/>
              </a:ext>
            </a:extLst>
          </p:cNvPr>
          <p:cNvSpPr>
            <a:spLocks noGrp="1"/>
          </p:cNvSpPr>
          <p:nvPr>
            <p:ph type="body" sz="quarter" idx="33" hasCustomPrompt="1"/>
          </p:nvPr>
        </p:nvSpPr>
        <p:spPr>
          <a:xfrm>
            <a:off x="6192602" y="183617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55" name="Textplatzhalter 27">
            <a:extLst>
              <a:ext uri="{FF2B5EF4-FFF2-40B4-BE49-F238E27FC236}">
                <a16:creationId xmlns:a16="http://schemas.microsoft.com/office/drawing/2014/main" id="{64EFC00D-C82F-63F3-901A-E32AA5563D77}"/>
              </a:ext>
            </a:extLst>
          </p:cNvPr>
          <p:cNvSpPr>
            <a:spLocks noGrp="1"/>
          </p:cNvSpPr>
          <p:nvPr>
            <p:ph type="body" sz="quarter" idx="39" hasCustomPrompt="1"/>
          </p:nvPr>
        </p:nvSpPr>
        <p:spPr>
          <a:xfrm>
            <a:off x="6195418" y="370279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56" name="Textplatzhalter 27">
            <a:extLst>
              <a:ext uri="{FF2B5EF4-FFF2-40B4-BE49-F238E27FC236}">
                <a16:creationId xmlns:a16="http://schemas.microsoft.com/office/drawing/2014/main" id="{2F484B0C-2F5D-4A41-8BBA-C15A9F143EBE}"/>
              </a:ext>
            </a:extLst>
          </p:cNvPr>
          <p:cNvSpPr>
            <a:spLocks noGrp="1"/>
          </p:cNvSpPr>
          <p:nvPr>
            <p:ph type="body" sz="quarter" idx="35" hasCustomPrompt="1"/>
          </p:nvPr>
        </p:nvSpPr>
        <p:spPr>
          <a:xfrm>
            <a:off x="9150114" y="1831417"/>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57" name="Textplatzhalter 27">
            <a:extLst>
              <a:ext uri="{FF2B5EF4-FFF2-40B4-BE49-F238E27FC236}">
                <a16:creationId xmlns:a16="http://schemas.microsoft.com/office/drawing/2014/main" id="{4885B59F-449F-B852-F442-3B1C68A2AA63}"/>
              </a:ext>
            </a:extLst>
          </p:cNvPr>
          <p:cNvSpPr>
            <a:spLocks noGrp="1"/>
          </p:cNvSpPr>
          <p:nvPr>
            <p:ph type="body" sz="quarter" idx="36" hasCustomPrompt="1"/>
          </p:nvPr>
        </p:nvSpPr>
        <p:spPr>
          <a:xfrm>
            <a:off x="9149824" y="2737244"/>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
        <p:nvSpPr>
          <p:cNvPr id="58" name="Textplatzhalter 27">
            <a:extLst>
              <a:ext uri="{FF2B5EF4-FFF2-40B4-BE49-F238E27FC236}">
                <a16:creationId xmlns:a16="http://schemas.microsoft.com/office/drawing/2014/main" id="{AA5DC075-9286-B8C4-CD9F-B561C39392C6}"/>
              </a:ext>
            </a:extLst>
          </p:cNvPr>
          <p:cNvSpPr>
            <a:spLocks noGrp="1"/>
          </p:cNvSpPr>
          <p:nvPr>
            <p:ph type="body" sz="quarter" idx="37" hasCustomPrompt="1"/>
          </p:nvPr>
        </p:nvSpPr>
        <p:spPr>
          <a:xfrm>
            <a:off x="9152282" y="370279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00</a:t>
            </a:r>
          </a:p>
        </p:txBody>
      </p:sp>
      <p:sp>
        <p:nvSpPr>
          <p:cNvPr id="59" name="Textplatzhalter 27">
            <a:extLst>
              <a:ext uri="{FF2B5EF4-FFF2-40B4-BE49-F238E27FC236}">
                <a16:creationId xmlns:a16="http://schemas.microsoft.com/office/drawing/2014/main" id="{2B7C5942-88D4-4AE4-D493-E6EB256531BC}"/>
              </a:ext>
            </a:extLst>
          </p:cNvPr>
          <p:cNvSpPr>
            <a:spLocks noGrp="1"/>
          </p:cNvSpPr>
          <p:nvPr>
            <p:ph type="body" sz="quarter" idx="38" hasCustomPrompt="1"/>
          </p:nvPr>
        </p:nvSpPr>
        <p:spPr>
          <a:xfrm>
            <a:off x="9151992" y="4608624"/>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a:t>Insert content</a:t>
            </a:r>
          </a:p>
        </p:txBody>
      </p:sp>
    </p:spTree>
    <p:extLst>
      <p:ext uri="{BB962C8B-B14F-4D97-AF65-F5344CB8AC3E}">
        <p14:creationId xmlns:p14="http://schemas.microsoft.com/office/powerpoint/2010/main" val="40939606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cht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a:t>Insert title</a:t>
            </a:r>
          </a:p>
        </p:txBody>
      </p:sp>
      <p:sp>
        <p:nvSpPr>
          <p:cNvPr id="3" name="Inhaltsplatzhalter 2"/>
          <p:cNvSpPr>
            <a:spLocks noGrp="1"/>
          </p:cNvSpPr>
          <p:nvPr>
            <p:ph idx="1" hasCustomPrompt="1"/>
          </p:nvPr>
        </p:nvSpPr>
        <p:spPr>
          <a:xfrm>
            <a:off x="271460" y="3228982"/>
            <a:ext cx="2775600" cy="2259037"/>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0" name="Inhaltsplatzhalter 2">
            <a:extLst>
              <a:ext uri="{FF2B5EF4-FFF2-40B4-BE49-F238E27FC236}">
                <a16:creationId xmlns:a16="http://schemas.microsoft.com/office/drawing/2014/main" id="{AAED8CC9-45E8-1A12-FE4B-99B48514CF4E}"/>
              </a:ext>
            </a:extLst>
          </p:cNvPr>
          <p:cNvSpPr>
            <a:spLocks noGrp="1"/>
          </p:cNvSpPr>
          <p:nvPr>
            <p:ph idx="13" hasCustomPrompt="1"/>
          </p:nvPr>
        </p:nvSpPr>
        <p:spPr>
          <a:xfrm>
            <a:off x="3231317" y="3228982"/>
            <a:ext cx="2775600" cy="2259037"/>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1" name="Inhaltsplatzhalter 2">
            <a:extLst>
              <a:ext uri="{FF2B5EF4-FFF2-40B4-BE49-F238E27FC236}">
                <a16:creationId xmlns:a16="http://schemas.microsoft.com/office/drawing/2014/main" id="{B0E65F99-D41E-97A8-5B90-921DFF4F75CF}"/>
              </a:ext>
            </a:extLst>
          </p:cNvPr>
          <p:cNvSpPr>
            <a:spLocks noGrp="1"/>
          </p:cNvSpPr>
          <p:nvPr>
            <p:ph idx="14" hasCustomPrompt="1"/>
          </p:nvPr>
        </p:nvSpPr>
        <p:spPr>
          <a:xfrm>
            <a:off x="6191174" y="3228982"/>
            <a:ext cx="2775600" cy="2259037"/>
          </a:xfrm>
        </p:spPr>
        <p:txBody>
          <a:bodyPr vert="horz" lIns="0" tIns="0" rIns="0" bIns="0" rtlCol="0">
            <a:noAutofit/>
          </a:bodyPr>
          <a:lstStyle>
            <a:lvl1pPr>
              <a:defRPr lang="de-CH"/>
            </a:lvl1pPr>
            <a:lvl2pPr>
              <a:defRPr lang="de-CH" noProof="0" dirty="0"/>
            </a:lvl2pPr>
            <a:lvl3pPr>
              <a:defRPr lang="de-CH"/>
            </a:lvl3pPr>
            <a:lvl4pPr>
              <a:defRPr lang="de-CH"/>
            </a:lvl4pPr>
            <a:lvl5pPr>
              <a:defRPr lang="de-CH" dirty="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2" name="Inhaltsplatzhalter 2">
            <a:extLst>
              <a:ext uri="{FF2B5EF4-FFF2-40B4-BE49-F238E27FC236}">
                <a16:creationId xmlns:a16="http://schemas.microsoft.com/office/drawing/2014/main" id="{E2B30555-3BA5-1953-D982-C69CB839D8F4}"/>
              </a:ext>
            </a:extLst>
          </p:cNvPr>
          <p:cNvSpPr>
            <a:spLocks noGrp="1"/>
          </p:cNvSpPr>
          <p:nvPr>
            <p:ph idx="15" hasCustomPrompt="1"/>
          </p:nvPr>
        </p:nvSpPr>
        <p:spPr>
          <a:xfrm>
            <a:off x="9151032" y="3228982"/>
            <a:ext cx="2775600" cy="2259037"/>
          </a:xfrm>
        </p:spPr>
        <p:txBody>
          <a:bodyPr vert="horz" lIns="0" tIns="0" rIns="0" bIns="0" rtlCol="0">
            <a:noAutofit/>
          </a:bodyPr>
          <a:lstStyle>
            <a:lvl1pPr>
              <a:defRPr lang="de-CH"/>
            </a:lvl1pPr>
            <a:lvl2pPr>
              <a:defRPr lang="de-CH" noProof="0" dirty="0"/>
            </a:lvl2pPr>
            <a:lvl3pPr>
              <a:defRPr lang="de-CH"/>
            </a:lvl3pPr>
            <a:lvl4pPr>
              <a:defRPr lang="de-CH"/>
            </a:lvl4pPr>
            <a:lvl5pPr>
              <a:defRPr lang="de-CH" dirty="0"/>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16" name="Inhaltsplatzhalter 2">
            <a:extLst>
              <a:ext uri="{FF2B5EF4-FFF2-40B4-BE49-F238E27FC236}">
                <a16:creationId xmlns:a16="http://schemas.microsoft.com/office/drawing/2014/main" id="{B4DAEC7F-9097-CC65-18FC-ABDF8656180C}"/>
              </a:ext>
            </a:extLst>
          </p:cNvPr>
          <p:cNvSpPr>
            <a:spLocks noGrp="1"/>
          </p:cNvSpPr>
          <p:nvPr>
            <p:ph idx="19" hasCustomPrompt="1"/>
          </p:nvPr>
        </p:nvSpPr>
        <p:spPr>
          <a:xfrm>
            <a:off x="9151031"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22" name="Inhaltsplatzhalter 2">
            <a:extLst>
              <a:ext uri="{FF2B5EF4-FFF2-40B4-BE49-F238E27FC236}">
                <a16:creationId xmlns:a16="http://schemas.microsoft.com/office/drawing/2014/main" id="{999A24F7-6F45-D408-172F-9FCB5D02667F}"/>
              </a:ext>
            </a:extLst>
          </p:cNvPr>
          <p:cNvSpPr>
            <a:spLocks noGrp="1"/>
          </p:cNvSpPr>
          <p:nvPr>
            <p:ph idx="20" hasCustomPrompt="1"/>
          </p:nvPr>
        </p:nvSpPr>
        <p:spPr>
          <a:xfrm>
            <a:off x="6191174"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23" name="Inhaltsplatzhalter 2">
            <a:extLst>
              <a:ext uri="{FF2B5EF4-FFF2-40B4-BE49-F238E27FC236}">
                <a16:creationId xmlns:a16="http://schemas.microsoft.com/office/drawing/2014/main" id="{F564AFF4-7AFB-5D44-CE32-7B8A59C91178}"/>
              </a:ext>
            </a:extLst>
          </p:cNvPr>
          <p:cNvSpPr>
            <a:spLocks noGrp="1"/>
          </p:cNvSpPr>
          <p:nvPr>
            <p:ph idx="21" hasCustomPrompt="1"/>
          </p:nvPr>
        </p:nvSpPr>
        <p:spPr>
          <a:xfrm>
            <a:off x="3231317"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24" name="Inhaltsplatzhalter 2">
            <a:extLst>
              <a:ext uri="{FF2B5EF4-FFF2-40B4-BE49-F238E27FC236}">
                <a16:creationId xmlns:a16="http://schemas.microsoft.com/office/drawing/2014/main" id="{A71E75C8-391E-2558-3A91-AA1F31A93B05}"/>
              </a:ext>
            </a:extLst>
          </p:cNvPr>
          <p:cNvSpPr>
            <a:spLocks noGrp="1"/>
          </p:cNvSpPr>
          <p:nvPr>
            <p:ph idx="22" hasCustomPrompt="1"/>
          </p:nvPr>
        </p:nvSpPr>
        <p:spPr>
          <a:xfrm>
            <a:off x="271460" y="1371600"/>
            <a:ext cx="2775600" cy="1716981"/>
          </a:xfrm>
        </p:spPr>
        <p:txBody>
          <a:bodyPr/>
          <a:lstStyle>
            <a:lvl1pPr>
              <a:tabLst>
                <a:tab pos="1704975" algn="l"/>
              </a:tabLst>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7" name="Textplatzhalter 8">
            <a:extLst>
              <a:ext uri="{FF2B5EF4-FFF2-40B4-BE49-F238E27FC236}">
                <a16:creationId xmlns:a16="http://schemas.microsoft.com/office/drawing/2014/main" id="{3E32DEA9-77CE-B434-4A3D-3AAB04FD7845}"/>
              </a:ext>
            </a:extLst>
          </p:cNvPr>
          <p:cNvSpPr>
            <a:spLocks noGrp="1"/>
          </p:cNvSpPr>
          <p:nvPr>
            <p:ph type="body" sz="quarter" idx="23" hasCustomPrompt="1"/>
          </p:nvPr>
        </p:nvSpPr>
        <p:spPr>
          <a:xfrm>
            <a:off x="270000" y="6019388"/>
            <a:ext cx="5736917" cy="205200"/>
          </a:xfrm>
        </p:spPr>
        <p:txBody>
          <a:bodyPr/>
          <a:lstStyle>
            <a:lvl1pPr>
              <a:lnSpc>
                <a:spcPct val="109000"/>
              </a:lnSpc>
              <a:defRPr sz="1200"/>
            </a:lvl1pPr>
            <a:lvl2pPr>
              <a:defRPr sz="1000"/>
            </a:lvl2pPr>
            <a:lvl3pPr>
              <a:defRPr sz="1000"/>
            </a:lvl3pPr>
            <a:lvl4pPr>
              <a:defRPr sz="1000"/>
            </a:lvl4pPr>
            <a:lvl5pPr>
              <a:defRPr sz="1000"/>
            </a:lvl5pPr>
          </a:lstStyle>
          <a:p>
            <a:pPr lvl="0"/>
            <a:r>
              <a:rPr lang="en-GB" noProof="0"/>
              <a:t>Insert source</a:t>
            </a:r>
          </a:p>
        </p:txBody>
      </p:sp>
    </p:spTree>
    <p:extLst>
      <p:ext uri="{BB962C8B-B14F-4D97-AF65-F5344CB8AC3E}">
        <p14:creationId xmlns:p14="http://schemas.microsoft.com/office/powerpoint/2010/main" val="2220080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24" name="Inhaltsplatzhalter 2">
            <a:extLst>
              <a:ext uri="{FF2B5EF4-FFF2-40B4-BE49-F238E27FC236}">
                <a16:creationId xmlns:a16="http://schemas.microsoft.com/office/drawing/2014/main" id="{A71E75C8-391E-2558-3A91-AA1F31A93B05}"/>
              </a:ext>
            </a:extLst>
          </p:cNvPr>
          <p:cNvSpPr>
            <a:spLocks noGrp="1"/>
          </p:cNvSpPr>
          <p:nvPr>
            <p:ph idx="22" hasCustomPrompt="1"/>
          </p:nvPr>
        </p:nvSpPr>
        <p:spPr>
          <a:xfrm>
            <a:off x="270582" y="2700000"/>
            <a:ext cx="2778003" cy="3524588"/>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a:t>Contact</a:t>
            </a:r>
          </a:p>
          <a:p>
            <a:pPr lvl="1"/>
            <a:r>
              <a:rPr lang="en-GB" noProof="0"/>
              <a:t>Bullet list 2</a:t>
            </a:r>
          </a:p>
          <a:p>
            <a:pPr lvl="2"/>
            <a:r>
              <a:rPr lang="en-GB" noProof="0"/>
              <a:t>Bullet list 3</a:t>
            </a:r>
          </a:p>
          <a:p>
            <a:pPr lvl="3"/>
            <a:r>
              <a:rPr lang="en-GB" noProof="0"/>
              <a:t>Bullet list 4</a:t>
            </a:r>
          </a:p>
          <a:p>
            <a:pPr lvl="4"/>
            <a:r>
              <a:rPr lang="en-GB" noProof="0"/>
              <a:t>Bullet list 5</a:t>
            </a:r>
          </a:p>
        </p:txBody>
      </p:sp>
      <p:pic>
        <p:nvPicPr>
          <p:cNvPr id="8" name="Grafik 7">
            <a:extLst>
              <a:ext uri="{FF2B5EF4-FFF2-40B4-BE49-F238E27FC236}">
                <a16:creationId xmlns:a16="http://schemas.microsoft.com/office/drawing/2014/main" id="{D08ED976-BD70-59ED-B970-3FA256DEEE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14" name="Inhaltsplatzhalter 2">
            <a:extLst>
              <a:ext uri="{FF2B5EF4-FFF2-40B4-BE49-F238E27FC236}">
                <a16:creationId xmlns:a16="http://schemas.microsoft.com/office/drawing/2014/main" id="{DADD2F24-DA82-E6C1-DFC7-E7D6DA1F104A}"/>
              </a:ext>
            </a:extLst>
          </p:cNvPr>
          <p:cNvSpPr>
            <a:spLocks noGrp="1"/>
          </p:cNvSpPr>
          <p:nvPr>
            <p:ph idx="24" hasCustomPrompt="1"/>
          </p:nvPr>
        </p:nvSpPr>
        <p:spPr>
          <a:xfrm>
            <a:off x="276512" y="1389564"/>
            <a:ext cx="856800" cy="856800"/>
          </a:xfrm>
        </p:spPr>
        <p:txBody>
          <a:bodyPr anchor="ctr"/>
          <a:lstStyle>
            <a:lvl1pPr algn="ctr">
              <a:tabLst>
                <a:tab pos="1704975" algn="l"/>
              </a:tabLst>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a:t>QR-Code</a:t>
            </a:r>
          </a:p>
        </p:txBody>
      </p:sp>
      <p:cxnSp>
        <p:nvCxnSpPr>
          <p:cNvPr id="15" name="Gerader Verbinder 14">
            <a:extLst>
              <a:ext uri="{FF2B5EF4-FFF2-40B4-BE49-F238E27FC236}">
                <a16:creationId xmlns:a16="http://schemas.microsoft.com/office/drawing/2014/main" id="{B8FD34BD-5602-5735-423C-351E3E46BFED}"/>
              </a:ext>
            </a:extLst>
          </p:cNvPr>
          <p:cNvCxnSpPr>
            <a:cxnSpLocks/>
          </p:cNvCxnSpPr>
          <p:nvPr userDrawn="1"/>
        </p:nvCxnSpPr>
        <p:spPr>
          <a:xfrm>
            <a:off x="270582" y="2492896"/>
            <a:ext cx="2778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5847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a:t>Insert title</a:t>
            </a:r>
          </a:p>
        </p:txBody>
      </p:sp>
    </p:spTree>
    <p:extLst>
      <p:ext uri="{BB962C8B-B14F-4D97-AF65-F5344CB8AC3E}">
        <p14:creationId xmlns:p14="http://schemas.microsoft.com/office/powerpoint/2010/main" val="38379844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54461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el und Text, 1-spaltig">
    <p:spTree>
      <p:nvGrpSpPr>
        <p:cNvPr id="1" name=""/>
        <p:cNvGrpSpPr/>
        <p:nvPr/>
      </p:nvGrpSpPr>
      <p:grpSpPr>
        <a:xfrm>
          <a:off x="0" y="0"/>
          <a:ext cx="0" cy="0"/>
          <a:chOff x="0" y="0"/>
          <a:chExt cx="0" cy="0"/>
        </a:xfrm>
      </p:grpSpPr>
      <p:sp>
        <p:nvSpPr>
          <p:cNvPr id="2" name="Titel 1" descr="INHALT">
            <a:extLst>
              <a:ext uri="{FF2B5EF4-FFF2-40B4-BE49-F238E27FC236}">
                <a16:creationId xmlns:a16="http://schemas.microsoft.com/office/drawing/2014/main" id="{155DB9D7-2559-468D-A3AB-FDCFA00B7BA4}"/>
              </a:ext>
            </a:extLst>
          </p:cNvPr>
          <p:cNvSpPr>
            <a:spLocks noGrp="1"/>
          </p:cNvSpPr>
          <p:nvPr>
            <p:ph type="title"/>
          </p:nvPr>
        </p:nvSpPr>
        <p:spPr/>
        <p:txBody>
          <a:bodyPr/>
          <a:lstStyle>
            <a:lvl1pPr>
              <a:defRPr sz="2400"/>
            </a:lvl1pPr>
          </a:lstStyle>
          <a:p>
            <a:r>
              <a:rPr lang="de-DE"/>
              <a:t>INHALT</a:t>
            </a:r>
            <a:endParaRPr lang="de-CH"/>
          </a:p>
        </p:txBody>
      </p:sp>
      <p:sp>
        <p:nvSpPr>
          <p:cNvPr id="6" name="Datumsplatzhalter 5" descr="&lt;Einzelfelder_Präsentationstitel&gt;, &lt;Einzelfelder_Datum&gt;">
            <a:extLst>
              <a:ext uri="{FF2B5EF4-FFF2-40B4-BE49-F238E27FC236}">
                <a16:creationId xmlns:a16="http://schemas.microsoft.com/office/drawing/2014/main" id="{2CF66EB9-A461-4BE9-A12B-60ABA80C6940}"/>
              </a:ext>
            </a:extLst>
          </p:cNvPr>
          <p:cNvSpPr>
            <a:spLocks noGrp="1"/>
          </p:cNvSpPr>
          <p:nvPr>
            <p:ph type="dt" sz="half" idx="10"/>
          </p:nvPr>
        </p:nvSpPr>
        <p:spPr/>
        <p:txBody>
          <a:bodyPr/>
          <a:lstStyle>
            <a:lvl1pPr>
              <a:defRPr sz="900"/>
            </a:lvl1pPr>
          </a:lstStyle>
          <a:p>
            <a:r>
              <a:rPr lang="de-DE"/>
              <a:t>R.Rieser - Anonymization in" Mastering RDM - Qualitative Research Data" University of Lucernce</a:t>
            </a:r>
            <a:endParaRPr lang="de-CH"/>
          </a:p>
        </p:txBody>
      </p:sp>
      <p:sp>
        <p:nvSpPr>
          <p:cNvPr id="7" name="Fußzeilenplatzhalter 6" descr="&lt;Mitarbeitende_Ersteller_Mitarbeitende_Titelmitname&gt;">
            <a:extLst>
              <a:ext uri="{FF2B5EF4-FFF2-40B4-BE49-F238E27FC236}">
                <a16:creationId xmlns:a16="http://schemas.microsoft.com/office/drawing/2014/main" id="{5D0BA506-B2AF-4860-87C2-5838B2D526D3}"/>
              </a:ext>
            </a:extLst>
          </p:cNvPr>
          <p:cNvSpPr>
            <a:spLocks noGrp="1"/>
          </p:cNvSpPr>
          <p:nvPr>
            <p:ph type="ftr" sz="quarter" idx="11"/>
          </p:nvPr>
        </p:nvSpPr>
        <p:spPr/>
        <p:txBody>
          <a:bodyPr/>
          <a:lstStyle>
            <a:lvl1pPr>
              <a:defRPr sz="900"/>
            </a:lvl1pPr>
          </a:lstStyle>
          <a:p>
            <a:r>
              <a:rPr lang="en-US"/>
              <a:t>R.Rieser - Anonymization in" Mastering RDM - Qualitative Research Data" University of Lucernce</a:t>
            </a:r>
            <a:endParaRPr lang="de-CH"/>
          </a:p>
        </p:txBody>
      </p:sp>
      <p:sp>
        <p:nvSpPr>
          <p:cNvPr id="8" name="Foliennummernplatzhalter 7">
            <a:extLst>
              <a:ext uri="{FF2B5EF4-FFF2-40B4-BE49-F238E27FC236}">
                <a16:creationId xmlns:a16="http://schemas.microsoft.com/office/drawing/2014/main" id="{3600938A-377D-46DC-9CEE-22805093B19D}"/>
              </a:ext>
            </a:extLst>
          </p:cNvPr>
          <p:cNvSpPr>
            <a:spLocks noGrp="1"/>
          </p:cNvSpPr>
          <p:nvPr>
            <p:ph type="sldNum" sz="quarter" idx="12"/>
          </p:nvPr>
        </p:nvSpPr>
        <p:spPr/>
        <p:txBody>
          <a:bodyPr/>
          <a:lstStyle/>
          <a:p>
            <a:fld id="{0A6ABA92-B65E-42F5-BB28-73DA50746AED}" type="slidenum">
              <a:rPr lang="de-CH"/>
              <a:t>‹Nr.›</a:t>
            </a:fld>
            <a:endParaRPr lang="de-CH"/>
          </a:p>
        </p:txBody>
      </p:sp>
      <p:sp>
        <p:nvSpPr>
          <p:cNvPr id="4" name="Textplatzhalter 3">
            <a:extLst>
              <a:ext uri="{FF2B5EF4-FFF2-40B4-BE49-F238E27FC236}">
                <a16:creationId xmlns:a16="http://schemas.microsoft.com/office/drawing/2014/main" id="{CA3DCDC9-8581-4933-B09A-8E31DBD4F626}"/>
              </a:ext>
            </a:extLst>
          </p:cNvPr>
          <p:cNvSpPr>
            <a:spLocks noGrp="1"/>
          </p:cNvSpPr>
          <p:nvPr>
            <p:ph type="body" sz="quarter" idx="13"/>
          </p:nvPr>
        </p:nvSpPr>
        <p:spPr>
          <a:xfrm>
            <a:off x="399680" y="1484314"/>
            <a:ext cx="11389104" cy="4752974"/>
          </a:xfrm>
        </p:spPr>
        <p:txBody>
          <a:bodyPr/>
          <a:lstStyle>
            <a:lvl1pPr>
              <a:defRPr sz="1800"/>
            </a:lvl1pPr>
            <a:lvl2pPr>
              <a:defRPr sz="1800"/>
            </a:lvl2pPr>
            <a:lvl3pPr>
              <a:defRPr sz="1800"/>
            </a:lvl3pPr>
            <a:lvl4pPr>
              <a:defRPr sz="1800"/>
            </a:lvl4pPr>
            <a:lvl5pPr>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Tree>
    <p:extLst>
      <p:ext uri="{BB962C8B-B14F-4D97-AF65-F5344CB8AC3E}">
        <p14:creationId xmlns:p14="http://schemas.microsoft.com/office/powerpoint/2010/main" val="13006674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271463" y="244800"/>
            <a:ext cx="11650662" cy="625944"/>
          </a:xfrm>
          <a:prstGeom prst="rect">
            <a:avLst/>
          </a:prstGeom>
        </p:spPr>
        <p:txBody>
          <a:bodyPr vert="horz" lIns="0" tIns="0" rIns="0" bIns="0" rtlCol="0" anchor="t">
            <a:noAutofit/>
          </a:bodyPr>
          <a:lstStyle/>
          <a:p>
            <a:r>
              <a:rPr lang="en-GB" noProof="0"/>
              <a:t>Insert title</a:t>
            </a:r>
          </a:p>
        </p:txBody>
      </p:sp>
      <p:sp>
        <p:nvSpPr>
          <p:cNvPr id="3" name="Textplatzhalter 2"/>
          <p:cNvSpPr>
            <a:spLocks noGrp="1"/>
          </p:cNvSpPr>
          <p:nvPr>
            <p:ph type="body" idx="1"/>
          </p:nvPr>
        </p:nvSpPr>
        <p:spPr>
          <a:xfrm>
            <a:off x="271461" y="870744"/>
            <a:ext cx="11650663" cy="5353844"/>
          </a:xfrm>
          <a:prstGeom prst="rect">
            <a:avLst/>
          </a:prstGeom>
        </p:spPr>
        <p:txBody>
          <a:bodyPr vert="horz" lIns="0" tIns="0" rIns="0" bIns="0" rtlCol="0">
            <a:noAutofit/>
          </a:bodyPr>
          <a:lstStyle/>
          <a:p>
            <a:pPr lvl="0"/>
            <a:r>
              <a:rPr lang="en-GB" noProof="0"/>
              <a:t>Insert content</a:t>
            </a:r>
          </a:p>
          <a:p>
            <a:pPr lvl="1"/>
            <a:r>
              <a:rPr lang="en-GB" noProof="0"/>
              <a:t>Bullet list 2</a:t>
            </a:r>
          </a:p>
          <a:p>
            <a:pPr lvl="2"/>
            <a:r>
              <a:rPr lang="en-GB" noProof="0"/>
              <a:t>Bullet list 3</a:t>
            </a:r>
          </a:p>
          <a:p>
            <a:pPr lvl="3"/>
            <a:r>
              <a:rPr lang="en-GB" noProof="0"/>
              <a:t>Bullet list 4</a:t>
            </a:r>
          </a:p>
          <a:p>
            <a:pPr lvl="4"/>
            <a:r>
              <a:rPr lang="en-GB" noProof="0"/>
              <a:t>Bullet list 5</a:t>
            </a:r>
          </a:p>
        </p:txBody>
      </p:sp>
      <p:sp>
        <p:nvSpPr>
          <p:cNvPr id="7" name="Textfeld 6">
            <a:extLst>
              <a:ext uri="{FF2B5EF4-FFF2-40B4-BE49-F238E27FC236}">
                <a16:creationId xmlns:a16="http://schemas.microsoft.com/office/drawing/2014/main" id="{1C703539-8E35-D069-DBD5-3A4DCC125A4D}"/>
              </a:ext>
            </a:extLst>
          </p:cNvPr>
          <p:cNvSpPr txBox="1"/>
          <p:nvPr userDrawn="1"/>
        </p:nvSpPr>
        <p:spPr>
          <a:xfrm rot="5400000">
            <a:off x="11394044" y="5941110"/>
            <a:ext cx="1753783" cy="61555"/>
          </a:xfrm>
          <a:prstGeom prst="rect">
            <a:avLst/>
          </a:prstGeom>
          <a:noFill/>
        </p:spPr>
        <p:txBody>
          <a:bodyPr wrap="square" lIns="0" tIns="0" rIns="0" bIns="0" rtlCol="0">
            <a:spAutoFit/>
          </a:bodyPr>
          <a:lstStyle/>
          <a:p>
            <a:pPr algn="r"/>
            <a:r>
              <a:rPr lang="de-CH" sz="400" spc="40" baseline="0" noProof="0">
                <a:solidFill>
                  <a:schemeClr val="bg1">
                    <a:lumMod val="85000"/>
                  </a:schemeClr>
                </a:solidFill>
              </a:rPr>
              <a:t>Erstellt durch Vorlagenbauer.ch</a:t>
            </a:r>
          </a:p>
        </p:txBody>
      </p:sp>
      <p:cxnSp>
        <p:nvCxnSpPr>
          <p:cNvPr id="11" name="Gerader Verbinder 10">
            <a:extLst>
              <a:ext uri="{FF2B5EF4-FFF2-40B4-BE49-F238E27FC236}">
                <a16:creationId xmlns:a16="http://schemas.microsoft.com/office/drawing/2014/main" id="{D0F7A25C-6B57-E378-A273-BBFF709DB255}"/>
              </a:ext>
            </a:extLst>
          </p:cNvPr>
          <p:cNvCxnSpPr>
            <a:cxnSpLocks/>
          </p:cNvCxnSpPr>
          <p:nvPr userDrawn="1"/>
        </p:nvCxnSpPr>
        <p:spPr>
          <a:xfrm>
            <a:off x="11703099"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428D97A1-67D4-8BCE-2C75-BEA0093CDA16}"/>
              </a:ext>
            </a:extLst>
          </p:cNvPr>
          <p:cNvSpPr txBox="1"/>
          <p:nvPr userDrawn="1"/>
        </p:nvSpPr>
        <p:spPr>
          <a:xfrm>
            <a:off x="269875" y="6424761"/>
            <a:ext cx="1060992" cy="150811"/>
          </a:xfrm>
          <a:prstGeom prst="rect">
            <a:avLst/>
          </a:prstGeom>
          <a:noFill/>
        </p:spPr>
        <p:txBody>
          <a:bodyPr wrap="square" lIns="0" tIns="0" rIns="0" bIns="0" rtlCol="0">
            <a:spAutoFit/>
          </a:bodyPr>
          <a:lstStyle/>
          <a:p>
            <a:r>
              <a:rPr lang="en-GB" sz="1000" b="1" noProof="0">
                <a:latin typeface="Source Sans Pro SemiBold" panose="020B0603030403020204" pitchFamily="34" charset="0"/>
              </a:rPr>
              <a:t>University of Zurich</a:t>
            </a:r>
          </a:p>
        </p:txBody>
      </p:sp>
      <p:cxnSp>
        <p:nvCxnSpPr>
          <p:cNvPr id="13" name="Gerader Verbinder 12">
            <a:extLst>
              <a:ext uri="{FF2B5EF4-FFF2-40B4-BE49-F238E27FC236}">
                <a16:creationId xmlns:a16="http://schemas.microsoft.com/office/drawing/2014/main" id="{B7B29EB8-D7DC-4128-6431-E45C30786CE8}"/>
              </a:ext>
            </a:extLst>
          </p:cNvPr>
          <p:cNvCxnSpPr>
            <a:cxnSpLocks/>
          </p:cNvCxnSpPr>
          <p:nvPr userDrawn="1"/>
        </p:nvCxnSpPr>
        <p:spPr>
          <a:xfrm>
            <a:off x="1418938"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05A71A5-35DF-BD32-3596-6E4CE0FD12D3}"/>
              </a:ext>
            </a:extLst>
          </p:cNvPr>
          <p:cNvSpPr txBox="1"/>
          <p:nvPr userDrawn="1">
            <p:custDataLst>
              <p:tags r:id="rId38"/>
            </p:custDataLst>
          </p:nvPr>
        </p:nvSpPr>
        <p:spPr>
          <a:xfrm>
            <a:off x="1522800" y="6426000"/>
            <a:ext cx="7923600" cy="144000"/>
          </a:xfrm>
          <a:prstGeom prst="rect">
            <a:avLst/>
          </a:prstGeom>
          <a:noFill/>
        </p:spPr>
        <p:txBody>
          <a:bodyPr wrap="square" lIns="0" tIns="0" rIns="0" bIns="0" rtlCol="0">
            <a:noAutofit/>
          </a:bodyPr>
          <a:lstStyle/>
          <a:p>
            <a:endParaRPr lang="de-CH" sz="1000" kern="1200" spc="-10" baseline="0">
              <a:solidFill>
                <a:schemeClr val="tx1"/>
              </a:solidFill>
              <a:latin typeface="+mn-lt"/>
              <a:ea typeface="+mn-ea"/>
              <a:cs typeface="+mn-cs"/>
            </a:endParaRPr>
          </a:p>
        </p:txBody>
      </p:sp>
      <p:sp>
        <p:nvSpPr>
          <p:cNvPr id="9" name="TextBox 8">
            <a:extLst>
              <a:ext uri="{FF2B5EF4-FFF2-40B4-BE49-F238E27FC236}">
                <a16:creationId xmlns:a16="http://schemas.microsoft.com/office/drawing/2014/main" id="{EFFE50F9-A7EE-E1E9-C684-0E48101AC297}"/>
              </a:ext>
            </a:extLst>
          </p:cNvPr>
          <p:cNvSpPr txBox="1"/>
          <p:nvPr userDrawn="1">
            <p:custDataLst>
              <p:tags r:id="rId39"/>
            </p:custDataLst>
          </p:nvPr>
        </p:nvSpPr>
        <p:spPr>
          <a:xfrm>
            <a:off x="10418400" y="6426000"/>
            <a:ext cx="1188000" cy="144000"/>
          </a:xfrm>
          <a:prstGeom prst="rect">
            <a:avLst/>
          </a:prstGeom>
          <a:noFill/>
        </p:spPr>
        <p:txBody>
          <a:bodyPr wrap="square" lIns="0" tIns="0" rIns="0" bIns="0" rtlCol="0">
            <a:noAutofit/>
          </a:bodyPr>
          <a:lstStyle/>
          <a:p>
            <a:pPr algn="r"/>
            <a:r>
              <a:rPr lang="de-CH" sz="1000" kern="1200" spc="-10" baseline="0">
                <a:solidFill>
                  <a:schemeClr val="tx1"/>
                </a:solidFill>
                <a:latin typeface="+mn-lt"/>
                <a:ea typeface="+mn-ea"/>
                <a:cs typeface="+mn-cs"/>
              </a:rPr>
              <a:t>25.11.2024</a:t>
            </a:r>
          </a:p>
        </p:txBody>
      </p:sp>
      <p:sp>
        <p:nvSpPr>
          <p:cNvPr id="4" name="TextBox 3">
            <a:extLst>
              <a:ext uri="{FF2B5EF4-FFF2-40B4-BE49-F238E27FC236}">
                <a16:creationId xmlns:a16="http://schemas.microsoft.com/office/drawing/2014/main" id="{A0CB74A0-BB1F-E055-A922-A2992ADA1EAC}"/>
              </a:ext>
            </a:extLst>
          </p:cNvPr>
          <p:cNvSpPr txBox="1"/>
          <p:nvPr userDrawn="1"/>
        </p:nvSpPr>
        <p:spPr>
          <a:xfrm>
            <a:off x="11714400" y="6426000"/>
            <a:ext cx="208800" cy="144000"/>
          </a:xfrm>
          <a:prstGeom prst="rect">
            <a:avLst/>
          </a:prstGeom>
          <a:noFill/>
          <a:ln>
            <a:noFill/>
          </a:ln>
        </p:spPr>
        <p:txBody>
          <a:bodyPr wrap="square" lIns="0" tIns="0" rIns="0" bIns="0" rtlCol="0">
            <a:spAutoFit/>
          </a:bodyPr>
          <a:lstStyle/>
          <a:p>
            <a:pPr algn="r"/>
            <a:fld id="{442AD375-037F-43D0-B059-5172DA06796A}" type="slidenum">
              <a:rPr lang="de-CH" sz="1000" kern="1200" spc="-10" baseline="0" smtClean="0">
                <a:solidFill>
                  <a:schemeClr val="tx1"/>
                </a:solidFill>
                <a:latin typeface="+mn-lt"/>
                <a:ea typeface="+mn-ea"/>
                <a:cs typeface="+mn-cs"/>
              </a:rPr>
              <a:pPr algn="r"/>
              <a:t>‹Nr.›</a:t>
            </a:fld>
            <a:endParaRPr lang="de-CH" sz="1000" kern="1200" spc="-10" baseline="0">
              <a:solidFill>
                <a:schemeClr val="tx1"/>
              </a:solidFill>
              <a:latin typeface="+mn-lt"/>
              <a:ea typeface="+mn-ea"/>
              <a:cs typeface="+mn-cs"/>
            </a:endParaRPr>
          </a:p>
        </p:txBody>
      </p:sp>
    </p:spTree>
    <p:extLst>
      <p:ext uri="{BB962C8B-B14F-4D97-AF65-F5344CB8AC3E}">
        <p14:creationId xmlns:p14="http://schemas.microsoft.com/office/powerpoint/2010/main" val="1011663896"/>
      </p:ext>
    </p:extLst>
  </p:cSld>
  <p:clrMap bg1="lt1" tx1="dk1" bg2="lt2" tx2="dk2" accent1="accent1" accent2="accent2" accent3="accent3" accent4="accent4" accent5="accent5" accent6="accent6" hlink="hlink" folHlink="folHlink"/>
  <p:sldLayoutIdLst>
    <p:sldLayoutId id="2147483666" r:id="rId1"/>
    <p:sldLayoutId id="2147483658" r:id="rId2"/>
    <p:sldLayoutId id="2147483667" r:id="rId3"/>
    <p:sldLayoutId id="2147483683" r:id="rId4"/>
    <p:sldLayoutId id="2147483696" r:id="rId5"/>
    <p:sldLayoutId id="2147483695" r:id="rId6"/>
    <p:sldLayoutId id="2147483659" r:id="rId7"/>
    <p:sldLayoutId id="2147483669" r:id="rId8"/>
    <p:sldLayoutId id="2147483661" r:id="rId9"/>
    <p:sldLayoutId id="2147483674" r:id="rId10"/>
    <p:sldLayoutId id="2147483697" r:id="rId11"/>
    <p:sldLayoutId id="2147483675" r:id="rId12"/>
    <p:sldLayoutId id="2147483698" r:id="rId13"/>
    <p:sldLayoutId id="2147483671" r:id="rId14"/>
    <p:sldLayoutId id="2147483682" r:id="rId15"/>
    <p:sldLayoutId id="2147483684" r:id="rId16"/>
    <p:sldLayoutId id="2147483677" r:id="rId17"/>
    <p:sldLayoutId id="2147483672" r:id="rId18"/>
    <p:sldLayoutId id="2147483679" r:id="rId19"/>
    <p:sldLayoutId id="2147483685" r:id="rId20"/>
    <p:sldLayoutId id="2147483680" r:id="rId21"/>
    <p:sldLayoutId id="2147483681" r:id="rId22"/>
    <p:sldLayoutId id="2147483686" r:id="rId23"/>
    <p:sldLayoutId id="2147483687" r:id="rId24"/>
    <p:sldLayoutId id="2147483691" r:id="rId25"/>
    <p:sldLayoutId id="2147483690" r:id="rId26"/>
    <p:sldLayoutId id="2147483699" r:id="rId27"/>
    <p:sldLayoutId id="2147483688" r:id="rId28"/>
    <p:sldLayoutId id="2147483692" r:id="rId29"/>
    <p:sldLayoutId id="2147483670" r:id="rId30"/>
    <p:sldLayoutId id="2147483700" r:id="rId31"/>
    <p:sldLayoutId id="2147483678" r:id="rId32"/>
    <p:sldLayoutId id="2147483693" r:id="rId33"/>
    <p:sldLayoutId id="2147483663" r:id="rId34"/>
    <p:sldLayoutId id="2147483664" r:id="rId35"/>
    <p:sldLayoutId id="2147483702" r:id="rId36"/>
  </p:sldLayoutIdLst>
  <p:hf hdr="0"/>
  <p:txStyles>
    <p:titleStyle>
      <a:lvl1pPr algn="l" defTabSz="914400" rtl="0" eaLnBrk="1" latinLnBrk="0" hangingPunct="1">
        <a:lnSpc>
          <a:spcPct val="97000"/>
        </a:lnSpc>
        <a:spcBef>
          <a:spcPct val="0"/>
        </a:spcBef>
        <a:buNone/>
        <a:defRPr sz="2400" b="1" kern="1200" spc="0" baseline="0">
          <a:solidFill>
            <a:schemeClr val="tx1"/>
          </a:solidFill>
          <a:latin typeface="+mj-lt"/>
          <a:ea typeface="+mj-ea"/>
          <a:cs typeface="+mj-cs"/>
        </a:defRPr>
      </a:lvl1pPr>
    </p:titleStyle>
    <p:bodyStyle>
      <a:lvl1pPr marL="0" indent="0" algn="l" defTabSz="914400" rtl="0" eaLnBrk="1" latinLnBrk="0" hangingPunct="1">
        <a:lnSpc>
          <a:spcPct val="103000"/>
        </a:lnSpc>
        <a:spcBef>
          <a:spcPts val="0"/>
        </a:spcBef>
        <a:buFont typeface="+mj-lt"/>
        <a:buNone/>
        <a:defRPr sz="1600" kern="1200" spc="0" baseline="0">
          <a:solidFill>
            <a:schemeClr val="tx1"/>
          </a:solidFill>
          <a:latin typeface="+mn-lt"/>
          <a:ea typeface="+mn-ea"/>
          <a:cs typeface="+mn-cs"/>
        </a:defRPr>
      </a:lvl1pPr>
      <a:lvl2pPr marL="226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2pPr>
      <a:lvl3pPr marL="658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3pPr>
      <a:lvl4pPr marL="1090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4pPr>
      <a:lvl5pPr marL="1522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A4A3A4"/>
          </p15:clr>
        </p15:guide>
        <p15:guide id="2" pos="7510" userDrawn="1">
          <p15:clr>
            <a:srgbClr val="A4A3A4"/>
          </p15:clr>
        </p15:guide>
        <p15:guide id="3" orient="horz" pos="3921" userDrawn="1">
          <p15:clr>
            <a:srgbClr val="A4A3A4"/>
          </p15:clr>
        </p15:guide>
        <p15:guide id="4" orient="horz" pos="546" userDrawn="1">
          <p15:clr>
            <a:srgbClr val="A4A3A4"/>
          </p15:clr>
        </p15:guide>
        <p15:guide id="6" orient="horz" pos="172" userDrawn="1">
          <p15:clr>
            <a:srgbClr val="A4A3A4"/>
          </p15:clr>
        </p15:guide>
        <p15:guide id="7" orient="horz" pos="86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hyperlink" Target="https://dr-dsgvo.de/dsgvo-e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7.xml"/><Relationship Id="rId6" Type="http://schemas.openxmlformats.org/officeDocument/2006/relationships/hyperlink" Target="https://unsplash.com/de/fotos/nahaufnahme-eines-vorhangeschlosses-an-einer-tur-KrPulSdUetk" TargetMode="External"/><Relationship Id="rId5" Type="http://schemas.openxmlformats.org/officeDocument/2006/relationships/image" Target="../media/image13.jpeg"/><Relationship Id="rId4" Type="http://schemas.openxmlformats.org/officeDocument/2006/relationships/hyperlink" Target="https://unsplash.com/de/fotos/eine-person-die-eine-blaue-maske-mit-schwarzem-hintergrund-tragt-d4PPeyLyQEs?utm_content=creditShareLink&amp;utm_medium=referral&amp;utm_source=unsplash"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www.foeg.uzh.ch/de.html" TargetMode="External"/><Relationship Id="rId7" Type="http://schemas.openxmlformats.org/officeDocument/2006/relationships/image" Target="../media/image5.png"/><Relationship Id="rId2" Type="http://schemas.openxmlformats.org/officeDocument/2006/relationships/hyperlink" Target="https://www.digitalreligions.uzh.ch/de.html" TargetMode="External"/><Relationship Id="rId1" Type="http://schemas.openxmlformats.org/officeDocument/2006/relationships/slideLayout" Target="../slideLayouts/slideLayout33.xml"/><Relationship Id="rId6" Type="http://schemas.openxmlformats.org/officeDocument/2006/relationships/image" Target="../media/image14.png"/><Relationship Id="rId5" Type="http://schemas.openxmlformats.org/officeDocument/2006/relationships/hyperlink" Target="http://www.foeg.uzh.ch/" TargetMode="External"/><Relationship Id="rId4" Type="http://schemas.openxmlformats.org/officeDocument/2006/relationships/hyperlink" Target="mailto:rebekka.rieser@uzh.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ildplatzhalter 13" descr="Ein Bild, das Text, Screenshot, Grafikdesign, Grafiken enthält.&#10;&#10;Automatisch generierte Beschreibung">
            <a:extLst>
              <a:ext uri="{FF2B5EF4-FFF2-40B4-BE49-F238E27FC236}">
                <a16:creationId xmlns:a16="http://schemas.microsoft.com/office/drawing/2014/main" id="{52C806A0-9869-8FEE-DEB4-732E1CC586C4}"/>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p:pic>
      <p:pic>
        <p:nvPicPr>
          <p:cNvPr id="2" name="Picture 1">
            <a:extLst>
              <a:ext uri="{FF2B5EF4-FFF2-40B4-BE49-F238E27FC236}">
                <a16:creationId xmlns:a16="http://schemas.microsoft.com/office/drawing/2014/main" id="{AE95103E-D8BF-B054-58B3-890226FB54E1}"/>
              </a:ext>
            </a:extLst>
          </p:cNvPr>
          <p:cNvPicPr>
            <a:picLocks noChangeAspect="1"/>
          </p:cNvPicPr>
          <p:nvPr/>
        </p:nvPicPr>
        <p:blipFill>
          <a:blip r:embed="rId3"/>
          <a:stretch>
            <a:fillRect/>
          </a:stretch>
        </p:blipFill>
        <p:spPr>
          <a:xfrm>
            <a:off x="260927" y="1089892"/>
            <a:ext cx="11681690" cy="5518727"/>
          </a:xfrm>
          <a:prstGeom prst="rect">
            <a:avLst/>
          </a:prstGeom>
        </p:spPr>
      </p:pic>
      <p:sp>
        <p:nvSpPr>
          <p:cNvPr id="4" name="Textplatzhalter 3">
            <a:extLst>
              <a:ext uri="{FF2B5EF4-FFF2-40B4-BE49-F238E27FC236}">
                <a16:creationId xmlns:a16="http://schemas.microsoft.com/office/drawing/2014/main" id="{33954A1B-BB1F-1482-3D90-E762B4C65B27}"/>
              </a:ext>
            </a:extLst>
          </p:cNvPr>
          <p:cNvSpPr>
            <a:spLocks noGrp="1"/>
          </p:cNvSpPr>
          <p:nvPr>
            <p:ph type="body" sz="quarter" idx="15"/>
          </p:nvPr>
        </p:nvSpPr>
        <p:spPr>
          <a:xfrm>
            <a:off x="1" y="2440388"/>
            <a:ext cx="9559591" cy="1820783"/>
          </a:xfrm>
        </p:spPr>
        <p:txBody>
          <a:bodyPr/>
          <a:lstStyle/>
          <a:p>
            <a:r>
              <a:rPr lang="en-GB"/>
              <a:t>Small Communities and Anonymization-</a:t>
            </a:r>
          </a:p>
          <a:p>
            <a:r>
              <a:rPr lang="en-US"/>
              <a:t>Challenges in Data Protection in Qualitative Research</a:t>
            </a:r>
          </a:p>
          <a:p>
            <a:pPr lvl="2"/>
            <a:r>
              <a:rPr lang="en-GB" noProof="0" err="1"/>
              <a:t>Dr.</a:t>
            </a:r>
            <a:r>
              <a:rPr lang="en-GB" noProof="0"/>
              <a:t> Rebekka Rieser</a:t>
            </a:r>
            <a:br>
              <a:rPr lang="en-GB" noProof="0"/>
            </a:br>
            <a:fld id="{E48C020E-B3C2-4469-B56B-34864AB95564}" type="datetime4">
              <a:rPr lang="en-GB" smtClean="0"/>
              <a:pPr lvl="2"/>
              <a:t>07 February 2025</a:t>
            </a:fld>
            <a:endParaRPr lang="en-GB" noProof="0"/>
          </a:p>
        </p:txBody>
      </p:sp>
      <p:sp>
        <p:nvSpPr>
          <p:cNvPr id="3" name="Datumsplatzhalter 2">
            <a:extLst>
              <a:ext uri="{FF2B5EF4-FFF2-40B4-BE49-F238E27FC236}">
                <a16:creationId xmlns:a16="http://schemas.microsoft.com/office/drawing/2014/main" id="{201E04D2-14C0-9A4B-EF7A-4B9788780075}"/>
              </a:ext>
            </a:extLst>
          </p:cNvPr>
          <p:cNvSpPr>
            <a:spLocks noGrp="1"/>
          </p:cNvSpPr>
          <p:nvPr>
            <p:ph type="dt" sz="half" idx="10"/>
          </p:nvPr>
        </p:nvSpPr>
        <p:spPr/>
        <p:txBody>
          <a:bodyPr/>
          <a:lstStyle/>
          <a:p>
            <a:r>
              <a:rPr lang="de-DE" noProof="0"/>
              <a:t>R.Rieser - Anonymization in" Mastering RDM - Qualitative Research Data" University of Lucernce</a:t>
            </a:r>
            <a:endParaRPr lang="en-GB" noProof="0"/>
          </a:p>
        </p:txBody>
      </p:sp>
      <p:sp>
        <p:nvSpPr>
          <p:cNvPr id="7" name="Foliennummernplatzhalter 6">
            <a:extLst>
              <a:ext uri="{FF2B5EF4-FFF2-40B4-BE49-F238E27FC236}">
                <a16:creationId xmlns:a16="http://schemas.microsoft.com/office/drawing/2014/main" id="{C505615F-DD05-9F3A-0BCE-97A589E5DD73}"/>
              </a:ext>
            </a:extLst>
          </p:cNvPr>
          <p:cNvSpPr>
            <a:spLocks noGrp="1"/>
          </p:cNvSpPr>
          <p:nvPr>
            <p:ph type="sldNum" sz="quarter" idx="12"/>
          </p:nvPr>
        </p:nvSpPr>
        <p:spPr/>
        <p:txBody>
          <a:bodyPr/>
          <a:lstStyle/>
          <a:p>
            <a:r>
              <a:rPr lang="en-GB" noProof="0"/>
              <a:t> </a:t>
            </a:r>
          </a:p>
        </p:txBody>
      </p:sp>
      <p:sp>
        <p:nvSpPr>
          <p:cNvPr id="8" name="Fußzeilenplatzhalter 7">
            <a:extLst>
              <a:ext uri="{FF2B5EF4-FFF2-40B4-BE49-F238E27FC236}">
                <a16:creationId xmlns:a16="http://schemas.microsoft.com/office/drawing/2014/main" id="{32AF1953-473C-94B4-A607-3520A793B118}"/>
              </a:ext>
            </a:extLst>
          </p:cNvPr>
          <p:cNvSpPr>
            <a:spLocks noGrp="1"/>
          </p:cNvSpPr>
          <p:nvPr>
            <p:ph type="ftr" sz="quarter" idx="11"/>
          </p:nvPr>
        </p:nvSpPr>
        <p:spPr/>
        <p:txBody>
          <a:bodyPr/>
          <a:lstStyle/>
          <a:p>
            <a:r>
              <a:rPr lang="en-US" noProof="0"/>
              <a:t>R.Rieser - Anonymization in" Mastering RDM - Qualitative Research Data" University of Lucernce</a:t>
            </a:r>
            <a:endParaRPr lang="en-GB" noProof="0"/>
          </a:p>
        </p:txBody>
      </p:sp>
      <p:sp>
        <p:nvSpPr>
          <p:cNvPr id="9" name="TextBox 8">
            <a:extLst>
              <a:ext uri="{FF2B5EF4-FFF2-40B4-BE49-F238E27FC236}">
                <a16:creationId xmlns:a16="http://schemas.microsoft.com/office/drawing/2014/main" id="{1F7DAB1D-E948-AC84-1F25-DE4D8D532C0F}"/>
              </a:ext>
            </a:extLst>
          </p:cNvPr>
          <p:cNvSpPr txBox="1"/>
          <p:nvPr/>
        </p:nvSpPr>
        <p:spPr>
          <a:xfrm>
            <a:off x="394854" y="6606309"/>
            <a:ext cx="6299200" cy="16587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000" dirty="0"/>
              <a:t>Bild: </a:t>
            </a:r>
            <a:r>
              <a:rPr lang="en-US" sz="1100" dirty="0" err="1">
                <a:ea typeface="+mn-lt"/>
                <a:cs typeface="+mn-lt"/>
                <a:hlinkClick r:id="rId4"/>
              </a:rPr>
              <a:t>Lizenz</a:t>
            </a:r>
            <a:r>
              <a:rPr lang="en-US" sz="1100" dirty="0">
                <a:ea typeface="+mn-lt"/>
                <a:cs typeface="+mn-lt"/>
                <a:hlinkClick r:id="rId4"/>
              </a:rPr>
              <a:t> CC0</a:t>
            </a:r>
            <a:endParaRPr lang="en-US" sz="1000" dirty="0">
              <a:ea typeface="Source Sans Pro"/>
            </a:endParaRPr>
          </a:p>
        </p:txBody>
      </p:sp>
    </p:spTree>
    <p:extLst>
      <p:ext uri="{BB962C8B-B14F-4D97-AF65-F5344CB8AC3E}">
        <p14:creationId xmlns:p14="http://schemas.microsoft.com/office/powerpoint/2010/main" val="3702509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8E7F6-D824-D540-3884-2D44737DB663}"/>
            </a:ext>
          </a:extLst>
        </p:cNvPr>
        <p:cNvGrpSpPr/>
        <p:nvPr/>
      </p:nvGrpSpPr>
      <p:grpSpPr>
        <a:xfrm>
          <a:off x="0" y="0"/>
          <a:ext cx="0" cy="0"/>
          <a:chOff x="0" y="0"/>
          <a:chExt cx="0" cy="0"/>
        </a:xfrm>
      </p:grpSpPr>
      <p:sp>
        <p:nvSpPr>
          <p:cNvPr id="8" name="Inhaltsplatzhalter 7">
            <a:extLst>
              <a:ext uri="{FF2B5EF4-FFF2-40B4-BE49-F238E27FC236}">
                <a16:creationId xmlns:a16="http://schemas.microsoft.com/office/drawing/2014/main" id="{79524A3F-2B7B-10ED-9581-739CCC5E44C0}"/>
              </a:ext>
            </a:extLst>
          </p:cNvPr>
          <p:cNvSpPr>
            <a:spLocks noGrp="1"/>
          </p:cNvSpPr>
          <p:nvPr>
            <p:ph idx="1"/>
          </p:nvPr>
        </p:nvSpPr>
        <p:spPr/>
        <p:txBody>
          <a:bodyPr/>
          <a:lstStyle/>
          <a:p>
            <a:r>
              <a:rPr lang="de-DE" sz="8800" err="1"/>
              <a:t>Why</a:t>
            </a:r>
            <a:r>
              <a:rPr lang="de-DE" sz="8800"/>
              <a:t> am I </a:t>
            </a:r>
            <a:r>
              <a:rPr lang="de-DE" sz="8800" err="1"/>
              <a:t>here</a:t>
            </a:r>
            <a:r>
              <a:rPr lang="de-DE" sz="8800"/>
              <a:t>?</a:t>
            </a:r>
          </a:p>
        </p:txBody>
      </p:sp>
    </p:spTree>
    <p:extLst>
      <p:ext uri="{BB962C8B-B14F-4D97-AF65-F5344CB8AC3E}">
        <p14:creationId xmlns:p14="http://schemas.microsoft.com/office/powerpoint/2010/main" val="3651575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platzhalter 5" descr="Ein Bild, das Text, Screenshot, Schrift, Design enthält.&#10;&#10;Automatisch generierte Beschreibung">
            <a:extLst>
              <a:ext uri="{FF2B5EF4-FFF2-40B4-BE49-F238E27FC236}">
                <a16:creationId xmlns:a16="http://schemas.microsoft.com/office/drawing/2014/main" id="{893CFC82-E2FF-AADE-6F24-CF6D0C0CF187}"/>
              </a:ext>
            </a:extLst>
          </p:cNvPr>
          <p:cNvPicPr>
            <a:picLocks noGrp="1" noChangeAspect="1"/>
          </p:cNvPicPr>
          <p:nvPr>
            <p:ph sz="half" idx="1"/>
          </p:nvPr>
        </p:nvPicPr>
        <p:blipFill>
          <a:blip r:embed="rId2" cstate="screen">
            <a:extLst>
              <a:ext uri="{28A0092B-C50C-407E-A947-70E740481C1C}">
                <a14:useLocalDpi xmlns:a14="http://schemas.microsoft.com/office/drawing/2010/main"/>
              </a:ext>
            </a:extLst>
          </a:blip>
          <a:stretch>
            <a:fillRect/>
          </a:stretch>
        </p:blipFill>
        <p:spPr>
          <a:xfrm>
            <a:off x="839416" y="385636"/>
            <a:ext cx="4224974" cy="5614585"/>
          </a:xfrm>
          <a:prstGeom prst="rect">
            <a:avLst/>
          </a:prstGeom>
          <a:noFill/>
        </p:spPr>
      </p:pic>
      <p:sp>
        <p:nvSpPr>
          <p:cNvPr id="7" name="Inhaltsplatzhalter 1">
            <a:extLst>
              <a:ext uri="{FF2B5EF4-FFF2-40B4-BE49-F238E27FC236}">
                <a16:creationId xmlns:a16="http://schemas.microsoft.com/office/drawing/2014/main" id="{49A27500-B5D2-9201-574F-1ECC55852DEA}"/>
              </a:ext>
            </a:extLst>
          </p:cNvPr>
          <p:cNvSpPr>
            <a:spLocks noGrp="1"/>
          </p:cNvSpPr>
          <p:nvPr>
            <p:ph sz="half" idx="13"/>
          </p:nvPr>
        </p:nvSpPr>
        <p:spPr>
          <a:xfrm>
            <a:off x="5879976" y="1268760"/>
            <a:ext cx="5722938" cy="2939604"/>
          </a:xfrm>
          <a:prstGeom prst="wedgeRoundRectCallout">
            <a:avLst>
              <a:gd name="adj1" fmla="val -63166"/>
              <a:gd name="adj2" fmla="val 69234"/>
              <a:gd name="adj3" fmla="val 16667"/>
            </a:avLst>
          </a:prstGeom>
          <a:solidFill>
            <a:schemeClr val="accent1">
              <a:lumMod val="20000"/>
              <a:lumOff val="80000"/>
            </a:schemeClr>
          </a:solidFill>
        </p:spPr>
        <p:txBody>
          <a:bodyPr/>
          <a:lstStyle/>
          <a:p>
            <a:pPr algn="ctr"/>
            <a:r>
              <a:rPr lang="en-US" sz="3200"/>
              <a:t>How to do meaningful research and protect data in qualitative research and especially in small communities?</a:t>
            </a:r>
          </a:p>
        </p:txBody>
      </p:sp>
      <p:sp>
        <p:nvSpPr>
          <p:cNvPr id="9" name="Textfeld 8">
            <a:extLst>
              <a:ext uri="{FF2B5EF4-FFF2-40B4-BE49-F238E27FC236}">
                <a16:creationId xmlns:a16="http://schemas.microsoft.com/office/drawing/2014/main" id="{7EDADE0E-60A8-1F7C-AAE0-DB6235529AAD}"/>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100898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nhaltsplatzhalter 7">
            <a:extLst>
              <a:ext uri="{FF2B5EF4-FFF2-40B4-BE49-F238E27FC236}">
                <a16:creationId xmlns:a16="http://schemas.microsoft.com/office/drawing/2014/main" id="{D69A17C2-E607-F0D1-CAF3-99D27F35F5D1}"/>
              </a:ext>
            </a:extLst>
          </p:cNvPr>
          <p:cNvSpPr>
            <a:spLocks noGrp="1"/>
          </p:cNvSpPr>
          <p:nvPr>
            <p:ph idx="1"/>
          </p:nvPr>
        </p:nvSpPr>
        <p:spPr/>
        <p:txBody>
          <a:bodyPr/>
          <a:lstStyle/>
          <a:p>
            <a:r>
              <a:rPr lang="de-DE" sz="8800"/>
              <a:t>The Research Project </a:t>
            </a:r>
          </a:p>
          <a:p>
            <a:r>
              <a:rPr lang="de-DE" sz="8800"/>
              <a:t>in a </a:t>
            </a:r>
            <a:r>
              <a:rPr lang="de-DE" sz="8800" err="1"/>
              <a:t>Nutshell</a:t>
            </a:r>
            <a:endParaRPr lang="de-DE" sz="8800"/>
          </a:p>
        </p:txBody>
      </p:sp>
    </p:spTree>
    <p:extLst>
      <p:ext uri="{BB962C8B-B14F-4D97-AF65-F5344CB8AC3E}">
        <p14:creationId xmlns:p14="http://schemas.microsoft.com/office/powerpoint/2010/main" val="161135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8714E860-AF52-99CD-C40F-FC2C94A1C968}"/>
              </a:ext>
            </a:extLst>
          </p:cNvPr>
          <p:cNvSpPr>
            <a:spLocks noGrp="1"/>
          </p:cNvSpPr>
          <p:nvPr>
            <p:ph idx="1"/>
          </p:nvPr>
        </p:nvSpPr>
        <p:spPr>
          <a:prstGeom prst="roundRect">
            <a:avLst/>
          </a:prstGeom>
          <a:solidFill>
            <a:schemeClr val="accent1">
              <a:lumMod val="20000"/>
              <a:lumOff val="80000"/>
            </a:schemeClr>
          </a:solidFill>
        </p:spPr>
        <p:txBody>
          <a:bodyPr/>
          <a:lstStyle/>
          <a:p>
            <a:pPr marL="285750" indent="-285750">
              <a:lnSpc>
                <a:spcPct val="117000"/>
              </a:lnSpc>
              <a:buFont typeface="Arial" panose="020B0604020202020204" pitchFamily="34" charset="0"/>
              <a:buChar char="•"/>
            </a:pPr>
            <a:r>
              <a:rPr lang="de-CH"/>
              <a:t>«</a:t>
            </a:r>
            <a:r>
              <a:rPr lang="de-CH" err="1"/>
              <a:t>Religious</a:t>
            </a:r>
            <a:r>
              <a:rPr lang="de-CH"/>
              <a:t> and </a:t>
            </a:r>
            <a:r>
              <a:rPr lang="de-CH" err="1"/>
              <a:t>Social</a:t>
            </a:r>
            <a:r>
              <a:rPr lang="de-CH"/>
              <a:t> Identity in </a:t>
            </a:r>
            <a:r>
              <a:rPr lang="de-CH" err="1"/>
              <a:t>Civil</a:t>
            </a:r>
            <a:r>
              <a:rPr lang="de-CH"/>
              <a:t> Society» </a:t>
            </a:r>
          </a:p>
          <a:p>
            <a:pPr marL="285750" indent="-285750">
              <a:lnSpc>
                <a:spcPct val="117000"/>
              </a:lnSpc>
              <a:buFont typeface="Arial" panose="020B0604020202020204" pitchFamily="34" charset="0"/>
              <a:buChar char="•"/>
            </a:pPr>
            <a:r>
              <a:rPr lang="de-CH"/>
              <a:t>SNF /DFG Lead-Agency </a:t>
            </a:r>
            <a:r>
              <a:rPr lang="de-CH" err="1"/>
              <a:t>project</a:t>
            </a:r>
            <a:r>
              <a:rPr lang="de-CH"/>
              <a:t>  (2018-2021)</a:t>
            </a:r>
          </a:p>
          <a:p>
            <a:pPr marL="285750" indent="-285750">
              <a:lnSpc>
                <a:spcPct val="117000"/>
              </a:lnSpc>
              <a:buFont typeface="Arial" panose="020B0604020202020204" pitchFamily="34" charset="0"/>
              <a:buChar char="•"/>
            </a:pPr>
            <a:r>
              <a:rPr lang="de-CH" err="1"/>
              <a:t>Two</a:t>
            </a:r>
            <a:r>
              <a:rPr lang="de-CH"/>
              <a:t> sub-projects</a:t>
            </a:r>
          </a:p>
          <a:p>
            <a:pPr marL="558900" lvl="2" indent="-342900">
              <a:buFont typeface="Arial" panose="020B0604020202020204" pitchFamily="34" charset="0"/>
              <a:buChar char="•"/>
            </a:pPr>
            <a:r>
              <a:rPr lang="en-US" sz="1300"/>
              <a:t>“Migrant Communities, Religious Identities and Integration in Civil Society (MIE)”</a:t>
            </a:r>
          </a:p>
          <a:p>
            <a:pPr marL="558900" lvl="2" indent="-342900">
              <a:buFont typeface="Arial" panose="020B0604020202020204" pitchFamily="34" charset="0"/>
              <a:buChar char="•"/>
            </a:pPr>
            <a:r>
              <a:rPr lang="en-US" sz="1300"/>
              <a:t>“Configurations of Individual and Collective Identities and their Potentials in Civil Society: Representative Results for Germany and Switzerland in Comparison (KONID)”</a:t>
            </a:r>
          </a:p>
          <a:p>
            <a:endParaRPr lang="de-CH"/>
          </a:p>
        </p:txBody>
      </p:sp>
      <p:sp>
        <p:nvSpPr>
          <p:cNvPr id="3" name="Titel 2">
            <a:extLst>
              <a:ext uri="{FF2B5EF4-FFF2-40B4-BE49-F238E27FC236}">
                <a16:creationId xmlns:a16="http://schemas.microsoft.com/office/drawing/2014/main" id="{90C3E350-401B-03F5-D5B3-21A5BD60C5C2}"/>
              </a:ext>
            </a:extLst>
          </p:cNvPr>
          <p:cNvSpPr>
            <a:spLocks noGrp="1"/>
          </p:cNvSpPr>
          <p:nvPr>
            <p:ph type="title"/>
          </p:nvPr>
        </p:nvSpPr>
        <p:spPr/>
        <p:txBody>
          <a:bodyPr/>
          <a:lstStyle/>
          <a:p>
            <a:r>
              <a:rPr lang="de-CH"/>
              <a:t>Project and Research </a:t>
            </a:r>
            <a:r>
              <a:rPr lang="de-CH" err="1"/>
              <a:t>Aims</a:t>
            </a:r>
            <a:endParaRPr lang="de-CH"/>
          </a:p>
        </p:txBody>
      </p:sp>
      <p:sp>
        <p:nvSpPr>
          <p:cNvPr id="4" name="Inhaltsplatzhalter 3">
            <a:extLst>
              <a:ext uri="{FF2B5EF4-FFF2-40B4-BE49-F238E27FC236}">
                <a16:creationId xmlns:a16="http://schemas.microsoft.com/office/drawing/2014/main" id="{81BB4E94-7AC6-F940-EEAB-05D61E79B84E}"/>
              </a:ext>
            </a:extLst>
          </p:cNvPr>
          <p:cNvSpPr>
            <a:spLocks noGrp="1"/>
          </p:cNvSpPr>
          <p:nvPr>
            <p:ph idx="19"/>
          </p:nvPr>
        </p:nvSpPr>
        <p:spPr>
          <a:xfrm>
            <a:off x="4889902" y="789230"/>
            <a:ext cx="6774092" cy="5353844"/>
          </a:xfrm>
          <a:prstGeom prst="roundRect">
            <a:avLst/>
          </a:prstGeom>
          <a:solidFill>
            <a:schemeClr val="accent1">
              <a:lumMod val="20000"/>
              <a:lumOff val="80000"/>
            </a:schemeClr>
          </a:solidFill>
        </p:spPr>
        <p:txBody>
          <a:bodyPr/>
          <a:lstStyle/>
          <a:p>
            <a:r>
              <a:rPr lang="de-CH" b="1"/>
              <a:t>Research </a:t>
            </a:r>
            <a:r>
              <a:rPr lang="de-CH" b="1" err="1"/>
              <a:t>Aims</a:t>
            </a:r>
            <a:endParaRPr lang="de-CH" b="1"/>
          </a:p>
          <a:p>
            <a:endParaRPr lang="de-CH" b="1"/>
          </a:p>
          <a:p>
            <a:r>
              <a:rPr lang="en-US"/>
              <a:t>"The project “Social Groups and Religious Identities in Civil Society (RESIC)” investigates the structure and prerequisites of social identities, the impact of religious immigrant communities on the individual and organizational level as well as the overall causal effects of religious social identities in civil society and politics. “ (A. </a:t>
            </a:r>
            <a:r>
              <a:rPr lang="en-US" err="1"/>
              <a:t>Liedhegener</a:t>
            </a:r>
            <a:r>
              <a:rPr lang="en-US"/>
              <a:t>)</a:t>
            </a:r>
          </a:p>
          <a:p>
            <a:endParaRPr lang="en-US"/>
          </a:p>
          <a:p>
            <a:r>
              <a:rPr lang="en-US"/>
              <a:t>"We expect from the research new findings on adapted self-presentations of religious immigrants communities in view of the socially constructed myth of a "good religion”.” (M. Baumann)</a:t>
            </a:r>
          </a:p>
          <a:p>
            <a:endParaRPr lang="en-US"/>
          </a:p>
          <a:p>
            <a:endParaRPr lang="de-CH" b="1"/>
          </a:p>
        </p:txBody>
      </p:sp>
      <p:pic>
        <p:nvPicPr>
          <p:cNvPr id="8" name="Inhaltsplatzhalter 7">
            <a:extLst>
              <a:ext uri="{FF2B5EF4-FFF2-40B4-BE49-F238E27FC236}">
                <a16:creationId xmlns:a16="http://schemas.microsoft.com/office/drawing/2014/main" id="{B5B04E2E-CDD4-DEB6-A88F-87AE4484CC91}"/>
              </a:ext>
            </a:extLst>
          </p:cNvPr>
          <p:cNvPicPr>
            <a:picLocks noGrp="1" noChangeAspect="1"/>
          </p:cNvPicPr>
          <p:nvPr>
            <p:ph idx="20"/>
          </p:nvPr>
        </p:nvPicPr>
        <p:blipFill>
          <a:blip r:embed="rId2" cstate="screen">
            <a:extLst>
              <a:ext uri="{28A0092B-C50C-407E-A947-70E740481C1C}">
                <a14:useLocalDpi xmlns:a14="http://schemas.microsoft.com/office/drawing/2010/main"/>
              </a:ext>
            </a:extLst>
          </a:blip>
          <a:stretch>
            <a:fillRect/>
          </a:stretch>
        </p:blipFill>
        <p:spPr>
          <a:xfrm>
            <a:off x="5375920" y="3991032"/>
            <a:ext cx="5995392" cy="2044167"/>
          </a:xfrm>
        </p:spPr>
      </p:pic>
      <p:pic>
        <p:nvPicPr>
          <p:cNvPr id="6" name="Grafik 5" descr="Ein Bild, das Text enthält.&#10;&#10;Automatisch generierte Beschreibung">
            <a:extLst>
              <a:ext uri="{FF2B5EF4-FFF2-40B4-BE49-F238E27FC236}">
                <a16:creationId xmlns:a16="http://schemas.microsoft.com/office/drawing/2014/main" id="{90724FB8-9812-5044-035B-7079570F6EA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5065" y="4421877"/>
            <a:ext cx="1848381" cy="1738403"/>
          </a:xfrm>
          <a:prstGeom prst="rect">
            <a:avLst/>
          </a:prstGeom>
        </p:spPr>
      </p:pic>
      <p:pic>
        <p:nvPicPr>
          <p:cNvPr id="9" name="Grafik 8" descr="Ein Bild, das Muster, Quadrat, Rechteck, Türkis enthält.&#10;&#10;Automatisch generierte Beschreibung">
            <a:extLst>
              <a:ext uri="{FF2B5EF4-FFF2-40B4-BE49-F238E27FC236}">
                <a16:creationId xmlns:a16="http://schemas.microsoft.com/office/drawing/2014/main" id="{2AADFE18-746F-1681-13C2-CB70041712F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43446" y="4686927"/>
            <a:ext cx="1335376" cy="1335376"/>
          </a:xfrm>
          <a:prstGeom prst="rect">
            <a:avLst/>
          </a:prstGeom>
        </p:spPr>
      </p:pic>
      <p:sp>
        <p:nvSpPr>
          <p:cNvPr id="12" name="Textfeld 11">
            <a:extLst>
              <a:ext uri="{FF2B5EF4-FFF2-40B4-BE49-F238E27FC236}">
                <a16:creationId xmlns:a16="http://schemas.microsoft.com/office/drawing/2014/main" id="{81C477C3-066A-D776-F947-40BC98172998}"/>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264789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bg/>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P spid="4"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B65BD2-0A80-E468-F147-C26D9FE871FC}"/>
              </a:ext>
            </a:extLst>
          </p:cNvPr>
          <p:cNvSpPr>
            <a:spLocks noGrp="1"/>
          </p:cNvSpPr>
          <p:nvPr>
            <p:ph type="title"/>
          </p:nvPr>
        </p:nvSpPr>
        <p:spPr>
          <a:xfrm>
            <a:off x="273600" y="244800"/>
            <a:ext cx="11650662" cy="625944"/>
          </a:xfrm>
        </p:spPr>
        <p:txBody>
          <a:bodyPr anchor="t">
            <a:normAutofit/>
          </a:bodyPr>
          <a:lstStyle/>
          <a:p>
            <a:r>
              <a:rPr lang="de-CH" err="1"/>
              <a:t>Theoretical</a:t>
            </a:r>
            <a:r>
              <a:rPr lang="de-CH"/>
              <a:t> </a:t>
            </a:r>
            <a:r>
              <a:rPr lang="de-CH" err="1"/>
              <a:t>frames</a:t>
            </a:r>
            <a:r>
              <a:rPr lang="de-CH"/>
              <a:t> and </a:t>
            </a:r>
            <a:r>
              <a:rPr lang="de-CH" err="1"/>
              <a:t>research</a:t>
            </a:r>
            <a:r>
              <a:rPr lang="de-CH"/>
              <a:t> </a:t>
            </a:r>
            <a:r>
              <a:rPr lang="de-CH" err="1"/>
              <a:t>questions</a:t>
            </a:r>
            <a:endParaRPr lang="de-CH"/>
          </a:p>
        </p:txBody>
      </p:sp>
      <p:pic>
        <p:nvPicPr>
          <p:cNvPr id="5" name="Inhaltsplatzhalter 55">
            <a:extLst>
              <a:ext uri="{FF2B5EF4-FFF2-40B4-BE49-F238E27FC236}">
                <a16:creationId xmlns:a16="http://schemas.microsoft.com/office/drawing/2014/main" id="{1F884ADA-3FCA-96F9-57BC-D2E0741449FF}"/>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rcRect t="2475" r="1" b="365"/>
          <a:stretch/>
        </p:blipFill>
        <p:spPr>
          <a:xfrm>
            <a:off x="1055440" y="1832412"/>
            <a:ext cx="9858938" cy="4358456"/>
          </a:xfrm>
          <a:prstGeom prst="rect">
            <a:avLst/>
          </a:prstGeom>
          <a:noFill/>
        </p:spPr>
      </p:pic>
      <p:sp>
        <p:nvSpPr>
          <p:cNvPr id="7" name="Textplatzhalter 6">
            <a:extLst>
              <a:ext uri="{FF2B5EF4-FFF2-40B4-BE49-F238E27FC236}">
                <a16:creationId xmlns:a16="http://schemas.microsoft.com/office/drawing/2014/main" id="{B6A8F8A1-E1DA-B7FB-2455-4A7D3379AF11}"/>
              </a:ext>
            </a:extLst>
          </p:cNvPr>
          <p:cNvSpPr>
            <a:spLocks noGrp="1"/>
          </p:cNvSpPr>
          <p:nvPr>
            <p:ph type="body" sz="quarter" idx="13"/>
          </p:nvPr>
        </p:nvSpPr>
        <p:spPr>
          <a:xfrm>
            <a:off x="270000" y="5755384"/>
            <a:ext cx="6186040" cy="625943"/>
          </a:xfrm>
        </p:spPr>
        <p:txBody>
          <a:bodyPr/>
          <a:lstStyle/>
          <a:p>
            <a:r>
              <a:rPr lang="de-CH"/>
              <a:t>cf. </a:t>
            </a:r>
            <a:r>
              <a:rPr lang="de-CH" err="1"/>
              <a:t>e.g</a:t>
            </a:r>
            <a:r>
              <a:rPr lang="de-CH"/>
              <a:t>: Lambert, 2014; Pollack et al, 2014; Stolz et al, 2014; </a:t>
            </a:r>
            <a:r>
              <a:rPr lang="de-CH" err="1"/>
              <a:t>Zurlinden</a:t>
            </a:r>
            <a:r>
              <a:rPr lang="de-CH"/>
              <a:t>, 2015</a:t>
            </a:r>
          </a:p>
          <a:p>
            <a:endParaRPr lang="de-CH"/>
          </a:p>
        </p:txBody>
      </p:sp>
      <p:sp>
        <p:nvSpPr>
          <p:cNvPr id="8" name="Inhaltsplatzhalter 1">
            <a:extLst>
              <a:ext uri="{FF2B5EF4-FFF2-40B4-BE49-F238E27FC236}">
                <a16:creationId xmlns:a16="http://schemas.microsoft.com/office/drawing/2014/main" id="{B911A9E6-2351-6F9B-F1E1-6C3AA2569694}"/>
              </a:ext>
            </a:extLst>
          </p:cNvPr>
          <p:cNvSpPr txBox="1">
            <a:spLocks/>
          </p:cNvSpPr>
          <p:nvPr/>
        </p:nvSpPr>
        <p:spPr>
          <a:xfrm>
            <a:off x="119336" y="667132"/>
            <a:ext cx="8856984" cy="1005850"/>
          </a:xfrm>
          <a:prstGeom prst="roundRect">
            <a:avLst/>
          </a:prstGeom>
          <a:solidFill>
            <a:schemeClr val="accent1">
              <a:lumMod val="20000"/>
              <a:lumOff val="80000"/>
            </a:schemeClr>
          </a:solidFill>
        </p:spPr>
        <p:txBody>
          <a:bodyPr vert="horz" lIns="0" tIns="0" rIns="0" bIns="0" rtlCol="0" anchor="b">
            <a:noAutofit/>
          </a:bodyPr>
          <a:lstStyle>
            <a:lvl1pPr marL="0" indent="0" algn="l" defTabSz="914400" rtl="0" eaLnBrk="1" latinLnBrk="0" hangingPunct="1">
              <a:lnSpc>
                <a:spcPct val="109000"/>
              </a:lnSpc>
              <a:spcBef>
                <a:spcPts val="0"/>
              </a:spcBef>
              <a:buFont typeface="+mj-lt"/>
              <a:buNone/>
              <a:defRPr sz="1200" kern="1200" spc="0" baseline="0">
                <a:solidFill>
                  <a:schemeClr val="tx1"/>
                </a:solidFill>
                <a:latin typeface="+mn-lt"/>
                <a:ea typeface="+mn-ea"/>
                <a:cs typeface="+mn-cs"/>
              </a:defRPr>
            </a:lvl1pPr>
            <a:lvl2pPr marL="226800" indent="-226800" algn="l" defTabSz="914400" rtl="0" eaLnBrk="1" latinLnBrk="0" hangingPunct="1">
              <a:lnSpc>
                <a:spcPct val="103000"/>
              </a:lnSpc>
              <a:spcBef>
                <a:spcPts val="1000"/>
              </a:spcBef>
              <a:buFont typeface="Source Sans Pro" panose="020B0503030403020204" pitchFamily="34" charset="0"/>
              <a:buChar char="―"/>
              <a:defRPr sz="1000" kern="1200" spc="0" baseline="0">
                <a:solidFill>
                  <a:schemeClr val="tx1"/>
                </a:solidFill>
                <a:latin typeface="+mn-lt"/>
                <a:ea typeface="+mn-ea"/>
                <a:cs typeface="+mn-cs"/>
              </a:defRPr>
            </a:lvl2pPr>
            <a:lvl3pPr marL="658800" indent="-226800" algn="l" defTabSz="914400" rtl="0" eaLnBrk="1" latinLnBrk="0" hangingPunct="1">
              <a:lnSpc>
                <a:spcPct val="103000"/>
              </a:lnSpc>
              <a:spcBef>
                <a:spcPts val="1000"/>
              </a:spcBef>
              <a:buFont typeface="Source Sans Pro" panose="020B0503030403020204" pitchFamily="34" charset="0"/>
              <a:buChar char="―"/>
              <a:defRPr sz="1000" kern="1200" spc="0" baseline="0">
                <a:solidFill>
                  <a:schemeClr val="tx1"/>
                </a:solidFill>
                <a:latin typeface="+mn-lt"/>
                <a:ea typeface="+mn-ea"/>
                <a:cs typeface="+mn-cs"/>
              </a:defRPr>
            </a:lvl3pPr>
            <a:lvl4pPr marL="1090800" indent="-226800" algn="l" defTabSz="914400" rtl="0" eaLnBrk="1" latinLnBrk="0" hangingPunct="1">
              <a:lnSpc>
                <a:spcPct val="103000"/>
              </a:lnSpc>
              <a:spcBef>
                <a:spcPts val="1000"/>
              </a:spcBef>
              <a:buFont typeface="Source Sans Pro" panose="020B0503030403020204" pitchFamily="34" charset="0"/>
              <a:buChar char="―"/>
              <a:defRPr sz="1000" kern="1200" spc="0" baseline="0">
                <a:solidFill>
                  <a:schemeClr val="tx1"/>
                </a:solidFill>
                <a:latin typeface="+mn-lt"/>
                <a:ea typeface="+mn-ea"/>
                <a:cs typeface="+mn-cs"/>
              </a:defRPr>
            </a:lvl4pPr>
            <a:lvl5pPr marL="1522800" indent="-226800" algn="l" defTabSz="914400" rtl="0" eaLnBrk="1" latinLnBrk="0" hangingPunct="1">
              <a:lnSpc>
                <a:spcPct val="103000"/>
              </a:lnSpc>
              <a:spcBef>
                <a:spcPts val="1000"/>
              </a:spcBef>
              <a:buFont typeface="Source Sans Pro" panose="020B0503030403020204" pitchFamily="34" charset="0"/>
              <a:buChar char="―"/>
              <a:defRPr sz="10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a:t>RQ:</a:t>
            </a:r>
            <a:br>
              <a:rPr lang="en-US" sz="2000"/>
            </a:br>
            <a:r>
              <a:rPr lang="en-US" sz="2000"/>
              <a:t>What are the expectations and roles of religious organizations in the diaspora and what are the consequences for the community, society and the individual?</a:t>
            </a:r>
          </a:p>
        </p:txBody>
      </p:sp>
      <p:sp>
        <p:nvSpPr>
          <p:cNvPr id="12" name="Textfeld 11">
            <a:extLst>
              <a:ext uri="{FF2B5EF4-FFF2-40B4-BE49-F238E27FC236}">
                <a16:creationId xmlns:a16="http://schemas.microsoft.com/office/drawing/2014/main" id="{799E9F13-CBEA-CB76-35DA-805D6987CE80}"/>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1855469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37D10-EF2A-EF80-686F-DBA3391892E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9DC753F-8A73-6379-B56E-07781B890F37}"/>
              </a:ext>
            </a:extLst>
          </p:cNvPr>
          <p:cNvSpPr>
            <a:spLocks noGrp="1"/>
          </p:cNvSpPr>
          <p:nvPr>
            <p:ph type="title"/>
          </p:nvPr>
        </p:nvSpPr>
        <p:spPr/>
        <p:txBody>
          <a:bodyPr/>
          <a:lstStyle/>
          <a:p>
            <a:r>
              <a:rPr lang="de-CH" err="1"/>
              <a:t>Investigated</a:t>
            </a:r>
            <a:r>
              <a:rPr lang="de-CH"/>
              <a:t> Areas</a:t>
            </a:r>
          </a:p>
        </p:txBody>
      </p:sp>
      <p:graphicFrame>
        <p:nvGraphicFramePr>
          <p:cNvPr id="8" name="Inhaltsplatzhalter 7">
            <a:extLst>
              <a:ext uri="{FF2B5EF4-FFF2-40B4-BE49-F238E27FC236}">
                <a16:creationId xmlns:a16="http://schemas.microsoft.com/office/drawing/2014/main" id="{FDB0E55D-509E-EEF3-4D01-6EA1B82C1631}"/>
              </a:ext>
            </a:extLst>
          </p:cNvPr>
          <p:cNvGraphicFramePr>
            <a:graphicFrameLocks noGrp="1"/>
          </p:cNvGraphicFramePr>
          <p:nvPr>
            <p:ph idx="1"/>
            <p:extLst>
              <p:ext uri="{D42A27DB-BD31-4B8C-83A1-F6EECF244321}">
                <p14:modId xmlns:p14="http://schemas.microsoft.com/office/powerpoint/2010/main" val="3302359833"/>
              </p:ext>
            </p:extLst>
          </p:nvPr>
        </p:nvGraphicFramePr>
        <p:xfrm>
          <a:off x="271463" y="871538"/>
          <a:ext cx="11650662" cy="5149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feld 9">
            <a:extLst>
              <a:ext uri="{FF2B5EF4-FFF2-40B4-BE49-F238E27FC236}">
                <a16:creationId xmlns:a16="http://schemas.microsoft.com/office/drawing/2014/main" id="{02E79CC0-17AA-E3DD-0A43-7EA5DD9A1696}"/>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588463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graphicEl>
                                              <a:dgm id="{2AB63246-162A-4DAC-86F4-FB91113D0011}"/>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graphicEl>
                                              <a:dgm id="{58B1426D-D07D-44FF-9E64-FBE1324C1910}"/>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graphicEl>
                                              <a:dgm id="{FAEC47C1-291A-459D-A8C4-0C53660BB715}"/>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graphicEl>
                                              <a:dgm id="{AB158150-2F54-435E-B202-97952D3B0D2F}"/>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graphicEl>
                                              <a:dgm id="{62A23367-C069-4394-8002-20AC96309A80}"/>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graphicEl>
                                              <a:dgm id="{30D8D5F9-0EA4-4F7F-8FF4-9A3EE2B3AE04}"/>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graphicEl>
                                              <a:dgm id="{B41EB8D2-056A-4490-BD11-29EB0F2DA93D}"/>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graphicEl>
                                              <a:dgm id="{5338EEE7-42D3-4B0A-B812-FBADD071D7FF}"/>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ED8586-A048-DF64-CBE2-ABF87C3D7B10}"/>
              </a:ext>
            </a:extLst>
          </p:cNvPr>
          <p:cNvSpPr>
            <a:spLocks noGrp="1"/>
          </p:cNvSpPr>
          <p:nvPr>
            <p:ph type="title"/>
          </p:nvPr>
        </p:nvSpPr>
        <p:spPr>
          <a:xfrm>
            <a:off x="273600" y="245268"/>
            <a:ext cx="5723999" cy="845567"/>
          </a:xfrm>
        </p:spPr>
        <p:txBody>
          <a:bodyPr anchor="t">
            <a:normAutofit/>
          </a:bodyPr>
          <a:lstStyle/>
          <a:p>
            <a:r>
              <a:rPr lang="de-DE"/>
              <a:t>Sample and Data</a:t>
            </a:r>
          </a:p>
        </p:txBody>
      </p:sp>
      <p:graphicFrame>
        <p:nvGraphicFramePr>
          <p:cNvPr id="9" name="Inhaltsplatzhalter 2">
            <a:extLst>
              <a:ext uri="{FF2B5EF4-FFF2-40B4-BE49-F238E27FC236}">
                <a16:creationId xmlns:a16="http://schemas.microsoft.com/office/drawing/2014/main" id="{FDA6CAE4-7BCE-F939-BDC8-F5234EA164DA}"/>
              </a:ext>
            </a:extLst>
          </p:cNvPr>
          <p:cNvGraphicFramePr>
            <a:graphicFrameLocks noGrp="1"/>
          </p:cNvGraphicFramePr>
          <p:nvPr>
            <p:ph idx="1"/>
            <p:extLst>
              <p:ext uri="{D42A27DB-BD31-4B8C-83A1-F6EECF244321}">
                <p14:modId xmlns:p14="http://schemas.microsoft.com/office/powerpoint/2010/main" val="3570675383"/>
              </p:ext>
            </p:extLst>
          </p:nvPr>
        </p:nvGraphicFramePr>
        <p:xfrm>
          <a:off x="519435" y="1126756"/>
          <a:ext cx="11153130" cy="46286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feld 3">
            <a:extLst>
              <a:ext uri="{FF2B5EF4-FFF2-40B4-BE49-F238E27FC236}">
                <a16:creationId xmlns:a16="http://schemas.microsoft.com/office/drawing/2014/main" id="{ACDBD62F-20E2-65F2-2CCC-FC50EC5B594E}"/>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396722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graphicEl>
                                              <a:dgm id="{F87A4DA1-131C-4FE7-87DD-6E15BF4A49B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graphicEl>
                                              <a:dgm id="{83DDA903-073E-44F6-9440-5E0603973559}"/>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graphicEl>
                                              <a:dgm id="{AE4625AD-114E-48B6-AF03-7BC4C0171CA4}"/>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graphicEl>
                                              <a:dgm id="{39F890CE-790B-4453-9B7B-FEE5237762D4}"/>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graphicEl>
                                              <a:dgm id="{06557D02-BC4B-40DF-A31A-2FE20E4C9A05}"/>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graphicEl>
                                              <a:dgm id="{234A7F64-AF8F-437F-BE70-12A86671F52D}"/>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F6105-56A8-B3E7-0EF8-BDAFDFEA1734}"/>
            </a:ext>
          </a:extLst>
        </p:cNvPr>
        <p:cNvGrpSpPr/>
        <p:nvPr/>
      </p:nvGrpSpPr>
      <p:grpSpPr>
        <a:xfrm>
          <a:off x="0" y="0"/>
          <a:ext cx="0" cy="0"/>
          <a:chOff x="0" y="0"/>
          <a:chExt cx="0" cy="0"/>
        </a:xfrm>
      </p:grpSpPr>
      <p:sp>
        <p:nvSpPr>
          <p:cNvPr id="8" name="Inhaltsplatzhalter 7">
            <a:extLst>
              <a:ext uri="{FF2B5EF4-FFF2-40B4-BE49-F238E27FC236}">
                <a16:creationId xmlns:a16="http://schemas.microsoft.com/office/drawing/2014/main" id="{4C06E416-F8D4-2503-7FA3-20B8EE42632E}"/>
              </a:ext>
            </a:extLst>
          </p:cNvPr>
          <p:cNvSpPr>
            <a:spLocks noGrp="1"/>
          </p:cNvSpPr>
          <p:nvPr>
            <p:ph idx="1"/>
          </p:nvPr>
        </p:nvSpPr>
        <p:spPr/>
        <p:txBody>
          <a:bodyPr/>
          <a:lstStyle/>
          <a:p>
            <a:r>
              <a:rPr lang="de-DE" sz="8800"/>
              <a:t>The Challenge</a:t>
            </a:r>
          </a:p>
        </p:txBody>
      </p:sp>
    </p:spTree>
    <p:extLst>
      <p:ext uri="{BB962C8B-B14F-4D97-AF65-F5344CB8AC3E}">
        <p14:creationId xmlns:p14="http://schemas.microsoft.com/office/powerpoint/2010/main" val="3569956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B13C-2DB6-DB66-02FE-EA83BFDC3AF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D2839BF-6A27-45DF-3E81-C3CA155E95D1}"/>
              </a:ext>
            </a:extLst>
          </p:cNvPr>
          <p:cNvSpPr>
            <a:spLocks noGrp="1"/>
          </p:cNvSpPr>
          <p:nvPr>
            <p:ph type="title"/>
          </p:nvPr>
        </p:nvSpPr>
        <p:spPr/>
        <p:txBody>
          <a:bodyPr/>
          <a:lstStyle/>
          <a:p>
            <a:r>
              <a:rPr lang="de-CH"/>
              <a:t>Sensitive Areas?</a:t>
            </a:r>
          </a:p>
        </p:txBody>
      </p:sp>
      <p:graphicFrame>
        <p:nvGraphicFramePr>
          <p:cNvPr id="8" name="Inhaltsplatzhalter 7">
            <a:extLst>
              <a:ext uri="{FF2B5EF4-FFF2-40B4-BE49-F238E27FC236}">
                <a16:creationId xmlns:a16="http://schemas.microsoft.com/office/drawing/2014/main" id="{3D21ABD5-D3DC-A48E-35E2-84438374E5B5}"/>
              </a:ext>
            </a:extLst>
          </p:cNvPr>
          <p:cNvGraphicFramePr>
            <a:graphicFrameLocks noGrp="1"/>
          </p:cNvGraphicFramePr>
          <p:nvPr>
            <p:ph idx="1"/>
            <p:extLst>
              <p:ext uri="{D42A27DB-BD31-4B8C-83A1-F6EECF244321}">
                <p14:modId xmlns:p14="http://schemas.microsoft.com/office/powerpoint/2010/main" val="2905777150"/>
              </p:ext>
            </p:extLst>
          </p:nvPr>
        </p:nvGraphicFramePr>
        <p:xfrm>
          <a:off x="271463" y="871538"/>
          <a:ext cx="11650662" cy="5149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feld 2">
            <a:extLst>
              <a:ext uri="{FF2B5EF4-FFF2-40B4-BE49-F238E27FC236}">
                <a16:creationId xmlns:a16="http://schemas.microsoft.com/office/drawing/2014/main" id="{F3F3E4CC-9FE2-A4E2-66BB-FEB94ED7521E}"/>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352470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graphicEl>
                                              <a:dgm id="{D28EFF9D-651D-4791-B685-5649C831FF5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graphicEl>
                                              <a:dgm id="{4EC25512-7D52-4B39-A516-76E52027B59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graphicEl>
                                              <a:dgm id="{5A6301EE-4430-4C1D-AFD1-F8486E762B9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graphicEl>
                                              <a:dgm id="{EEAF8070-72A5-444B-BCAC-1E9D383A0ED7}"/>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graphicEl>
                                              <a:dgm id="{E2F90B0B-F4E6-4993-AC6B-D616A220A898}"/>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graphicEl>
                                              <a:dgm id="{293E9539-8089-4A81-B5A0-D7521F474B4F}"/>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graphicEl>
                                              <a:dgm id="{DE49FC3C-1BA3-4A1F-9939-6CBF2F054839}"/>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graphicEl>
                                              <a:dgm id="{8CB89EBC-309C-4439-9E21-B4D27641349F}"/>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graphicEl>
                                              <a:dgm id="{038CE2E9-096F-4686-8F3C-5E46A2F5BB7D}"/>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graphicEl>
                                              <a:dgm id="{9E02244B-B695-4500-8575-8CAD70F79580}"/>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graphicEl>
                                              <a:dgm id="{2EBE8A2B-C216-4EB9-921E-3DD94AEFF8D2}"/>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graphicEl>
                                              <a:dgm id="{98CB8BBE-C07C-4869-8B41-F78C9B63F2DD}"/>
                                            </p:graphic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graphicEl>
                                              <a:dgm id="{A4EB5F92-1321-4B6A-A0CB-91EB8384585B}"/>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graphicEl>
                                              <a:dgm id="{00BBA071-EAB0-4CE2-A166-362CC9F7ACC2}"/>
                                            </p:graphic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graphicEl>
                                              <a:dgm id="{08DBCA0B-B5B1-4BB5-A672-146111DCC8E8}"/>
                                            </p:graphic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graphicEl>
                                              <a:dgm id="{32019620-5D6C-45F7-BCDC-8AF3DBBA456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571841-2F59-EADC-2C2F-8EA460969F06}"/>
              </a:ext>
            </a:extLst>
          </p:cNvPr>
          <p:cNvSpPr>
            <a:spLocks noGrp="1"/>
          </p:cNvSpPr>
          <p:nvPr>
            <p:ph type="title"/>
          </p:nvPr>
        </p:nvSpPr>
        <p:spPr>
          <a:xfrm>
            <a:off x="273600" y="244799"/>
            <a:ext cx="10862960" cy="621975"/>
          </a:xfrm>
        </p:spPr>
        <p:txBody>
          <a:bodyPr/>
          <a:lstStyle/>
          <a:p>
            <a:r>
              <a:rPr lang="de-CH" err="1"/>
              <a:t>Croatian</a:t>
            </a:r>
            <a:r>
              <a:rPr lang="de-CH"/>
              <a:t> Diaspora – a </a:t>
            </a:r>
            <a:r>
              <a:rPr lang="de-CH" err="1"/>
              <a:t>very</a:t>
            </a:r>
            <a:r>
              <a:rPr lang="de-CH"/>
              <a:t> </a:t>
            </a:r>
            <a:r>
              <a:rPr lang="de-CH" err="1"/>
              <a:t>small</a:t>
            </a:r>
            <a:r>
              <a:rPr lang="de-CH"/>
              <a:t> </a:t>
            </a:r>
            <a:r>
              <a:rPr lang="de-CH" err="1"/>
              <a:t>communtiy</a:t>
            </a:r>
            <a:r>
              <a:rPr lang="de-CH"/>
              <a:t> and a </a:t>
            </a:r>
            <a:r>
              <a:rPr lang="de-CH" err="1"/>
              <a:t>strict</a:t>
            </a:r>
            <a:r>
              <a:rPr lang="de-CH"/>
              <a:t> </a:t>
            </a:r>
            <a:r>
              <a:rPr lang="de-CH" err="1"/>
              <a:t>hierarchy</a:t>
            </a:r>
            <a:endParaRPr lang="de-CH"/>
          </a:p>
        </p:txBody>
      </p:sp>
      <p:sp>
        <p:nvSpPr>
          <p:cNvPr id="3" name="Inhaltsplatzhalter 2">
            <a:extLst>
              <a:ext uri="{FF2B5EF4-FFF2-40B4-BE49-F238E27FC236}">
                <a16:creationId xmlns:a16="http://schemas.microsoft.com/office/drawing/2014/main" id="{BE6FF17C-1D30-0FC4-14D7-1853DAEFF784}"/>
              </a:ext>
            </a:extLst>
          </p:cNvPr>
          <p:cNvSpPr>
            <a:spLocks noGrp="1"/>
          </p:cNvSpPr>
          <p:nvPr>
            <p:ph sz="half" idx="1"/>
          </p:nvPr>
        </p:nvSpPr>
        <p:spPr>
          <a:xfrm>
            <a:off x="273600" y="785771"/>
            <a:ext cx="10646936" cy="1059053"/>
          </a:xfrm>
        </p:spPr>
        <p:txBody>
          <a:bodyPr/>
          <a:lstStyle/>
          <a:p>
            <a:pPr marL="285750" indent="-285750">
              <a:lnSpc>
                <a:spcPct val="117000"/>
              </a:lnSpc>
              <a:buFont typeface="Arial" panose="020B0604020202020204" pitchFamily="34" charset="0"/>
              <a:buChar char="•"/>
            </a:pPr>
            <a:r>
              <a:rPr lang="en-US"/>
              <a:t>Approx. 63,000 Croatians in Switzerland and 414,000 Croatians in Germany (see SBK /RKZ 2019, Graf 2019)</a:t>
            </a:r>
          </a:p>
          <a:p>
            <a:pPr marL="285750" indent="-285750">
              <a:lnSpc>
                <a:spcPct val="117000"/>
              </a:lnSpc>
              <a:buFont typeface="Arial" panose="020B0604020202020204" pitchFamily="34" charset="0"/>
              <a:buChar char="•"/>
            </a:pPr>
            <a:r>
              <a:rPr lang="en-US"/>
              <a:t>The Croatian missions are a sub-organization of the Roman Catholic Church in DE and CH</a:t>
            </a:r>
          </a:p>
          <a:p>
            <a:endParaRPr lang="de-CH"/>
          </a:p>
        </p:txBody>
      </p:sp>
      <p:pic>
        <p:nvPicPr>
          <p:cNvPr id="12" name="Inhaltsplatzhalter 11">
            <a:extLst>
              <a:ext uri="{FF2B5EF4-FFF2-40B4-BE49-F238E27FC236}">
                <a16:creationId xmlns:a16="http://schemas.microsoft.com/office/drawing/2014/main" id="{CC1BF470-B4EA-DCD4-69CA-118842D625E8}"/>
              </a:ext>
            </a:extLst>
          </p:cNvPr>
          <p:cNvPicPr>
            <a:picLocks noGrp="1" noChangeAspect="1"/>
          </p:cNvPicPr>
          <p:nvPr>
            <p:ph sz="half" idx="13"/>
          </p:nvPr>
        </p:nvPicPr>
        <p:blipFill>
          <a:blip r:embed="rId2" cstate="screen">
            <a:extLst>
              <a:ext uri="{28A0092B-C50C-407E-A947-70E740481C1C}">
                <a14:useLocalDpi xmlns:a14="http://schemas.microsoft.com/office/drawing/2010/main"/>
              </a:ext>
            </a:extLst>
          </a:blip>
          <a:stretch>
            <a:fillRect/>
          </a:stretch>
        </p:blipFill>
        <p:spPr>
          <a:xfrm>
            <a:off x="1775520" y="2132856"/>
            <a:ext cx="8936060" cy="3600400"/>
          </a:xfrm>
          <a:prstGeom prst="rect">
            <a:avLst/>
          </a:prstGeom>
        </p:spPr>
      </p:pic>
      <p:sp>
        <p:nvSpPr>
          <p:cNvPr id="13" name="Textfeld 12">
            <a:extLst>
              <a:ext uri="{FF2B5EF4-FFF2-40B4-BE49-F238E27FC236}">
                <a16:creationId xmlns:a16="http://schemas.microsoft.com/office/drawing/2014/main" id="{3C31EEA7-A3D3-50BF-7A67-071308B972EE}"/>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3272115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7970F-EDEF-C7F4-A233-659D25E4F3D3}"/>
            </a:ext>
          </a:extLst>
        </p:cNvPr>
        <p:cNvGrpSpPr/>
        <p:nvPr/>
      </p:nvGrpSpPr>
      <p:grpSpPr>
        <a:xfrm>
          <a:off x="0" y="0"/>
          <a:ext cx="0" cy="0"/>
          <a:chOff x="0" y="0"/>
          <a:chExt cx="0" cy="0"/>
        </a:xfrm>
      </p:grpSpPr>
      <p:sp>
        <p:nvSpPr>
          <p:cNvPr id="8" name="Inhaltsplatzhalter 7">
            <a:extLst>
              <a:ext uri="{FF2B5EF4-FFF2-40B4-BE49-F238E27FC236}">
                <a16:creationId xmlns:a16="http://schemas.microsoft.com/office/drawing/2014/main" id="{238CF79C-4C08-6C00-478C-F9EC34C33AC7}"/>
              </a:ext>
            </a:extLst>
          </p:cNvPr>
          <p:cNvSpPr>
            <a:spLocks noGrp="1"/>
          </p:cNvSpPr>
          <p:nvPr>
            <p:ph idx="1"/>
          </p:nvPr>
        </p:nvSpPr>
        <p:spPr/>
        <p:txBody>
          <a:bodyPr/>
          <a:lstStyle/>
          <a:p>
            <a:r>
              <a:rPr lang="de-DE" sz="8800"/>
              <a:t>Data </a:t>
            </a:r>
            <a:r>
              <a:rPr lang="de-DE" sz="8800" err="1"/>
              <a:t>Protection</a:t>
            </a:r>
            <a:endParaRPr lang="de-DE" sz="8800"/>
          </a:p>
        </p:txBody>
      </p:sp>
    </p:spTree>
    <p:extLst>
      <p:ext uri="{BB962C8B-B14F-4D97-AF65-F5344CB8AC3E}">
        <p14:creationId xmlns:p14="http://schemas.microsoft.com/office/powerpoint/2010/main" val="2938363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Bildplatzhalter 9">
            <a:extLst>
              <a:ext uri="{FF2B5EF4-FFF2-40B4-BE49-F238E27FC236}">
                <a16:creationId xmlns:a16="http://schemas.microsoft.com/office/drawing/2014/main" id="{60C44C88-EF5F-17CA-9F86-D85B53747996}"/>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269647" y="1953296"/>
            <a:ext cx="3765600" cy="3938588"/>
          </a:xfrm>
        </p:spPr>
      </p:pic>
      <p:pic>
        <p:nvPicPr>
          <p:cNvPr id="14" name="Bildplatzhalter 13">
            <a:extLst>
              <a:ext uri="{FF2B5EF4-FFF2-40B4-BE49-F238E27FC236}">
                <a16:creationId xmlns:a16="http://schemas.microsoft.com/office/drawing/2014/main" id="{374E9ABA-EE69-7DD7-3C1F-DF84912ACDC7}"/>
              </a:ext>
            </a:extLst>
          </p:cNvPr>
          <p:cNvPicPr>
            <a:picLocks noGrp="1" noChangeAspect="1"/>
          </p:cNvPicPr>
          <p:nvPr>
            <p:ph type="pic" sz="quarter" idx="18"/>
          </p:nvPr>
        </p:nvPicPr>
        <p:blipFill>
          <a:blip r:embed="rId3" cstate="screen">
            <a:extLst>
              <a:ext uri="{28A0092B-C50C-407E-A947-70E740481C1C}">
                <a14:useLocalDpi xmlns:a14="http://schemas.microsoft.com/office/drawing/2010/main"/>
              </a:ext>
            </a:extLst>
          </a:blip>
          <a:srcRect/>
          <a:stretch>
            <a:fillRect/>
          </a:stretch>
        </p:blipFill>
        <p:spPr>
          <a:xfrm>
            <a:off x="8167257" y="1953296"/>
            <a:ext cx="3765600" cy="3938588"/>
          </a:xfrm>
        </p:spPr>
      </p:pic>
      <p:sp>
        <p:nvSpPr>
          <p:cNvPr id="5" name="Inhaltsplatzhalter 4">
            <a:extLst>
              <a:ext uri="{FF2B5EF4-FFF2-40B4-BE49-F238E27FC236}">
                <a16:creationId xmlns:a16="http://schemas.microsoft.com/office/drawing/2014/main" id="{70ACBF55-96E6-C208-FAD3-A8C6F83317DA}"/>
              </a:ext>
            </a:extLst>
          </p:cNvPr>
          <p:cNvSpPr>
            <a:spLocks noGrp="1"/>
          </p:cNvSpPr>
          <p:nvPr>
            <p:ph idx="1"/>
          </p:nvPr>
        </p:nvSpPr>
        <p:spPr/>
        <p:txBody>
          <a:bodyPr/>
          <a:lstStyle/>
          <a:p>
            <a:r>
              <a:rPr lang="de-CH" b="1"/>
              <a:t>Declaration </a:t>
            </a:r>
            <a:r>
              <a:rPr lang="de-CH" b="1" err="1"/>
              <a:t>of</a:t>
            </a:r>
            <a:r>
              <a:rPr lang="de-CH" b="1"/>
              <a:t> </a:t>
            </a:r>
            <a:r>
              <a:rPr lang="de-CH" b="1" err="1"/>
              <a:t>Consent</a:t>
            </a:r>
            <a:endParaRPr lang="de-CH" b="1"/>
          </a:p>
          <a:p>
            <a:pPr marL="285750" indent="-285750">
              <a:buFontTx/>
              <a:buChar char="-"/>
            </a:pPr>
            <a:r>
              <a:rPr lang="de-CH" err="1"/>
              <a:t>Signature</a:t>
            </a:r>
            <a:endParaRPr lang="de-CH"/>
          </a:p>
          <a:p>
            <a:pPr marL="285750" indent="-285750">
              <a:buFontTx/>
              <a:buChar char="-"/>
            </a:pPr>
            <a:r>
              <a:rPr lang="de-CH"/>
              <a:t>Verbal </a:t>
            </a:r>
            <a:r>
              <a:rPr lang="de-CH" err="1"/>
              <a:t>confirmation</a:t>
            </a:r>
            <a:endParaRPr lang="de-CH"/>
          </a:p>
        </p:txBody>
      </p:sp>
      <p:sp>
        <p:nvSpPr>
          <p:cNvPr id="6" name="Titel 5">
            <a:extLst>
              <a:ext uri="{FF2B5EF4-FFF2-40B4-BE49-F238E27FC236}">
                <a16:creationId xmlns:a16="http://schemas.microsoft.com/office/drawing/2014/main" id="{7D5D04E3-44BA-9B11-2B20-4CA44366AF9C}"/>
              </a:ext>
            </a:extLst>
          </p:cNvPr>
          <p:cNvSpPr>
            <a:spLocks noGrp="1"/>
          </p:cNvSpPr>
          <p:nvPr>
            <p:ph type="title"/>
          </p:nvPr>
        </p:nvSpPr>
        <p:spPr/>
        <p:txBody>
          <a:bodyPr/>
          <a:lstStyle/>
          <a:p>
            <a:r>
              <a:rPr lang="de-CH" err="1"/>
              <a:t>Measures</a:t>
            </a:r>
            <a:endParaRPr lang="de-CH"/>
          </a:p>
        </p:txBody>
      </p:sp>
      <p:sp>
        <p:nvSpPr>
          <p:cNvPr id="7" name="Inhaltsplatzhalter 6">
            <a:extLst>
              <a:ext uri="{FF2B5EF4-FFF2-40B4-BE49-F238E27FC236}">
                <a16:creationId xmlns:a16="http://schemas.microsoft.com/office/drawing/2014/main" id="{E3BFF0E0-A33D-C258-9872-9B3DE68683D7}"/>
              </a:ext>
            </a:extLst>
          </p:cNvPr>
          <p:cNvSpPr>
            <a:spLocks noGrp="1"/>
          </p:cNvSpPr>
          <p:nvPr>
            <p:ph idx="19"/>
          </p:nvPr>
        </p:nvSpPr>
        <p:spPr/>
        <p:txBody>
          <a:bodyPr/>
          <a:lstStyle/>
          <a:p>
            <a:r>
              <a:rPr lang="de-CH" b="1"/>
              <a:t>Digital Encryption</a:t>
            </a:r>
          </a:p>
          <a:p>
            <a:pPr marL="285750" indent="-285750">
              <a:buFontTx/>
              <a:buChar char="-"/>
            </a:pPr>
            <a:r>
              <a:rPr lang="de-CH"/>
              <a:t>Cloud / NAS</a:t>
            </a:r>
          </a:p>
          <a:p>
            <a:pPr marL="285750" indent="-285750">
              <a:buFontTx/>
              <a:buChar char="-"/>
            </a:pPr>
            <a:r>
              <a:rPr lang="de-CH"/>
              <a:t>Passwords</a:t>
            </a:r>
          </a:p>
        </p:txBody>
      </p:sp>
      <p:sp>
        <p:nvSpPr>
          <p:cNvPr id="8" name="Inhaltsplatzhalter 7">
            <a:extLst>
              <a:ext uri="{FF2B5EF4-FFF2-40B4-BE49-F238E27FC236}">
                <a16:creationId xmlns:a16="http://schemas.microsoft.com/office/drawing/2014/main" id="{AA5B0434-2A17-5537-82EF-F8D60CD59A0D}"/>
              </a:ext>
            </a:extLst>
          </p:cNvPr>
          <p:cNvSpPr>
            <a:spLocks noGrp="1"/>
          </p:cNvSpPr>
          <p:nvPr>
            <p:ph idx="20"/>
          </p:nvPr>
        </p:nvSpPr>
        <p:spPr/>
        <p:txBody>
          <a:bodyPr/>
          <a:lstStyle/>
          <a:p>
            <a:r>
              <a:rPr lang="de-CH" b="1" err="1"/>
              <a:t>Anonymization</a:t>
            </a:r>
            <a:endParaRPr lang="de-CH" b="1"/>
          </a:p>
          <a:p>
            <a:pPr marL="285750" indent="-285750">
              <a:buFontTx/>
              <a:buChar char="-"/>
            </a:pPr>
            <a:r>
              <a:rPr lang="de-CH"/>
              <a:t>Data Description</a:t>
            </a:r>
          </a:p>
          <a:p>
            <a:pPr marL="285750" indent="-285750">
              <a:buFontTx/>
              <a:buChar char="-"/>
            </a:pPr>
            <a:r>
              <a:rPr lang="de-CH"/>
              <a:t>Interviews</a:t>
            </a:r>
          </a:p>
        </p:txBody>
      </p:sp>
      <p:sp>
        <p:nvSpPr>
          <p:cNvPr id="19" name="Textfeld 18">
            <a:extLst>
              <a:ext uri="{FF2B5EF4-FFF2-40B4-BE49-F238E27FC236}">
                <a16:creationId xmlns:a16="http://schemas.microsoft.com/office/drawing/2014/main" id="{5220715E-92B4-2242-2409-C98B0F14C515}"/>
              </a:ext>
            </a:extLst>
          </p:cNvPr>
          <p:cNvSpPr txBox="1"/>
          <p:nvPr/>
        </p:nvSpPr>
        <p:spPr>
          <a:xfrm>
            <a:off x="8167973" y="6006680"/>
            <a:ext cx="3765600" cy="135743"/>
          </a:xfrm>
          <a:prstGeom prst="rect">
            <a:avLst/>
          </a:prstGeom>
          <a:noFill/>
        </p:spPr>
        <p:txBody>
          <a:bodyPr wrap="square" lIns="0" tIns="0" rIns="0" bIns="0" rtlCol="0" anchor="t">
            <a:spAutoFit/>
          </a:bodyPr>
          <a:lstStyle/>
          <a:p>
            <a:r>
              <a:rPr lang="de-CH" sz="900">
                <a:ea typeface="Source Sans Pro"/>
              </a:rPr>
              <a:t>Foto: </a:t>
            </a:r>
            <a:r>
              <a:rPr lang="de-CH" sz="900">
                <a:ea typeface="Source Sans Pro"/>
                <a:hlinkClick r:id="rId4"/>
              </a:rPr>
              <a:t>Unsplash</a:t>
            </a:r>
            <a:endParaRPr lang="de-CH" sz="900">
              <a:ea typeface="Source Sans Pro"/>
            </a:endParaRPr>
          </a:p>
        </p:txBody>
      </p:sp>
      <p:sp>
        <p:nvSpPr>
          <p:cNvPr id="20" name="Textfeld 19">
            <a:extLst>
              <a:ext uri="{FF2B5EF4-FFF2-40B4-BE49-F238E27FC236}">
                <a16:creationId xmlns:a16="http://schemas.microsoft.com/office/drawing/2014/main" id="{7C4D23DA-8493-2E37-CBEF-F7AF8FB6DAE5}"/>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pic>
        <p:nvPicPr>
          <p:cNvPr id="4" name="Picture Placeholder 3">
            <a:extLst>
              <a:ext uri="{FF2B5EF4-FFF2-40B4-BE49-F238E27FC236}">
                <a16:creationId xmlns:a16="http://schemas.microsoft.com/office/drawing/2014/main" id="{63595A27-07F2-3B51-A7FF-A9D99201DD4E}"/>
              </a:ext>
            </a:extLst>
          </p:cNvPr>
          <p:cNvPicPr>
            <a:picLocks noGrp="1" noChangeAspect="1"/>
          </p:cNvPicPr>
          <p:nvPr>
            <p:ph type="pic" sz="quarter" idx="17"/>
          </p:nvPr>
        </p:nvPicPr>
        <p:blipFill>
          <a:blip r:embed="rId5" cstate="screen">
            <a:extLst>
              <a:ext uri="{28A0092B-C50C-407E-A947-70E740481C1C}">
                <a14:useLocalDpi xmlns:a14="http://schemas.microsoft.com/office/drawing/2010/main"/>
              </a:ext>
            </a:extLst>
          </a:blip>
          <a:srcRect/>
          <a:stretch/>
        </p:blipFill>
        <p:spPr>
          <a:xfrm>
            <a:off x="4207720" y="1953296"/>
            <a:ext cx="3765600" cy="3938588"/>
          </a:xfrm>
        </p:spPr>
      </p:pic>
      <p:sp>
        <p:nvSpPr>
          <p:cNvPr id="2" name="TextBox 1">
            <a:extLst>
              <a:ext uri="{FF2B5EF4-FFF2-40B4-BE49-F238E27FC236}">
                <a16:creationId xmlns:a16="http://schemas.microsoft.com/office/drawing/2014/main" id="{9E108C51-87A1-F555-04FD-AF7438C9634B}"/>
              </a:ext>
            </a:extLst>
          </p:cNvPr>
          <p:cNvSpPr txBox="1"/>
          <p:nvPr/>
        </p:nvSpPr>
        <p:spPr>
          <a:xfrm>
            <a:off x="4201583" y="6000749"/>
            <a:ext cx="2910416" cy="1357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de-CH" sz="900">
                <a:ea typeface="Source Sans Pro"/>
              </a:rPr>
              <a:t>Foto: </a:t>
            </a:r>
            <a:r>
              <a:rPr lang="de-CH" sz="900">
                <a:ea typeface="Source Sans Pro"/>
                <a:hlinkClick r:id="rId6"/>
              </a:rPr>
              <a:t>Unsplash</a:t>
            </a:r>
            <a:endParaRPr lang="de-CH" sz="900">
              <a:ea typeface="Source Sans Pro"/>
            </a:endParaRPr>
          </a:p>
        </p:txBody>
      </p:sp>
    </p:spTree>
    <p:extLst>
      <p:ext uri="{BB962C8B-B14F-4D97-AF65-F5344CB8AC3E}">
        <p14:creationId xmlns:p14="http://schemas.microsoft.com/office/powerpoint/2010/main" val="112602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7E818-201C-7B1D-A24C-B43CD013AA9C}"/>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52A383A4-3B8B-69D8-A590-B62CC4DAB62F}"/>
              </a:ext>
            </a:extLst>
          </p:cNvPr>
          <p:cNvSpPr>
            <a:spLocks noGrp="1"/>
          </p:cNvSpPr>
          <p:nvPr>
            <p:ph type="title"/>
          </p:nvPr>
        </p:nvSpPr>
        <p:spPr/>
        <p:txBody>
          <a:bodyPr/>
          <a:lstStyle/>
          <a:p>
            <a:r>
              <a:rPr lang="de-CH" err="1"/>
              <a:t>Good</a:t>
            </a:r>
            <a:r>
              <a:rPr lang="de-CH"/>
              <a:t> </a:t>
            </a:r>
            <a:r>
              <a:rPr lang="de-CH" err="1"/>
              <a:t>Examples</a:t>
            </a:r>
            <a:endParaRPr lang="de-CH"/>
          </a:p>
        </p:txBody>
      </p:sp>
      <p:sp>
        <p:nvSpPr>
          <p:cNvPr id="9" name="Inhaltsplatzhalter 8">
            <a:extLst>
              <a:ext uri="{FF2B5EF4-FFF2-40B4-BE49-F238E27FC236}">
                <a16:creationId xmlns:a16="http://schemas.microsoft.com/office/drawing/2014/main" id="{669DF05B-CE0E-BCD0-4B38-BA4E250AFEB8}"/>
              </a:ext>
            </a:extLst>
          </p:cNvPr>
          <p:cNvSpPr>
            <a:spLocks noGrp="1"/>
          </p:cNvSpPr>
          <p:nvPr>
            <p:ph sz="half" idx="1"/>
          </p:nvPr>
        </p:nvSpPr>
        <p:spPr/>
        <p:txBody>
          <a:bodyPr/>
          <a:lstStyle/>
          <a:p>
            <a:r>
              <a:rPr lang="en-US" sz="1800">
                <a:solidFill>
                  <a:srgbClr val="000000"/>
                </a:solidFill>
                <a:effectLst/>
                <a:highlight>
                  <a:srgbClr val="FFFF00"/>
                </a:highlight>
                <a:ea typeface="Times New Roman" panose="02020603050405020304" pitchFamily="18" charset="0"/>
                <a:cs typeface="Arial" panose="020B0604020202020204" pitchFamily="34" charset="0"/>
              </a:rPr>
              <a:t>1 B:</a:t>
            </a:r>
            <a:r>
              <a:rPr lang="en-US" sz="1800">
                <a:solidFill>
                  <a:srgbClr val="000000"/>
                </a:solidFill>
                <a:effectLst/>
                <a:ea typeface="Times New Roman" panose="02020603050405020304" pitchFamily="18" charset="0"/>
                <a:cs typeface="Arial" panose="020B0604020202020204" pitchFamily="34" charset="0"/>
              </a:rPr>
              <a:t> Um (...) I think that everything that is done in the congregation, um, just in terms of the church service and how people are with each other, I think it's quite similar. What I think makes this congregation special, which is also a difference, in Croatia below it's all Croats and um, in a village it's all Croats, and in a village everyone comes to the village church and it's just that not everyone from [</a:t>
            </a:r>
            <a:r>
              <a:rPr lang="en-US" sz="1800">
                <a:solidFill>
                  <a:srgbClr val="000000"/>
                </a:solidFill>
                <a:effectLst/>
                <a:highlight>
                  <a:srgbClr val="FFFF00"/>
                </a:highlight>
                <a:ea typeface="Times New Roman" panose="02020603050405020304" pitchFamily="18" charset="0"/>
                <a:cs typeface="Arial" panose="020B0604020202020204" pitchFamily="34" charset="0"/>
              </a:rPr>
              <a:t>town in Switzerland</a:t>
            </a:r>
            <a:r>
              <a:rPr lang="en-US" sz="1800">
                <a:solidFill>
                  <a:srgbClr val="000000"/>
                </a:solidFill>
                <a:effectLst/>
                <a:ea typeface="Times New Roman" panose="02020603050405020304" pitchFamily="18" charset="0"/>
                <a:cs typeface="Arial" panose="020B0604020202020204" pitchFamily="34" charset="0"/>
              </a:rPr>
              <a:t>] comes to this church now, but there are also people, who come from </a:t>
            </a:r>
            <a:r>
              <a:rPr lang="en-US" sz="1800">
                <a:solidFill>
                  <a:srgbClr val="000000"/>
                </a:solidFill>
                <a:effectLst/>
                <a:highlight>
                  <a:srgbClr val="FFFF00"/>
                </a:highlight>
                <a:ea typeface="Times New Roman" panose="02020603050405020304" pitchFamily="18" charset="0"/>
                <a:cs typeface="Arial" panose="020B0604020202020204" pitchFamily="34" charset="0"/>
              </a:rPr>
              <a:t>[big city in Switzerland]</a:t>
            </a:r>
            <a:r>
              <a:rPr lang="en-US" sz="1800">
                <a:solidFill>
                  <a:srgbClr val="000000"/>
                </a:solidFill>
                <a:effectLst/>
                <a:ea typeface="Times New Roman" panose="02020603050405020304" pitchFamily="18" charset="0"/>
                <a:cs typeface="Arial" panose="020B0604020202020204" pitchFamily="34" charset="0"/>
              </a:rPr>
              <a:t>, who come from [</a:t>
            </a:r>
            <a:r>
              <a:rPr lang="en-US" sz="1800">
                <a:solidFill>
                  <a:srgbClr val="000000"/>
                </a:solidFill>
                <a:effectLst/>
                <a:highlight>
                  <a:srgbClr val="FFFF00"/>
                </a:highlight>
                <a:ea typeface="Times New Roman" panose="02020603050405020304" pitchFamily="18" charset="0"/>
                <a:cs typeface="Arial" panose="020B0604020202020204" pitchFamily="34" charset="0"/>
              </a:rPr>
              <a:t>city in Switzerland</a:t>
            </a:r>
            <a:r>
              <a:rPr lang="en-US" sz="1800">
                <a:solidFill>
                  <a:srgbClr val="000000"/>
                </a:solidFill>
                <a:effectLst/>
                <a:ea typeface="Times New Roman" panose="02020603050405020304" pitchFamily="18" charset="0"/>
                <a:cs typeface="Arial" panose="020B0604020202020204" pitchFamily="34" charset="0"/>
              </a:rPr>
              <a:t>] and what makes this community special, I think, are these events that are organized to promote cohesion, because they are all a bit spread out, not all in one place, like in Croatia now. Um, yes, I just think it's nice that they try to stick together, to show: "Hey, look, we're more than just this here now", um, yes, so just (.) that they try to bring everything together, all in one place (.) and so yes. </a:t>
            </a:r>
            <a:r>
              <a:rPr lang="de-CH" sz="1800">
                <a:solidFill>
                  <a:srgbClr val="000000"/>
                </a:solidFill>
                <a:effectLst/>
                <a:ea typeface="Times New Roman" panose="02020603050405020304" pitchFamily="18" charset="0"/>
                <a:cs typeface="Arial" panose="020B0604020202020204" pitchFamily="34" charset="0"/>
              </a:rPr>
              <a:t>(..) #00:17:17-8#</a:t>
            </a:r>
            <a:endParaRPr lang="de-CH" sz="1800">
              <a:effectLst/>
              <a:ea typeface="Times New Roman" panose="02020603050405020304" pitchFamily="18" charset="0"/>
              <a:cs typeface="Arial" panose="020B0604020202020204" pitchFamily="34" charset="0"/>
            </a:endParaRPr>
          </a:p>
          <a:p>
            <a:endParaRPr lang="de-CH"/>
          </a:p>
        </p:txBody>
      </p:sp>
      <p:sp>
        <p:nvSpPr>
          <p:cNvPr id="10" name="Inhaltsplatzhalter 9">
            <a:extLst>
              <a:ext uri="{FF2B5EF4-FFF2-40B4-BE49-F238E27FC236}">
                <a16:creationId xmlns:a16="http://schemas.microsoft.com/office/drawing/2014/main" id="{9D29FF45-8348-8C55-B152-B6041B078F26}"/>
              </a:ext>
            </a:extLst>
          </p:cNvPr>
          <p:cNvSpPr>
            <a:spLocks noGrp="1"/>
          </p:cNvSpPr>
          <p:nvPr>
            <p:ph sz="half" idx="13"/>
          </p:nvPr>
        </p:nvSpPr>
        <p:spPr>
          <a:xfrm>
            <a:off x="6197600" y="866774"/>
            <a:ext cx="5722937" cy="5357814"/>
          </a:xfrm>
        </p:spPr>
        <p:txBody>
          <a:bodyPr/>
          <a:lstStyle/>
          <a:p>
            <a:pPr>
              <a:lnSpc>
                <a:spcPct val="107000"/>
              </a:lnSpc>
              <a:spcAft>
                <a:spcPts val="800"/>
              </a:spcAft>
            </a:pPr>
            <a:r>
              <a:rPr lang="en-US" sz="1800">
                <a:effectLst/>
                <a:ea typeface="Times New Roman" panose="02020603050405020304" pitchFamily="18" charset="0"/>
                <a:cs typeface="Arial" panose="020B0604020202020204" pitchFamily="34" charset="0"/>
              </a:rPr>
              <a:t>I: Are you still planning to maybe join a club here in Switzerland? #00:30:52-5#</a:t>
            </a:r>
            <a:endParaRPr lang="de-CH" sz="1800">
              <a:effectLst/>
              <a:ea typeface="Times New Roman" panose="02020603050405020304" pitchFamily="18" charset="0"/>
              <a:cs typeface="Arial" panose="020B0604020202020204" pitchFamily="34" charset="0"/>
            </a:endParaRPr>
          </a:p>
          <a:p>
            <a:pPr>
              <a:lnSpc>
                <a:spcPct val="107000"/>
              </a:lnSpc>
              <a:spcAft>
                <a:spcPts val="800"/>
              </a:spcAft>
            </a:pPr>
            <a:r>
              <a:rPr lang="en-US" sz="1800">
                <a:effectLst/>
                <a:ea typeface="Times New Roman" panose="02020603050405020304" pitchFamily="18" charset="0"/>
                <a:cs typeface="Arial" panose="020B0604020202020204" pitchFamily="34" charset="0"/>
              </a:rPr>
              <a:t> </a:t>
            </a:r>
            <a:endParaRPr lang="de-CH" sz="1800">
              <a:effectLst/>
              <a:ea typeface="Times New Roman" panose="02020603050405020304" pitchFamily="18" charset="0"/>
              <a:cs typeface="Arial" panose="020B0604020202020204" pitchFamily="34" charset="0"/>
            </a:endParaRPr>
          </a:p>
          <a:p>
            <a:pPr>
              <a:lnSpc>
                <a:spcPct val="107000"/>
              </a:lnSpc>
              <a:spcAft>
                <a:spcPts val="800"/>
              </a:spcAft>
            </a:pPr>
            <a:r>
              <a:rPr lang="en-US" sz="1800">
                <a:effectLst/>
                <a:highlight>
                  <a:srgbClr val="FFFF00"/>
                </a:highlight>
                <a:ea typeface="Times New Roman" panose="02020603050405020304" pitchFamily="18" charset="0"/>
                <a:cs typeface="Arial" panose="020B0604020202020204" pitchFamily="34" charset="0"/>
              </a:rPr>
              <a:t>G</a:t>
            </a:r>
            <a:r>
              <a:rPr lang="en-US" sz="1800">
                <a:effectLst/>
                <a:ea typeface="Times New Roman" panose="02020603050405020304" pitchFamily="18" charset="0"/>
                <a:cs typeface="Arial" panose="020B0604020202020204" pitchFamily="34" charset="0"/>
              </a:rPr>
              <a:t>: I would like to, but </a:t>
            </a:r>
            <a:r>
              <a:rPr lang="en-US" sz="1800">
                <a:effectLst/>
                <a:highlight>
                  <a:srgbClr val="FFFF00"/>
                </a:highlight>
                <a:ea typeface="Times New Roman" panose="02020603050405020304" pitchFamily="18" charset="0"/>
                <a:cs typeface="Arial" panose="020B0604020202020204" pitchFamily="34" charset="0"/>
              </a:rPr>
              <a:t>[proper name university]</a:t>
            </a:r>
            <a:r>
              <a:rPr lang="en-US" sz="1800">
                <a:effectLst/>
                <a:ea typeface="Times New Roman" panose="02020603050405020304" pitchFamily="18" charset="0"/>
                <a:cs typeface="Arial" panose="020B0604020202020204" pitchFamily="34" charset="0"/>
              </a:rPr>
              <a:t> takes up my free time. I'm trying to play at least </a:t>
            </a:r>
            <a:r>
              <a:rPr lang="en-US" sz="1800">
                <a:effectLst/>
                <a:highlight>
                  <a:srgbClr val="FFFF00"/>
                </a:highlight>
                <a:ea typeface="Times New Roman" panose="02020603050405020304" pitchFamily="18" charset="0"/>
                <a:cs typeface="Arial" panose="020B0604020202020204" pitchFamily="34" charset="0"/>
              </a:rPr>
              <a:t>[sport]</a:t>
            </a:r>
            <a:r>
              <a:rPr lang="en-US" sz="1800">
                <a:effectLst/>
                <a:ea typeface="Times New Roman" panose="02020603050405020304" pitchFamily="18" charset="0"/>
                <a:cs typeface="Arial" panose="020B0604020202020204" pitchFamily="34" charset="0"/>
              </a:rPr>
              <a:t> with my friend or go to the gym. That's- or sometimes go to the movies but yes that's […]</a:t>
            </a:r>
            <a:endParaRPr lang="de-CH" sz="1800">
              <a:effectLst/>
              <a:ea typeface="Times New Roman" panose="02020603050405020304" pitchFamily="18" charset="0"/>
              <a:cs typeface="Arial" panose="020B0604020202020204" pitchFamily="34" charset="0"/>
            </a:endParaRPr>
          </a:p>
          <a:p>
            <a:endParaRPr lang="de-CH"/>
          </a:p>
        </p:txBody>
      </p:sp>
      <p:sp>
        <p:nvSpPr>
          <p:cNvPr id="12" name="Textfeld 11">
            <a:extLst>
              <a:ext uri="{FF2B5EF4-FFF2-40B4-BE49-F238E27FC236}">
                <a16:creationId xmlns:a16="http://schemas.microsoft.com/office/drawing/2014/main" id="{9A64F8CD-D404-318F-BFEA-9AB525D98635}"/>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108841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80B9-E912-18A2-BD75-9B774A7B4C33}"/>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A3C3BB5D-4CAF-F97F-E3BC-E3167DBB55A3}"/>
              </a:ext>
            </a:extLst>
          </p:cNvPr>
          <p:cNvSpPr>
            <a:spLocks noGrp="1"/>
          </p:cNvSpPr>
          <p:nvPr>
            <p:ph type="title"/>
          </p:nvPr>
        </p:nvSpPr>
        <p:spPr/>
        <p:txBody>
          <a:bodyPr/>
          <a:lstStyle/>
          <a:p>
            <a:r>
              <a:rPr lang="de-CH"/>
              <a:t>Critical </a:t>
            </a:r>
            <a:r>
              <a:rPr lang="de-CH" err="1"/>
              <a:t>Examples</a:t>
            </a:r>
            <a:endParaRPr lang="de-CH"/>
          </a:p>
        </p:txBody>
      </p:sp>
      <p:sp>
        <p:nvSpPr>
          <p:cNvPr id="9" name="Inhaltsplatzhalter 8">
            <a:extLst>
              <a:ext uri="{FF2B5EF4-FFF2-40B4-BE49-F238E27FC236}">
                <a16:creationId xmlns:a16="http://schemas.microsoft.com/office/drawing/2014/main" id="{08495D6F-67D3-CD86-85E8-07656A2097FF}"/>
              </a:ext>
            </a:extLst>
          </p:cNvPr>
          <p:cNvSpPr>
            <a:spLocks noGrp="1"/>
          </p:cNvSpPr>
          <p:nvPr>
            <p:ph sz="half" idx="1"/>
          </p:nvPr>
        </p:nvSpPr>
        <p:spPr/>
        <p:txBody>
          <a:bodyPr/>
          <a:lstStyle/>
          <a:p>
            <a:pPr>
              <a:lnSpc>
                <a:spcPct val="107000"/>
              </a:lnSpc>
              <a:spcAft>
                <a:spcPts val="800"/>
              </a:spcAft>
            </a:pPr>
            <a:r>
              <a:rPr lang="en-US" sz="1800">
                <a:effectLst/>
                <a:highlight>
                  <a:srgbClr val="FFFF00"/>
                </a:highlight>
                <a:ea typeface="Times New Roman" panose="02020603050405020304" pitchFamily="18" charset="0"/>
                <a:cs typeface="HelveticaNeue"/>
              </a:rPr>
              <a:t>B: </a:t>
            </a:r>
            <a:r>
              <a:rPr lang="en-US" sz="1800" err="1">
                <a:effectLst/>
                <a:ea typeface="Times New Roman" panose="02020603050405020304" pitchFamily="18" charset="0"/>
                <a:cs typeface="HelveticaNeue"/>
              </a:rPr>
              <a:t>Mhm</a:t>
            </a:r>
            <a:r>
              <a:rPr lang="en-US" sz="1800">
                <a:effectLst/>
                <a:ea typeface="Times New Roman" panose="02020603050405020304" pitchFamily="18" charset="0"/>
                <a:cs typeface="HelveticaNeue"/>
              </a:rPr>
              <a:t>. Yes, so my name is </a:t>
            </a:r>
            <a:r>
              <a:rPr lang="en-US" sz="1800">
                <a:effectLst/>
                <a:highlight>
                  <a:srgbClr val="FFFF00"/>
                </a:highlight>
                <a:ea typeface="Times New Roman" panose="02020603050405020304" pitchFamily="18" charset="0"/>
                <a:cs typeface="HelveticaNeue"/>
              </a:rPr>
              <a:t>[proper name</a:t>
            </a:r>
            <a:r>
              <a:rPr lang="en-US" sz="1800">
                <a:effectLst/>
                <a:ea typeface="Times New Roman" panose="02020603050405020304" pitchFamily="18" charset="0"/>
                <a:cs typeface="HelveticaNeue"/>
              </a:rPr>
              <a:t>] and </a:t>
            </a:r>
            <a:r>
              <a:rPr lang="en-US" sz="1800">
                <a:effectLst/>
                <a:highlight>
                  <a:srgbClr val="00FFFF"/>
                </a:highlight>
                <a:ea typeface="Times New Roman" panose="02020603050405020304" pitchFamily="18" charset="0"/>
                <a:cs typeface="HelveticaNeue"/>
              </a:rPr>
              <a:t>I was born in 1980. I moved to Switzerland during the war in my home country</a:t>
            </a:r>
            <a:r>
              <a:rPr lang="en-US" sz="1800">
                <a:effectLst/>
                <a:ea typeface="Times New Roman" panose="02020603050405020304" pitchFamily="18" charset="0"/>
                <a:cs typeface="HelveticaNeue"/>
              </a:rPr>
              <a:t>, Croatia. Because my father worked there, didn't he? And uh before I needed (hobby) ne? Because I also worked in the </a:t>
            </a:r>
            <a:r>
              <a:rPr lang="en-US" sz="1800">
                <a:effectLst/>
                <a:highlight>
                  <a:srgbClr val="00FFFF"/>
                </a:highlight>
                <a:ea typeface="Times New Roman" panose="02020603050405020304" pitchFamily="18" charset="0"/>
                <a:cs typeface="HelveticaNeue"/>
              </a:rPr>
              <a:t>Franciscan monastery</a:t>
            </a:r>
            <a:r>
              <a:rPr lang="en-US" sz="1800">
                <a:effectLst/>
                <a:ea typeface="Times New Roman" panose="02020603050405020304" pitchFamily="18" charset="0"/>
                <a:cs typeface="HelveticaNeue"/>
              </a:rPr>
              <a:t> in </a:t>
            </a:r>
            <a:r>
              <a:rPr lang="en-US" sz="1800">
                <a:effectLst/>
                <a:highlight>
                  <a:srgbClr val="FFFF00"/>
                </a:highlight>
                <a:ea typeface="Times New Roman" panose="02020603050405020304" pitchFamily="18" charset="0"/>
                <a:cs typeface="HelveticaNeue"/>
              </a:rPr>
              <a:t>[Swiss city] </a:t>
            </a:r>
            <a:r>
              <a:rPr lang="en-US" sz="1800">
                <a:effectLst/>
                <a:ea typeface="Times New Roman" panose="02020603050405020304" pitchFamily="18" charset="0"/>
                <a:cs typeface="HelveticaNeue"/>
              </a:rPr>
              <a:t>//</a:t>
            </a:r>
            <a:r>
              <a:rPr lang="en-US" sz="1800" err="1">
                <a:effectLst/>
                <a:ea typeface="Times New Roman" panose="02020603050405020304" pitchFamily="18" charset="0"/>
                <a:cs typeface="HelveticaNeue"/>
              </a:rPr>
              <a:t>Mhm</a:t>
            </a:r>
            <a:r>
              <a:rPr lang="en-US" sz="1800">
                <a:effectLst/>
                <a:ea typeface="Times New Roman" panose="02020603050405020304" pitchFamily="18" charset="0"/>
                <a:cs typeface="HelveticaNeue"/>
              </a:rPr>
              <a:t>.//. </a:t>
            </a:r>
            <a:r>
              <a:rPr lang="de-CH" sz="1800">
                <a:effectLst/>
                <a:ea typeface="Times New Roman" panose="02020603050405020304" pitchFamily="18" charset="0"/>
                <a:cs typeface="HelveticaNeue"/>
              </a:rPr>
              <a:t>I </a:t>
            </a:r>
            <a:r>
              <a:rPr lang="de-CH" sz="1800" err="1">
                <a:effectLst/>
                <a:ea typeface="Times New Roman" panose="02020603050405020304" pitchFamily="18" charset="0"/>
                <a:cs typeface="HelveticaNeue"/>
              </a:rPr>
              <a:t>wanted</a:t>
            </a:r>
            <a:r>
              <a:rPr lang="de-CH" sz="1800">
                <a:effectLst/>
                <a:ea typeface="Times New Roman" panose="02020603050405020304" pitchFamily="18" charset="0"/>
                <a:cs typeface="HelveticaNeue"/>
              </a:rPr>
              <a:t> </a:t>
            </a:r>
            <a:r>
              <a:rPr lang="de-CH" sz="1800" err="1">
                <a:effectLst/>
                <a:ea typeface="Times New Roman" panose="02020603050405020304" pitchFamily="18" charset="0"/>
                <a:cs typeface="HelveticaNeue"/>
              </a:rPr>
              <a:t>to</a:t>
            </a:r>
            <a:r>
              <a:rPr lang="de-CH" sz="1800">
                <a:effectLst/>
                <a:ea typeface="Times New Roman" panose="02020603050405020304" pitchFamily="18" charset="0"/>
                <a:cs typeface="HelveticaNeue"/>
              </a:rPr>
              <a:t> </a:t>
            </a:r>
            <a:r>
              <a:rPr lang="de-CH" sz="1800" err="1">
                <a:effectLst/>
                <a:ea typeface="Times New Roman" panose="02020603050405020304" pitchFamily="18" charset="0"/>
                <a:cs typeface="HelveticaNeue"/>
              </a:rPr>
              <a:t>become</a:t>
            </a:r>
            <a:r>
              <a:rPr lang="de-CH" sz="1800">
                <a:effectLst/>
                <a:ea typeface="Times New Roman" panose="02020603050405020304" pitchFamily="18" charset="0"/>
                <a:cs typeface="HelveticaNeue"/>
              </a:rPr>
              <a:t> a priest </a:t>
            </a:r>
            <a:r>
              <a:rPr lang="de-CH" sz="1800" err="1">
                <a:effectLst/>
                <a:ea typeface="Times New Roman" panose="02020603050405020304" pitchFamily="18" charset="0"/>
                <a:cs typeface="HelveticaNeue"/>
              </a:rPr>
              <a:t>myself</a:t>
            </a:r>
            <a:r>
              <a:rPr lang="de-CH" sz="1800">
                <a:effectLst/>
                <a:ea typeface="Times New Roman" panose="02020603050405020304" pitchFamily="18" charset="0"/>
                <a:cs typeface="HelveticaNeue"/>
              </a:rPr>
              <a:t>, </a:t>
            </a:r>
            <a:r>
              <a:rPr lang="de-CH" sz="1800" err="1">
                <a:effectLst/>
                <a:ea typeface="Times New Roman" panose="02020603050405020304" pitchFamily="18" charset="0"/>
                <a:cs typeface="HelveticaNeue"/>
              </a:rPr>
              <a:t>didn't</a:t>
            </a:r>
            <a:r>
              <a:rPr lang="de-CH" sz="1800">
                <a:effectLst/>
                <a:ea typeface="Times New Roman" panose="02020603050405020304" pitchFamily="18" charset="0"/>
                <a:cs typeface="HelveticaNeue"/>
              </a:rPr>
              <a:t> I?</a:t>
            </a:r>
            <a:endParaRPr lang="de-CH" sz="1800">
              <a:effectLst/>
              <a:ea typeface="Times New Roman" panose="02020603050405020304" pitchFamily="18" charset="0"/>
              <a:cs typeface="Arial" panose="020B0604020202020204" pitchFamily="34" charset="0"/>
            </a:endParaRPr>
          </a:p>
          <a:p>
            <a:endParaRPr lang="de-CH"/>
          </a:p>
        </p:txBody>
      </p:sp>
      <p:sp>
        <p:nvSpPr>
          <p:cNvPr id="10" name="Inhaltsplatzhalter 9">
            <a:extLst>
              <a:ext uri="{FF2B5EF4-FFF2-40B4-BE49-F238E27FC236}">
                <a16:creationId xmlns:a16="http://schemas.microsoft.com/office/drawing/2014/main" id="{0747283F-918F-45B0-8E35-51F10A1FAC2A}"/>
              </a:ext>
            </a:extLst>
          </p:cNvPr>
          <p:cNvSpPr>
            <a:spLocks noGrp="1"/>
          </p:cNvSpPr>
          <p:nvPr>
            <p:ph sz="half" idx="13"/>
          </p:nvPr>
        </p:nvSpPr>
        <p:spPr>
          <a:xfrm>
            <a:off x="6197600" y="866774"/>
            <a:ext cx="5722937" cy="5357814"/>
          </a:xfrm>
        </p:spPr>
        <p:txBody>
          <a:bodyPr/>
          <a:lstStyle/>
          <a:p>
            <a:pPr>
              <a:lnSpc>
                <a:spcPct val="107000"/>
              </a:lnSpc>
              <a:spcAft>
                <a:spcPts val="800"/>
              </a:spcAft>
            </a:pPr>
            <a:r>
              <a:rPr lang="en-US" sz="1800">
                <a:solidFill>
                  <a:srgbClr val="000000"/>
                </a:solidFill>
                <a:effectLst/>
                <a:highlight>
                  <a:srgbClr val="FFFF00"/>
                </a:highlight>
                <a:ea typeface="Times New Roman" panose="02020603050405020304" pitchFamily="18" charset="0"/>
                <a:cs typeface="Arial" panose="020B0604020202020204" pitchFamily="34" charset="0"/>
              </a:rPr>
              <a:t>B: </a:t>
            </a:r>
            <a:r>
              <a:rPr lang="en-US" sz="1800">
                <a:solidFill>
                  <a:srgbClr val="000000"/>
                </a:solidFill>
                <a:effectLst/>
                <a:highlight>
                  <a:srgbClr val="00FFFF"/>
                </a:highlight>
                <a:ea typeface="Times New Roman" panose="02020603050405020304" pitchFamily="18" charset="0"/>
                <a:cs typeface="Arial" panose="020B0604020202020204" pitchFamily="34" charset="0"/>
              </a:rPr>
              <a:t>I was born in Switzerland in 1992. My parents arrived in Switzerland at the end of the 1980s, in 1987, 1988</a:t>
            </a:r>
            <a:r>
              <a:rPr lang="en-US" sz="1800">
                <a:solidFill>
                  <a:srgbClr val="000000"/>
                </a:solidFill>
                <a:effectLst/>
                <a:ea typeface="Times New Roman" panose="02020603050405020304" pitchFamily="18" charset="0"/>
                <a:cs typeface="Arial" panose="020B0604020202020204" pitchFamily="34" charset="0"/>
              </a:rPr>
              <a:t>. They were working as seasonal workers at the time. That means they worked at certain times of the year and then returned to Croatia.</a:t>
            </a:r>
          </a:p>
          <a:p>
            <a:pPr>
              <a:lnSpc>
                <a:spcPct val="107000"/>
              </a:lnSpc>
              <a:spcAft>
                <a:spcPts val="800"/>
              </a:spcAft>
            </a:pPr>
            <a:endParaRPr lang="en-US" sz="1800">
              <a:solidFill>
                <a:srgbClr val="000000"/>
              </a:solidFill>
              <a:ea typeface="Times New Roman" panose="02020603050405020304" pitchFamily="18" charset="0"/>
              <a:cs typeface="Arial" panose="020B0604020202020204" pitchFamily="34" charset="0"/>
            </a:endParaRPr>
          </a:p>
          <a:p>
            <a:pPr>
              <a:lnSpc>
                <a:spcPct val="107000"/>
              </a:lnSpc>
              <a:spcAft>
                <a:spcPts val="800"/>
              </a:spcAft>
            </a:pPr>
            <a:r>
              <a:rPr lang="en-US" sz="1800">
                <a:effectLst/>
                <a:highlight>
                  <a:srgbClr val="FFFF00"/>
                </a:highlight>
                <a:ea typeface="Times New Roman" panose="02020603050405020304" pitchFamily="18" charset="0"/>
                <a:cs typeface="Arial" panose="020B0604020202020204" pitchFamily="34" charset="0"/>
              </a:rPr>
              <a:t>G: </a:t>
            </a:r>
            <a:r>
              <a:rPr lang="en-US" sz="1800">
                <a:effectLst/>
                <a:ea typeface="Times New Roman" panose="02020603050405020304" pitchFamily="18" charset="0"/>
                <a:cs typeface="Arial" panose="020B0604020202020204" pitchFamily="34" charset="0"/>
              </a:rPr>
              <a:t>No, unfortunately not. </a:t>
            </a:r>
            <a:r>
              <a:rPr lang="en-US" sz="1800">
                <a:effectLst/>
                <a:highlight>
                  <a:srgbClr val="00FFFF"/>
                </a:highlight>
                <a:ea typeface="Times New Roman" panose="02020603050405020304" pitchFamily="18" charset="0"/>
                <a:cs typeface="Arial" panose="020B0604020202020204" pitchFamily="34" charset="0"/>
              </a:rPr>
              <a:t>I used to - I was in a robot club or whatever you call it and even before that I was - I mean I built robots for a few years. </a:t>
            </a:r>
            <a:r>
              <a:rPr lang="en-US" sz="1800">
                <a:effectLst/>
                <a:ea typeface="Times New Roman" panose="02020603050405020304" pitchFamily="18" charset="0"/>
                <a:cs typeface="Arial" panose="020B0604020202020204" pitchFamily="34" charset="0"/>
              </a:rPr>
              <a:t>And that's actually my connection with technology and I was also in a sports club for a few years and </a:t>
            </a:r>
            <a:r>
              <a:rPr lang="en-US" sz="1800">
                <a:effectLst/>
                <a:highlight>
                  <a:srgbClr val="00FFFF"/>
                </a:highlight>
                <a:ea typeface="Times New Roman" panose="02020603050405020304" pitchFamily="18" charset="0"/>
                <a:cs typeface="Arial" panose="020B0604020202020204" pitchFamily="34" charset="0"/>
              </a:rPr>
              <a:t>was the fourth best in Croatia</a:t>
            </a:r>
            <a:r>
              <a:rPr lang="en-US" sz="1800">
                <a:effectLst/>
                <a:highlight>
                  <a:srgbClr val="00FFFF"/>
                </a:highlight>
                <a:latin typeface="Calibri" panose="020F0502020204030204" pitchFamily="34" charset="0"/>
                <a:ea typeface="Times New Roman" panose="02020603050405020304" pitchFamily="18" charset="0"/>
                <a:cs typeface="Arial" panose="020B0604020202020204" pitchFamily="34" charset="0"/>
              </a:rPr>
              <a:t>.</a:t>
            </a:r>
            <a:endParaRPr lang="de-CH" sz="1800">
              <a:effectLst/>
              <a:highlight>
                <a:srgbClr val="00FFFF"/>
              </a:highlight>
              <a:latin typeface="Calibri" panose="020F0502020204030204" pitchFamily="34" charset="0"/>
              <a:ea typeface="Times New Roman" panose="02020603050405020304" pitchFamily="18" charset="0"/>
              <a:cs typeface="Arial" panose="020B0604020202020204" pitchFamily="34" charset="0"/>
            </a:endParaRPr>
          </a:p>
          <a:p>
            <a:endParaRPr lang="de-CH"/>
          </a:p>
        </p:txBody>
      </p:sp>
      <p:sp>
        <p:nvSpPr>
          <p:cNvPr id="2" name="Textfeld 1">
            <a:extLst>
              <a:ext uri="{FF2B5EF4-FFF2-40B4-BE49-F238E27FC236}">
                <a16:creationId xmlns:a16="http://schemas.microsoft.com/office/drawing/2014/main" id="{B015A681-1491-F537-94CA-1187A05BCED6}"/>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112819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4BA9F3-0617-ECEF-03EE-3FE64FC3A12A}"/>
              </a:ext>
            </a:extLst>
          </p:cNvPr>
          <p:cNvSpPr>
            <a:spLocks noGrp="1"/>
          </p:cNvSpPr>
          <p:nvPr>
            <p:ph type="title"/>
          </p:nvPr>
        </p:nvSpPr>
        <p:spPr/>
        <p:txBody>
          <a:bodyPr/>
          <a:lstStyle/>
          <a:p>
            <a:r>
              <a:rPr lang="de-CH"/>
              <a:t>Challenges </a:t>
            </a:r>
            <a:r>
              <a:rPr lang="de-CH" err="1"/>
              <a:t>with</a:t>
            </a:r>
            <a:r>
              <a:rPr lang="de-CH"/>
              <a:t> </a:t>
            </a:r>
            <a:r>
              <a:rPr lang="de-CH" err="1"/>
              <a:t>Quotes</a:t>
            </a:r>
            <a:endParaRPr lang="de-CH"/>
          </a:p>
        </p:txBody>
      </p:sp>
      <p:sp>
        <p:nvSpPr>
          <p:cNvPr id="3" name="Inhaltsplatzhalter 2">
            <a:extLst>
              <a:ext uri="{FF2B5EF4-FFF2-40B4-BE49-F238E27FC236}">
                <a16:creationId xmlns:a16="http://schemas.microsoft.com/office/drawing/2014/main" id="{4D774DD1-D9D9-D329-CA36-E59F9FDA657B}"/>
              </a:ext>
            </a:extLst>
          </p:cNvPr>
          <p:cNvSpPr>
            <a:spLocks noGrp="1"/>
          </p:cNvSpPr>
          <p:nvPr>
            <p:ph idx="1"/>
          </p:nvPr>
        </p:nvSpPr>
        <p:spPr/>
        <p:txBody>
          <a:bodyPr/>
          <a:lstStyle/>
          <a:p>
            <a:r>
              <a:rPr lang="en-US" sz="2800"/>
              <a:t>If we do not succeed in recognizing the signs of the times, then that will thus-. […] the whole holy history is the history of migration. There, so the God from Abraham to Moses to Jesus, who also had to flee and so on […]. God leads his people […] So we probably won't be able to do that with our human rules and laws. But I think the story of salvation is still valid. So all the migrants, it has a purpose. We may see it all the way through in the generations after us. </a:t>
            </a:r>
            <a:r>
              <a:rPr lang="en-US" sz="2800" b="1">
                <a:highlight>
                  <a:srgbClr val="00FFFF"/>
                </a:highlight>
              </a:rPr>
              <a:t>“Priest (Coordinator), 1950, Gen. 1, GE”</a:t>
            </a:r>
          </a:p>
          <a:p>
            <a:endParaRPr lang="de-CH"/>
          </a:p>
        </p:txBody>
      </p:sp>
      <p:sp>
        <p:nvSpPr>
          <p:cNvPr id="5" name="Textfeld 4">
            <a:extLst>
              <a:ext uri="{FF2B5EF4-FFF2-40B4-BE49-F238E27FC236}">
                <a16:creationId xmlns:a16="http://schemas.microsoft.com/office/drawing/2014/main" id="{8536F5EB-39AD-68C9-431E-A2C0F10BA761}"/>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135955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C872A-5FE7-AFB1-32E6-5CE22148AEA3}"/>
            </a:ext>
          </a:extLst>
        </p:cNvPr>
        <p:cNvGrpSpPr/>
        <p:nvPr/>
      </p:nvGrpSpPr>
      <p:grpSpPr>
        <a:xfrm>
          <a:off x="0" y="0"/>
          <a:ext cx="0" cy="0"/>
          <a:chOff x="0" y="0"/>
          <a:chExt cx="0" cy="0"/>
        </a:xfrm>
      </p:grpSpPr>
      <p:sp>
        <p:nvSpPr>
          <p:cNvPr id="8" name="Inhaltsplatzhalter 7">
            <a:extLst>
              <a:ext uri="{FF2B5EF4-FFF2-40B4-BE49-F238E27FC236}">
                <a16:creationId xmlns:a16="http://schemas.microsoft.com/office/drawing/2014/main" id="{9EA231DE-B43C-222D-5593-401825BE1163}"/>
              </a:ext>
            </a:extLst>
          </p:cNvPr>
          <p:cNvSpPr>
            <a:spLocks noGrp="1"/>
          </p:cNvSpPr>
          <p:nvPr>
            <p:ph idx="1"/>
          </p:nvPr>
        </p:nvSpPr>
        <p:spPr/>
        <p:txBody>
          <a:bodyPr/>
          <a:lstStyle/>
          <a:p>
            <a:r>
              <a:rPr lang="de-DE" sz="8800" err="1"/>
              <a:t>Learnings</a:t>
            </a:r>
            <a:r>
              <a:rPr lang="de-DE" sz="8800"/>
              <a:t> and </a:t>
            </a:r>
            <a:r>
              <a:rPr lang="de-DE" sz="8800" err="1"/>
              <a:t>Conclusions</a:t>
            </a:r>
            <a:endParaRPr lang="de-DE" sz="8800"/>
          </a:p>
        </p:txBody>
      </p:sp>
    </p:spTree>
    <p:extLst>
      <p:ext uri="{BB962C8B-B14F-4D97-AF65-F5344CB8AC3E}">
        <p14:creationId xmlns:p14="http://schemas.microsoft.com/office/powerpoint/2010/main" val="3380616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B6D442-F859-6BEE-A4A3-E10B43AF31AD}"/>
              </a:ext>
            </a:extLst>
          </p:cNvPr>
          <p:cNvSpPr>
            <a:spLocks noGrp="1"/>
          </p:cNvSpPr>
          <p:nvPr>
            <p:ph type="title"/>
          </p:nvPr>
        </p:nvSpPr>
        <p:spPr/>
        <p:txBody>
          <a:bodyPr/>
          <a:lstStyle/>
          <a:p>
            <a:r>
              <a:rPr lang="de-CH" err="1"/>
              <a:t>Opportunity</a:t>
            </a:r>
            <a:r>
              <a:rPr lang="de-CH"/>
              <a:t> </a:t>
            </a:r>
            <a:r>
              <a:rPr lang="de-CH" err="1"/>
              <a:t>costs</a:t>
            </a:r>
            <a:r>
              <a:rPr lang="de-CH"/>
              <a:t> – </a:t>
            </a:r>
            <a:r>
              <a:rPr lang="de-CH" err="1"/>
              <a:t>finding</a:t>
            </a:r>
            <a:r>
              <a:rPr lang="de-CH"/>
              <a:t> a </a:t>
            </a:r>
            <a:r>
              <a:rPr lang="de-CH" err="1"/>
              <a:t>balance</a:t>
            </a:r>
            <a:endParaRPr lang="de-CH"/>
          </a:p>
        </p:txBody>
      </p:sp>
      <p:graphicFrame>
        <p:nvGraphicFramePr>
          <p:cNvPr id="5" name="Inhaltsplatzhalter 4">
            <a:extLst>
              <a:ext uri="{FF2B5EF4-FFF2-40B4-BE49-F238E27FC236}">
                <a16:creationId xmlns:a16="http://schemas.microsoft.com/office/drawing/2014/main" id="{FADADCCC-CE0E-0EEA-5678-27B679415BF2}"/>
              </a:ext>
            </a:extLst>
          </p:cNvPr>
          <p:cNvGraphicFramePr>
            <a:graphicFrameLocks noGrp="1"/>
          </p:cNvGraphicFramePr>
          <p:nvPr>
            <p:ph idx="1"/>
            <p:extLst>
              <p:ext uri="{D42A27DB-BD31-4B8C-83A1-F6EECF244321}">
                <p14:modId xmlns:p14="http://schemas.microsoft.com/office/powerpoint/2010/main" val="2030393164"/>
              </p:ext>
            </p:extLst>
          </p:nvPr>
        </p:nvGraphicFramePr>
        <p:xfrm>
          <a:off x="273600" y="1052736"/>
          <a:ext cx="11650662" cy="5149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feld 7">
            <a:extLst>
              <a:ext uri="{FF2B5EF4-FFF2-40B4-BE49-F238E27FC236}">
                <a16:creationId xmlns:a16="http://schemas.microsoft.com/office/drawing/2014/main" id="{A407755D-897E-7461-3EE7-7E08EBC0F10C}"/>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3519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05E78343-1DCF-4508-AB7B-37C986E292E0}"/>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8A43B3E2-BFDB-46D9-9ADE-8BFAF2D550B2}"/>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graphicEl>
                                              <a:dgm id="{16BF6948-7D40-45D3-BDAC-EA2B21A9A4DC}"/>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3166A356-E9E5-45A1-9342-C011B37A088C}"/>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graphicEl>
                                              <a:dgm id="{106271ED-4B44-43AC-9102-AD48C7299B19}"/>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graphicEl>
                                              <a:dgm id="{FCA27995-7273-4E2A-B593-84AAD7BB1C75}"/>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graphicEl>
                                              <a:dgm id="{6015E166-44F7-4675-B428-397384475538}"/>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graphicEl>
                                              <a:dgm id="{ECB37B7D-7611-44BB-A82C-063B681B0D3B}"/>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graphicEl>
                                              <a:dgm id="{2CE035C6-C11D-4DFD-990A-800BD7529AE6}"/>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graphicEl>
                                              <a:dgm id="{5DC24D89-CF72-4B50-999C-3997682F10B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64F0E3-3EC6-6A3F-E290-F76480ABD1C6}"/>
              </a:ext>
            </a:extLst>
          </p:cNvPr>
          <p:cNvSpPr>
            <a:spLocks noGrp="1"/>
          </p:cNvSpPr>
          <p:nvPr>
            <p:ph type="title"/>
          </p:nvPr>
        </p:nvSpPr>
        <p:spPr>
          <a:xfrm>
            <a:off x="273600" y="244800"/>
            <a:ext cx="11650662" cy="625944"/>
          </a:xfrm>
        </p:spPr>
        <p:txBody>
          <a:bodyPr anchor="t">
            <a:normAutofit/>
          </a:bodyPr>
          <a:lstStyle/>
          <a:p>
            <a:r>
              <a:rPr lang="de-CH"/>
              <a:t>And..</a:t>
            </a:r>
          </a:p>
        </p:txBody>
      </p:sp>
      <p:sp>
        <p:nvSpPr>
          <p:cNvPr id="9" name="Text Placeholder 3">
            <a:extLst>
              <a:ext uri="{FF2B5EF4-FFF2-40B4-BE49-F238E27FC236}">
                <a16:creationId xmlns:a16="http://schemas.microsoft.com/office/drawing/2014/main" id="{27EB0E54-5A07-2120-048F-38591CB3AD13}"/>
              </a:ext>
            </a:extLst>
          </p:cNvPr>
          <p:cNvSpPr>
            <a:spLocks noGrp="1"/>
          </p:cNvSpPr>
          <p:nvPr>
            <p:ph type="body" sz="quarter" idx="13"/>
          </p:nvPr>
        </p:nvSpPr>
        <p:spPr>
          <a:xfrm>
            <a:off x="270000" y="6021289"/>
            <a:ext cx="5826000" cy="203300"/>
          </a:xfrm>
        </p:spPr>
        <p:txBody>
          <a:bodyPr/>
          <a:lstStyle/>
          <a:p>
            <a:endParaRPr lang="en-US"/>
          </a:p>
        </p:txBody>
      </p:sp>
      <p:graphicFrame>
        <p:nvGraphicFramePr>
          <p:cNvPr id="5" name="Inhaltsplatzhalter 2">
            <a:extLst>
              <a:ext uri="{FF2B5EF4-FFF2-40B4-BE49-F238E27FC236}">
                <a16:creationId xmlns:a16="http://schemas.microsoft.com/office/drawing/2014/main" id="{46683219-8E01-653C-5F7D-CD0195A85DF4}"/>
              </a:ext>
            </a:extLst>
          </p:cNvPr>
          <p:cNvGraphicFramePr>
            <a:graphicFrameLocks noGrp="1"/>
          </p:cNvGraphicFramePr>
          <p:nvPr>
            <p:ph idx="1"/>
            <p:extLst>
              <p:ext uri="{D42A27DB-BD31-4B8C-83A1-F6EECF244321}">
                <p14:modId xmlns:p14="http://schemas.microsoft.com/office/powerpoint/2010/main" val="2124062933"/>
              </p:ext>
            </p:extLst>
          </p:nvPr>
        </p:nvGraphicFramePr>
        <p:xfrm>
          <a:off x="271461" y="870744"/>
          <a:ext cx="11650663" cy="5150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feld 5">
            <a:extLst>
              <a:ext uri="{FF2B5EF4-FFF2-40B4-BE49-F238E27FC236}">
                <a16:creationId xmlns:a16="http://schemas.microsoft.com/office/drawing/2014/main" id="{07CF5E88-6FEA-6276-D8EA-5BA2D28FECC6}"/>
              </a:ext>
            </a:extLst>
          </p:cNvPr>
          <p:cNvSpPr txBox="1"/>
          <p:nvPr/>
        </p:nvSpPr>
        <p:spPr>
          <a:xfrm>
            <a:off x="1487488" y="6455506"/>
            <a:ext cx="8568952" cy="135743"/>
          </a:xfrm>
          <a:prstGeom prst="rect">
            <a:avLst/>
          </a:prstGeom>
          <a:noFill/>
        </p:spPr>
        <p:txBody>
          <a:bodyPr wrap="square" lIns="0" tIns="0" rIns="0" bIns="0" rtlCol="0">
            <a:spAutoFit/>
          </a:bodyPr>
          <a:lstStyle/>
          <a:p>
            <a:r>
              <a:rPr lang="en-US" sz="900" err="1"/>
              <a:t>R.Rieser</a:t>
            </a:r>
            <a:r>
              <a:rPr lang="en-US" sz="900"/>
              <a:t> - Anonymization in" Mastering RDM - Qualitative Research Data" University of Lucerne</a:t>
            </a:r>
            <a:endParaRPr lang="de-CH" sz="900"/>
          </a:p>
        </p:txBody>
      </p:sp>
    </p:spTree>
    <p:extLst>
      <p:ext uri="{BB962C8B-B14F-4D97-AF65-F5344CB8AC3E}">
        <p14:creationId xmlns:p14="http://schemas.microsoft.com/office/powerpoint/2010/main" val="81476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4F8B7C7A-A86D-4F2A-A4B7-4953CBA38307}"/>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426F97CB-D7E7-43F3-834F-4961FC5234CA}"/>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graphicEl>
                                              <a:dgm id="{EE999561-0538-49D9-91D8-7CBF97B48D5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haltsplatzhalter 4">
            <a:extLst>
              <a:ext uri="{FF2B5EF4-FFF2-40B4-BE49-F238E27FC236}">
                <a16:creationId xmlns:a16="http://schemas.microsoft.com/office/drawing/2014/main" id="{68BB988A-D779-21AB-3719-6F5F83F98849}"/>
              </a:ext>
            </a:extLst>
          </p:cNvPr>
          <p:cNvSpPr>
            <a:spLocks noGrp="1"/>
          </p:cNvSpPr>
          <p:nvPr>
            <p:ph idx="22"/>
          </p:nvPr>
        </p:nvSpPr>
        <p:spPr>
          <a:xfrm>
            <a:off x="270582" y="2700000"/>
            <a:ext cx="9209794" cy="3524588"/>
          </a:xfrm>
        </p:spPr>
        <p:txBody>
          <a:bodyPr>
            <a:normAutofit fontScale="92500" lnSpcReduction="20000"/>
          </a:bodyPr>
          <a:lstStyle/>
          <a:p>
            <a:r>
              <a:rPr lang="en-GB" b="1"/>
              <a:t>Contact</a:t>
            </a:r>
          </a:p>
          <a:p>
            <a:r>
              <a:rPr lang="en-GB"/>
              <a:t>Rebekka Rieser</a:t>
            </a:r>
          </a:p>
          <a:p>
            <a:endParaRPr lang="de-DE" sz="1800" b="0" i="0">
              <a:solidFill>
                <a:srgbClr val="000000"/>
              </a:solidFill>
              <a:effectLst/>
              <a:latin typeface="Calibri" panose="020F0502020204030204" pitchFamily="34" charset="0"/>
            </a:endParaRPr>
          </a:p>
          <a:p>
            <a:pPr algn="l"/>
            <a:r>
              <a:rPr lang="de-DE" sz="1800" b="0" i="0">
                <a:solidFill>
                  <a:srgbClr val="000000"/>
                </a:solidFill>
                <a:effectLst/>
                <a:latin typeface="Calibri" panose="020F0502020204030204" pitchFamily="34" charset="0"/>
              </a:rPr>
              <a:t>IKMZ / Universität Zürich</a:t>
            </a:r>
          </a:p>
          <a:p>
            <a:pPr algn="l"/>
            <a:r>
              <a:rPr lang="de-DE" sz="1800" b="0" i="0">
                <a:solidFill>
                  <a:srgbClr val="000000"/>
                </a:solidFill>
                <a:effectLst/>
                <a:latin typeface="Calibri" panose="020F0502020204030204" pitchFamily="34" charset="0"/>
                <a:hlinkClick r:id="rId2" tooltip="https://www.digitalreligions.uzh.ch/de.html"/>
              </a:rPr>
              <a:t>UFSP Digital Religion(s)</a:t>
            </a:r>
            <a:endParaRPr lang="de-DE" sz="1800" b="0" i="0">
              <a:solidFill>
                <a:srgbClr val="000000"/>
              </a:solidFill>
              <a:effectLst/>
              <a:latin typeface="Calibri" panose="020F0502020204030204" pitchFamily="34" charset="0"/>
            </a:endParaRPr>
          </a:p>
          <a:p>
            <a:pPr algn="l"/>
            <a:r>
              <a:rPr lang="de-DE" sz="1800" b="0" i="0">
                <a:solidFill>
                  <a:srgbClr val="000000"/>
                </a:solidFill>
                <a:effectLst/>
                <a:latin typeface="Calibri" panose="020F0502020204030204" pitchFamily="34" charset="0"/>
                <a:hlinkClick r:id="rId3" tooltip="https://www.foeg.uzh.ch/de.html"/>
              </a:rPr>
              <a:t>Forschungszentrum Öffentlichkeit und Gesellschaft (</a:t>
            </a:r>
            <a:r>
              <a:rPr lang="de-DE" sz="1800" b="0" i="0" err="1">
                <a:solidFill>
                  <a:srgbClr val="000000"/>
                </a:solidFill>
                <a:effectLst/>
                <a:latin typeface="Calibri" panose="020F0502020204030204" pitchFamily="34" charset="0"/>
                <a:hlinkClick r:id="rId3" tooltip="https://www.foeg.uzh.ch/de.html"/>
              </a:rPr>
              <a:t>fög</a:t>
            </a:r>
            <a:r>
              <a:rPr lang="de-DE" sz="1800" b="0" i="0">
                <a:solidFill>
                  <a:srgbClr val="000000"/>
                </a:solidFill>
                <a:effectLst/>
                <a:latin typeface="Calibri" panose="020F0502020204030204" pitchFamily="34" charset="0"/>
                <a:hlinkClick r:id="rId3" tooltip="https://www.foeg.uzh.ch/de.html"/>
              </a:rPr>
              <a:t>)</a:t>
            </a:r>
            <a:endParaRPr lang="de-DE" sz="1800" b="0" i="0">
              <a:solidFill>
                <a:srgbClr val="000000"/>
              </a:solidFill>
              <a:effectLst/>
              <a:latin typeface="Calibri" panose="020F0502020204030204" pitchFamily="34" charset="0"/>
            </a:endParaRPr>
          </a:p>
          <a:p>
            <a:pPr algn="l"/>
            <a:r>
              <a:rPr lang="de-DE" sz="1800" b="0" i="0">
                <a:solidFill>
                  <a:srgbClr val="000000"/>
                </a:solidFill>
                <a:effectLst/>
                <a:latin typeface="Calibri" panose="020F0502020204030204" pitchFamily="34" charset="0"/>
              </a:rPr>
              <a:t> </a:t>
            </a:r>
          </a:p>
          <a:p>
            <a:pPr algn="l"/>
            <a:r>
              <a:rPr lang="de-DE" sz="1800" b="0" i="0" err="1">
                <a:solidFill>
                  <a:srgbClr val="000000"/>
                </a:solidFill>
                <a:effectLst/>
                <a:latin typeface="Calibri" panose="020F0502020204030204" pitchFamily="34" charset="0"/>
              </a:rPr>
              <a:t>Andreasstrasse</a:t>
            </a:r>
            <a:r>
              <a:rPr lang="de-DE" sz="1800" b="0" i="0">
                <a:solidFill>
                  <a:srgbClr val="000000"/>
                </a:solidFill>
                <a:effectLst/>
                <a:latin typeface="Calibri" panose="020F0502020204030204" pitchFamily="34" charset="0"/>
              </a:rPr>
              <a:t> 15</a:t>
            </a:r>
          </a:p>
          <a:p>
            <a:pPr algn="l"/>
            <a:r>
              <a:rPr lang="de-DE" sz="1800" b="0" i="0">
                <a:solidFill>
                  <a:srgbClr val="000000"/>
                </a:solidFill>
                <a:effectLst/>
                <a:latin typeface="Calibri" panose="020F0502020204030204" pitchFamily="34" charset="0"/>
              </a:rPr>
              <a:t>8050 Zürich</a:t>
            </a:r>
          </a:p>
          <a:p>
            <a:pPr algn="l"/>
            <a:r>
              <a:rPr lang="de-DE" sz="1800" b="0" i="0">
                <a:solidFill>
                  <a:srgbClr val="000000"/>
                </a:solidFill>
                <a:effectLst/>
                <a:latin typeface="Calibri" panose="020F0502020204030204" pitchFamily="34" charset="0"/>
              </a:rPr>
              <a:t>Tel. +41 44 635 20 85</a:t>
            </a:r>
            <a:br>
              <a:rPr lang="de-DE" sz="1800" b="0" i="0">
                <a:solidFill>
                  <a:srgbClr val="000000"/>
                </a:solidFill>
                <a:effectLst/>
                <a:latin typeface="Calibri" panose="020F0502020204030204" pitchFamily="34" charset="0"/>
              </a:rPr>
            </a:br>
            <a:r>
              <a:rPr lang="de-DE" sz="1800" b="0" i="0">
                <a:solidFill>
                  <a:srgbClr val="000000"/>
                </a:solidFill>
                <a:effectLst/>
                <a:latin typeface="Calibri" panose="020F0502020204030204" pitchFamily="34" charset="0"/>
              </a:rPr>
              <a:t>Raumbezeichnung: AND 2.88</a:t>
            </a:r>
          </a:p>
          <a:p>
            <a:pPr algn="l"/>
            <a:endParaRPr lang="de-DE" sz="1800" b="0" i="0">
              <a:solidFill>
                <a:srgbClr val="000000"/>
              </a:solidFill>
              <a:effectLst/>
              <a:latin typeface="Calibri" panose="020F0502020204030204" pitchFamily="34" charset="0"/>
            </a:endParaRPr>
          </a:p>
          <a:p>
            <a:pPr algn="l"/>
            <a:r>
              <a:rPr lang="de-DE" sz="1800" b="0" i="0" u="sng">
                <a:solidFill>
                  <a:srgbClr val="0000FF"/>
                </a:solidFill>
                <a:effectLst/>
                <a:latin typeface="Calibri" panose="020F0502020204030204" pitchFamily="34" charset="0"/>
                <a:hlinkClick r:id="rId4"/>
              </a:rPr>
              <a:t>rebekka.rieser@uzh.ch</a:t>
            </a:r>
            <a:endParaRPr lang="de-DE" sz="1800" b="0" i="0">
              <a:solidFill>
                <a:srgbClr val="000000"/>
              </a:solidFill>
              <a:effectLst/>
              <a:latin typeface="Calibri" panose="020F0502020204030204" pitchFamily="34" charset="0"/>
            </a:endParaRPr>
          </a:p>
          <a:p>
            <a:pPr algn="l"/>
            <a:r>
              <a:rPr lang="de-DE" sz="1800" b="0" i="0" u="sng">
                <a:solidFill>
                  <a:srgbClr val="0000FF"/>
                </a:solidFill>
                <a:effectLst/>
                <a:latin typeface="Calibri" panose="020F0502020204030204" pitchFamily="34" charset="0"/>
                <a:hlinkClick r:id="rId5"/>
              </a:rPr>
              <a:t>www.foeg.uzh.ch</a:t>
            </a:r>
            <a:endParaRPr lang="de-DE" sz="1800" b="0" i="0">
              <a:solidFill>
                <a:srgbClr val="000000"/>
              </a:solidFill>
              <a:effectLst/>
              <a:latin typeface="Calibri" panose="020F0502020204030204" pitchFamily="34" charset="0"/>
            </a:endParaRPr>
          </a:p>
          <a:p>
            <a:pPr algn="l"/>
            <a:r>
              <a:rPr lang="de-DE" sz="1800" b="0" i="0">
                <a:solidFill>
                  <a:srgbClr val="000000"/>
                </a:solidFill>
                <a:effectLst/>
                <a:latin typeface="Calibri" panose="020F0502020204030204" pitchFamily="34" charset="0"/>
              </a:rPr>
              <a:t> </a:t>
            </a:r>
          </a:p>
        </p:txBody>
      </p:sp>
      <p:pic>
        <p:nvPicPr>
          <p:cNvPr id="2" name="Inhaltsplatzhalter 22" descr="Ein Bild, das Muster, Majorelle Blue, Symmetrie, Blau enthält.&#10;&#10;Automatisch generierte Beschreibung">
            <a:extLst>
              <a:ext uri="{FF2B5EF4-FFF2-40B4-BE49-F238E27FC236}">
                <a16:creationId xmlns:a16="http://schemas.microsoft.com/office/drawing/2014/main" id="{4B0B0FE7-7514-C2C4-FAB6-5275CD3ECD88}"/>
              </a:ext>
            </a:extLst>
          </p:cNvPr>
          <p:cNvPicPr>
            <a:picLocks noGrp="1" noChangeAspect="1"/>
          </p:cNvPicPr>
          <p:nvPr>
            <p:ph idx="24"/>
          </p:nvPr>
        </p:nvPicPr>
        <p:blipFill>
          <a:blip r:embed="rId6" cstate="screen">
            <a:extLst>
              <a:ext uri="{28A0092B-C50C-407E-A947-70E740481C1C}">
                <a14:useLocalDpi xmlns:a14="http://schemas.microsoft.com/office/drawing/2010/main"/>
              </a:ext>
            </a:extLst>
          </a:blip>
          <a:stretch>
            <a:fillRect/>
          </a:stretch>
        </p:blipFill>
        <p:spPr>
          <a:xfrm>
            <a:off x="191344" y="1124744"/>
            <a:ext cx="1216906" cy="1216906"/>
          </a:xfrm>
        </p:spPr>
      </p:pic>
      <p:pic>
        <p:nvPicPr>
          <p:cNvPr id="3" name="Grafik 2" descr="Ein Bild, das Text, Screenshot, Schrift, Design enthält.&#10;&#10;Automatisch generierte Beschreibung">
            <a:extLst>
              <a:ext uri="{FF2B5EF4-FFF2-40B4-BE49-F238E27FC236}">
                <a16:creationId xmlns:a16="http://schemas.microsoft.com/office/drawing/2014/main" id="{7DED596F-4CE7-A3AB-CE81-605ADF90220E}"/>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744072" y="476672"/>
            <a:ext cx="4152150" cy="5510646"/>
          </a:xfrm>
          <a:prstGeom prst="rect">
            <a:avLst/>
          </a:prstGeom>
        </p:spPr>
      </p:pic>
      <p:pic>
        <p:nvPicPr>
          <p:cNvPr id="8" name="Grafik 7" descr="Ein Bild, das Muster, gelb, Symmetrie, Design enthält.&#10;&#10;Automatisch generierte Beschreibung">
            <a:extLst>
              <a:ext uri="{FF2B5EF4-FFF2-40B4-BE49-F238E27FC236}">
                <a16:creationId xmlns:a16="http://schemas.microsoft.com/office/drawing/2014/main" id="{5F21ED1E-2435-B2BF-8D93-EB3F540C76C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120336" y="3524588"/>
            <a:ext cx="2700000" cy="2700000"/>
          </a:xfrm>
          <a:prstGeom prst="rect">
            <a:avLst/>
          </a:prstGeom>
        </p:spPr>
      </p:pic>
    </p:spTree>
    <p:extLst>
      <p:ext uri="{BB962C8B-B14F-4D97-AF65-F5344CB8AC3E}">
        <p14:creationId xmlns:p14="http://schemas.microsoft.com/office/powerpoint/2010/main" val="32995599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TTP://SCHEMA.OFFICEATWORK365.COM/2015/DATACONNECTIONS_SIZE" val="1"/>
  <p:tag name="HTTP://SCHEMA.OFFICEATWORK365.COM/2015/DATACONNECTIONS_0" val="b2ZmaWNlYXR3b3JrRG9jdW1lbnRQYXJ0OlUyRnNkR1ZrWDErb0ZaY21mQ2FEQW9DZzRxb0JMQTNnTTFDTTFVVDFsUFVoanhlSS8vRllXZTRIVkI4NVppWkd1UFhPL3l4UWFYZkE0OHBJcVVVY1pWeTNCbERwT0JUUk0wTDAvelY4RXZwQUlBL3pLZEdFck50UFBMTWg2c0JvYWZKVzlPbjl2aENOeUl6L0JnT2JuQ2p1eng5WStWMGUvd3I0Zm5MUVBtUVlndVpaVWxRcVorY3N0ZHNTSk9uUTk2V09JMGR5V3dYdUdoQXRuWTQzVVhMclVoRlN1WjhSZ1FsTGhyMDhTZ3NwSE8vVEVFdktFVVo0TTVkZUlJMTM1cjZmc0FFcnh1RWVkeHNPaWtXbTloY3RrT2dNTnhSc3A0NkdjczVOenBZcnFBWEtwaHdJdDNTcE52ZjFQeXpHY3lnK1B2NGVUbHB4dUFBYjkzV1owNk5PRW1HdGoxK3hPNERSdGMvT2U5NEZ4L3pSUmhzOFk2aDBMc2dRNk5LZDR3SlF2cTF5WjN6MHNnOXcvRmg1Q2ZFY2VyeVBXYWp5UjRiN3dndVhsMzZGZkJNWTZEYVhqQmYweTlMaU16aGFFaXNoSzZHVDlPa0sydy9PNnkva3l5NGcxcUZheG5mTTdIWGpXVHROT3RFRTlGUnVhYnBVcHNBaW5BdGdzeG9keWhMbm9CRjdZbXF1YklRM0JqVjdlU3l6bjhWYVl5UStxL3IyWGhrdGFqZWszbjQrZUc4UElJUEtpY2RvaFdMYktGZjF4QTBUTFU2L29Ma3ZZOHJ3bkZaY3FUMk1hbUFXUnp2OHh3RUk3TmMyOUk0SmlEbE80cEpIUGU1TGxNM1B0V0dzRGZlcGpaNUhucWRkY1B0anhqa21LOHlLQkRTL0NYNFY1ZW1CU2hoWGwrTmFnV3FmT3BwN2NvRi93ZnQ4VmlUeEFXMUNRTlduR05XZnk0RElhb0U2N2ViRmxnYjhyWjE5NmhtRmRzLzhBRVkvQ1lPM21ZdWU2bXdtNWEyQnBNTVNRN0pqT2dGcURMQkswUHE1VWcvOXRwTzlacHh0YmRXS2NQZ21Bb2VNT3ZPWkttRVZYcEJoTkxKbFMvbEJod3V0dTZ2WldLMGxTYzljUy9rS1YxR0ZvWEtnS0JVUDBZVE9EaWZZUnpJT2o1MWRJejF1L1k4bDZhSVl5dHVMTHJOQW9renI1YndTQ1NtUXZwdFlBUWZTQVQ4VWVHRnNpYlBSNThhM1U5M1BEdHpJTjBqSStBWVRMam1JVHlieSs5U2FUUmFERURLQkt5VmxpNUg5NXNZS0ozZ3ZIeG5EaU12TXU0a0hPUzRyZHJlLzQ2WDJFSHZHVmlzS2RDSC9ERHBEMllGTks1REVvSk44MzF6NWlOYWpteXo4b0VMbmNWbUhZS3p0WmllS1BaZlhoa1Vha01MYVo2MnhJUDlGa3YvRUVXRStncGZ6alJjTE5FQWVKU1NENzVyVDZuY2ZUM2pkdEdxdDhpVEJhN1VsQkRUT3hwRTFOZVdwM3RZU28yWnNRS2Qzb3htSHcrU0RkRkVocG93YTRjeUx3SnBPNkpiWXBnZi82d0FaOTZZaEM4S3pxWk93MStEYm8waDFnbU5rN1hQOUhYaFJSbmhNYUxqUHV4ZXAzZ2RmaDhjN0ZXSFFTbkQ4cm45TnZxRWUzdkppeGllYnE5TkN4dklvYWphNEZLZVFueVVWS1NpamtqRFV6N2Y2OWZVbjRQbXdnNU1PUDNBOEpsUHZGY1F5eG54MkdubCtqL3dOTGVhTGJ0TDRDK1lCNC81aEc1cXdEOTg3RlppaldoNjFjcEl0K0tRanFQNXBPYTlaU2FwWEhWQVlOZTRoZUV3aEJxamdOcU5RZDVUYytxMDBVb0hDcG4vRVJ5cHhTWjdocUJ2aURMQ1pkNzhianpwazkzWk5rZ0ZvbDZhekludjBhWk9KZVFRSE1aaTcrS2kzc2pTQ2VjNGNLZkZIZ3cxWXI5aWdPdHBRNmRCOVEyUnhZRm5qZ3FIeWdwTWEvbjFqRzF6RVlJbm11ZEJtaitWNk5HcnlFcXdwZnN5a2ZBbUtBVk9NQmt0QytmTm1veldIVmVWQ2xzY2g3MEtHZ05mQzFPVkszMlc4ZDFQc0EybWgrNkJTRXNaNlpCdmdsRmx6S1ZLYkZRRzJBM290TlRsMjdpcldEZjh5dEQxaVEvR1BERmR4N2pxcmdqYUE5aGw4VmM1TmR5UFNFc3ltWW9ocFdoTnZ4Q2ZvWXNMZW53ejJlRjJ4WGRvV1dtS1pHWGF1WmswOWduOCtqSmw4YitjTEE1clBZblAwOStDRkh6bTh1Y3ZoeHFwc215NTRJM0RMRHViejZ5WVNmc2VaT1VmZGV6R3h3SVRZQk9NaENIdDdVV0FoS1lCZ0U5ZHdtdGJGSldSdGZSYy9NbklRTDY0MHlFbG9XS0laNEZac0pkTE16a1Nla08wMzJZWkdpNDlJdVFKSFRBWnBJOGlDdmhiRndrK0M0RENxRkhwZUZvNHlQdzBSZlNZQ1M4eHNqWUE1aXdEdTFvVWhDUmZmOWZPTG1LSEZFSXF4UnpJS1FIOC8xM0crVTNwZUJuTkNpeENNMVF5Ylk3eGlTWmZON0JjL2lLTlREQmFmNGJYMGRUZTcyUG1Oa2RoaU9GdmE2UkZLUnJ2Z3l6ZjRJM2tmT0d2RkZ3eFVhMk1ST05PUnV1LzFSOWxORit3Skh1L0ZPSmROcnNwOGdkNERUZEZuRUpMeXZsdXIvUlQzZ1JMMXU1ZVFKdEo1SnhOTnVYcmFPZkU3V3g4WEVBZU1qeTRxUmhOZUNJcklrVDZDQXB1Y21Nc3puZ3pIZHhTRVJ4YXM4cnVPS0ZQRzNSVmhHdUtYZ2kyQXVObDRYc01Ca3l3eHprY2EyN01IUFc3UnJTN2VHNjNpdlZHNTUrdjdBMmdJbXQxeVhndFBrdlYvVFduUVpFL3JMQXh6SlVqNUhmdmN1dUlVa202UFdFMnJzYkRleUFBRGhORHdkSE41L2RUNnU4aU0zNU1WWkk0eWJ1ZkdYNnZyYWlmK2VTMVVYRW1tVEJabHB6MkVvQ0daSVNETUZCVjRXdE94WERzNUFwa01RYlg1K1ZZZDhCb1lvYWppN2U1QVA4bXRaM0V4UWhvMUJlNkhtU09qZ1JlMUg0MWNPSTF6aU5ub1grU2dhY2dFdVdzOGtkZnE2YnBBcXhSUy80MnhKZzhITkNZaEtFR0J2V1V1NlFoa0RVNEhzR1pGcjB1Q1Q2QU9oakxGdVcyd3pqeUZRWElMN3U5TjViWDFpdndXZDJFczQ5L3ZrbFozeVUzVlRwQ1U5UGVHV0hZYndpcmg2V3prTGFJaUwxaG9rcnRHQzAvcHdmRUcyVGZRTGdacnl2S1BNeDYyNjdCTGJEdDB1dWZwTTM1Q0dFZ2VtUXhVaFFWZFhXOWpDL0dVT1luTHd5dkNDTnlCVDdiTkhEUVlONlhBZmdFT3c0bnl6YnIyTEQyQ2ZjdHh6L1duQkJzVldUaXZiRTRkVmMzNkw2c25NeVJXNHdrWlVrQjFlSWs5QTN1bG5BMG9UbkRqS1gxbGtISDd6MHBmUHQwOG9yUFJkYWVKK3VkaTN0RTVVcXVRTmpnN1ZqWVBjSkNCcU05dFYzd2dLYnFFYmJHWXlHNXlwUjZYYk5oajR6R3dsZEdxYjdXNG9jUWJkS1lmT2k0YnFDS21vTmpkOFV1Y25iNGZHb2YzWm03SHpUWVlLOWNmVmJIdGNYYTNIUTVhSUpDOStoT3Rua0t6cnFmZkwrMXRaZmMzYkZWczh5V2RBbk9NRS83WVZ4MXF6Si9HRDJxeDg1bzJmeHhIUTdwcXh5dW9qSkViNWRUZW15dzhUQmJ5LzV6YTNGdU5sQ1N1Q1h4aXkzUVloQTBmanNZVVRnL2RxaW9FQjlycVRGYTYwV1VEL3dXM041NXMvc3JXZ1duN2pqdXFlNGk4L1UrNUhjOS9wUmN4KzdzdmVvNXdRazV1NWpBU1ppOW11c3U0WVllYUt3U3djdzArVTQrNTJYdnhOZDIxQlJnTTBRMGU3aDYxNGJLbWJVRGtaa2xIaGxuZlZabjE3amFhanA0TmduWXNPT3U0em1BbExkZmc0Q3ZDcVNlU25rWVNNT1NtbTRTZDFtZjBNN0w5WTc4U1oyb2NqMlM5Y3dKK2tuaEFGT3FKb2tuVzYyYno3SW1tVlJrcldaYU04UEV2OXZ3OEhZajhsdC8zaHpNbmt4aFlYNVkxeHQ5ME5lOTJZd3JSK3h5QmM0NlNqOXJ3TmgrU05tSkI2TXFsdnJoVHJIUGExa2xna1FmK0szQU42dXlMODNzcW85Zmw3cE9RclRUeFE0QTRWYUtMc21xSW9kVlpyUks2SG9IcThJcDRvNEdsV014SnJhWEh6ZjYxam1DVDJxYUlhUURGKy94ZDRlZHhHZVpZdUNVVTlQWng5VFVVSUZZUGgxd0d3QnhRVjJhT3c3M25LMHgrZElROU92VTVMTTliNWdwK2xKZnp2cmx1bEFLczFIZGp0TkZyVjVncTJuRFdUWlVUaG53ZkVkUWFtQ1NLemdxZlJSdy9YYW9QOUY2SFNWYU9nQWdNVWg4R2VGSTNUTCtncnYwOFI5QmJHT2V4MTRoM29kTXFlbFNaMGprSzhkcG0rYkdPYUVYNElVeE8xdllES1hTV0FtUGpMcndVTnFnQlNGcmlEK29OcnRYcnpVOWI4b1VpV2toSkhJZHBmSWdlRUVUU1hqZHVZVVQ5N2l6SnhEckpoN09VTzZNYXN2MWlZSGRQYnV3VWhyTldsU2RSYmlFeW1YL1VnSktweFZHUzgxaCtnaVAxcEZOUHB2Q3lJN1BHY0NrSTRyNVplQ1JJN2VBNEZhM3hZeFdJeldaakJFeTVuR0RnVDdhcUdoTitENGJWRU5MVEFnZEoxblc3Ull5cmtDdlF6K09RM3IwZjFOY3ErVWhac3ljUkdHa1hxV0Jqek04Qy9peCtuVy9tdThTTkRsSkwyZ21vdHRTSGJZS0xHdi9uQkJWS1dZYlBkMC9VUWtqRFI2eEZoV25mZlp5RHM0QXZaa2VwNzlKTkhjNEpJRFN5ak54cG1QNDRqYnRxbE1zYjl5Nm9sVkhERkR0SHE2U2huZ0FGME5KVHBEamxpUTZkTWVUKzlLaWVoRmNGWGdDWDJYUkJyOU5jZHVMWmViOHZSMmY3cEN5WEpCczZGMlFEUkNLZnhnVjJVWVpFd2l0UkJraGc1SHFQUE1FSHJHQkhOaGdVNHJCWEpHb2FGSUdSdXZjSUg4M1FBVWlmYkEvb3B5Q1FwTytyUGN3S1hrUVVWYlZWQlhvbnQ2VkRzaU91UExaZXIwZ3dnL2pSK2FwUmhUUEFhV1ZiUDdncXlDWW9RR1ljWTgxRjByNjFHcndnc3IxMDQ1eG95RVRPekxiSzhJN0JURFpsajFJeHQzNktFUDJWVERKTWZPNHJVcDFhU2RNTUtXRDVDUHlCZWhzUjdFUFpONGpsSjhNQjYrUHFVMGF6SUhUbHZQNThlUHdLSGxKSTBObGRJeU9lSnF0RjJ1eWQ1eHFSaFpnSDg2aDRwWW1pMUoyWXlndE9oL09haVZqU2QvRGx0YXhzbndRVm5UaUFzMytKNS9jRmg0VDBlNGxndXBmMU84RVNaUGtaTHUvdXczck5GVjRIRCtnWlppWXd1UlR4bkt1cGhaZFpJazhDWG91eXlIVEg4bHJZUXpVbXpySzA0RXg3WHFMdU8zQ1JRN2Rtd1hWbW1aUjdZa1J5UkJncTlsN2dZbUprcTFVU3VlV2pRMmMwb0NQRXNBeG9Fa2RqWENyRnFrK2p6Uzh6dUJmdTV4dWttczR4cjM3d05WZWI1SzNtWWJKOEcvU0haQWZqeGhldVNyekxDRElVNFViTDNtd3UxaFpqQ1R6SmE1dVAzdlZrZThrTHlvT2JJdjVpYzVCNVhWVmJaWGZuUEVQY1FOZSt0bXkzV0JUTWN3ckxGZXNIUXp4U3RJZHJELzlQWDFscVRZSXdUK0laMDBhelNydGVOTEVrbTZkYzQzcWN2L1BpaTcxOFp3bnZnZkVUQ1Z0SFFwdFd6a0Y1SUtFaHArK3NGYThsS3VPUHMzZTB3WmVJbHdBajJrSElwR3hxb0Z2Y1RLTjF1M0ZkNXpSa3FhZHBLOEpQenNBMU5kTjJweGxIbVRpYU93Tlhac0FVSERqanBzUlNaeGw1ZEhKcURjbUhUQm5JTW1hRWFXSUlza3VZMXF2TFhEWDIvejR1ejVYcjUwelMvZXliYzFYZUtxUWVvQmk4RjlKMTk2TXYwMi9UTFIybS9ZY1dobGlsYzkvU0RZWXhuZWFXVFFDNHNUMzRINENwL2p3YjhwZFYxTGh6bUllZGtERWtJUlByVkhrMGV1dkxoMHZFZHVRWUVLRTJMbGxCUGpnUjBqS1RqbGdNb3Qya1BwUTc0b2NNejVUUjVVQkdkVFBtd0xwaENUQzFYdW9MQUZvRTZYck9xVEFCbXk2azg5UmdDV1RqcnoyN1VMZ3BlNmdhNmRVNERvNW1Gak8wQXUycjJpcnlVZ1d6ckVmRmp5bytkOExtZ3FjTkhZQlpEeDVFS1dGQg"/>
  <p:tag name="HTTP://SCHEMA.OFFICEATWORK365.COM/2015/DESIGNSETTINGS_SIZE" val="1"/>
  <p:tag name="HTTP://SCHEMA.OFFICEATWORK365.COM/2015/DESIGNSETTINGS_0" val="b2ZmaWNlYXR3b3JrRG9jdW1lbnRQYXJ0OlUyRnNkR1ZrWDEvNXhSZXZmVWcwTzk0RUJjQlhmcWRtdjFwUUNEMTczZ0N6czNjeklzOSs1MEF1S0ptWkpRaEtQbUNhL1ZkTmlnVmJublpVamN3bDRnPT0"/>
  <p:tag name="HTTP://SCHEMA.OFFICEATWORK365.COM/2015/EVALUATION_SIZE" val="1"/>
  <p:tag name="HTTP://SCHEMA.OFFICEATWORK365.COM/2015/EVALUATION_0" val="b2ZmaWNlYXR3b3JrRG9jdW1lbnRQYXJ0OlUyRnNkR1ZrWDEvL1FTczJ6bEJFVHRzOUlQTGE4Y1VwMDVFdXg4Wk52SEhmMWJmUjVYTnRlZ3hjbmNVaEE0U0NaK3JGTjFxRFplcDc3YzA2VmZlSkJPMDV3U0ZyRnhiTko5clVISlVQTVZQS0I5VFFuT0M3SW5weldpMmNuV3BNWmwwOHI4eWNZWlg1L3RZQWdqTzJ1Nmg1NTJrK2pYL3NXMzk3aUF5MmVPdzVmdFV3d2JPSUt4aytHR2t5UElJWVJkUUcrVE5LU3JudmFHTHREOTNLVVUzMnhNbWdkLzBnQ291S0piSjBnMHBDcXNHNkRSRDJqZjFKcVliTnBKbmRnR0tyWEw5OHZBdmsxZG8zNnZML01CS3lLZ3kwZUlCRFk4YzAyS3FvSEgxcUFvb3dKMFc5YnRDU0tvMjNkYXVDMm1OVnlVbENIYSs4NExqSUpSOXVtSkROQVczSHAzQXhISUhZN2orOXVSbWF6QmlIZjRjeGgyWGU0S2UxMmlOc3dVRXZHaTVaZVJzdVZYNWs3WGlaS0E5MmtOcEVEc3J5YngybnRwRXRibmhRM2E2UUJReGFtTmNJMEwxVHhkUHpDWGRMMGxjV2oyTDdyT2FLS0kvK0tqWnJOVHR4NjZsSkgzeWpCWGppaVNwR3pKQ054NHNNUHRiMFNvWENPSjYwaUVLVEZ4WDdjT2dULzNiS0dFaXFtbWxYYjZ3eXVSZlZOVWlvYXZxUm9tWExELzRCTmE2OE9KTWVaaVUwcTErOHh2a1JldEFBdThTSmhrN0wrSjUvSTVUQzVnYkt0NlFDek1rTWtVekI3TGdEbGl0OE9vQTFUWk5VRGtENHJvNUljRldjZDgyVHk0eWJEeDk0WC9JdzJwUDl3eVhNaVVpSEJBOHdCRHBLSDROUjhHMVVFaEM1d0c5QURuNkZiMkV3UDFyTjRwSXRRdm5qK3Q5c1NsK2t3ZnRtR2Nzd1RBZ3orOUxjWjJEY25wNXZDUXlwam9Pckd0aE1GdStlWGNNWUsrZUo3UFJzbzl3cjlLekVIdDZEbGJrK0dvMWlucVI4eDRoOXZLRmpZaE9DQmJoVm5iT2JPcExTZU4yNHcwMWNRa1JPUkJnQ0gxaHVxRjJMSGRqWkFNUHdQbEl6eVAybDkxU1lGTTFvb1E2MytMZ0NsSXl0azIxUkpJWkMwemxYNkFGMUpmWUpKaWVJaTdFV3FmQmZHVE1PS2VIT3ovWGFUNGRmaTFDamFlSHdtRWhNN1czUUx0eFE3QkFlaXhLc3l0dHgrNlhQb0ZXckpOZkhpMThqQWM5bEpTOEVpVkFoNXp0MzdXbzN0SVNPZ2Q1L1hkNlJna2NiSGgya2lPMDZoWmFacWFkYTVZQTNqZTRHVTB4WC9vT2xSb2ZUYnM5V0k0ZUhoV0VBYVJVbzh5UGhlWTBnb1RFSjFGWUg4cDNkcWFWZ043TWl1dmpuMWlEQm9Bd2Vob1N3Q2MxRU5zRHJoalk4UzlpVmhEMFMxSE1ONVhLMm5pRmFmNHplMzlyb1NMV296Tm9IdVhoaUZ4eHhKekFQd3BraVREc2RJaDFWdnFBWldBZitvQ2VLeEgySDBrOUhXTXdJMmowZm1FSkNRQnRRVnRGeVd2T3JQekFZNjFHNGttcXU3czhBNnl6RndEeWhsaFY2Uk5XMmx5UnVYbnVFaml1bm83K3ZkR25HMUZKR3ZUN2xlVWlrWnBhaGt1dHlrdHIyWE9MZmVNUE5Oa3BGa1lnc2dzVktyaUJDZWJRUldBc252Y2xnWWhhbmJtQTNMRXhjVFF4cHpZOFRlQnlBYWVybTU4eXpXQlhELzBoMzZHVzVENDM1ZVl2bGFRMkh1d0xidFczSE82WUoxc2JuekxBRkFTckFLWk93dWVJSWJOYVVWVU5DeVhrak10Q1k2SXl5M0JmSUJUUVVTUXB0RU9hTWhWd2FKQ3I0SzZ0UkdWYWxCYzJpNzloQ2hkcndjYzY2UWM4SDluQ011eW52RGZnblI1RE1nMWtNUnpSNkpHVHRFR0Y0YmFrZkFScXdHN2JDV2dYUkFoamlqL08raW00KzVBeWtBdWxkTzRHbVpocmZFSzFMMzB5ZkhVaENCaXJNd2ZoZFRVWDNGUkd2WkxyaFpFRmtIeTRsRFlMUkxPTDk4TGl4bE5uRnR0dGR1UDlQWWlXS0ROWDNMaE03OW5lVHBLNFptMXBHd3FjeHk5eDlUZTBmM1dsVW5vdlk3SWE4QzRBbldLQ2dzOUhpQktJZVUwSlJ2bWFJQ1FrQWUxSlRIdFFSdEFLOFZtNG1uTWladDZ2VFB2aHNOaFFGVGRhUlIwb3FmdFRaTnJEQlBrWGMvcmQ4aEdGeTZTYzl5d1VyNDZiV2g0a3RmNGNRU3NTYUI5TXR4Q2xlZmI4QmRiaTVFeUkzZEorMG9sM0RuMWM5dTZMQ0lUU0JMZGxPWnZHQ09JR2VISE8ySEJpdXYzQkphSFJ5bWhMYmE2Q3NDRVoxUGdsMHBKczJKR3A5WkpvTWx6M1VxNDlJRjJCamxudG1wWlVJanRERGI1dElLbmhJaUtramQvcXlCMzlUc3B3Wk1DVnBCRFhHSHVkQTJnOVZUdVBhTkF2bTVLYXJnMkpyR3IvQmM5OXhZT2lITm5lVzZxK0R3MUVqdU44WHlRSWFoQUpuWitsWDFSZGFUczRrSGZJZEpBZ2JhQVR0bm9mc2Q3MHduTmlVclFNWWNGb2xGN0R4TkdkZlhYTVgwTDZkelFoejlHeWw3OVI1T1F6T00yNlpxYUZZUHAya08wNm91dGpzbXRqNWk3Zk9RMDhTUkQ0MXVWSjFFcXMrL0dKMHd1dG42Nk9oVzNid2hDMStqMmxEY3crdzIyMDN0M1pYOE04UkVaTDZzbXNYVTFEL1JpSDRWZytucFhUMHZBMEhkOW9UR1NHcnpJVHljTjhEVkhoQ2E2L1pJNUtjbEJKTGdhL2ZZUU5yYktGb29JTUdhWVRQWE1SdXArK0RDUG5UNHB3aFVHbE0wOG8vdGNjVWkyb0czMnBjSy96emk1amMySi9ZTmJjcVF6NWY0Ny9rZUpQeFNjNUhHczBxVHNVK1Jra1VzanQrQnE2K0xZRk5obFdJQ0R1R0tkMXROZVRmTmZIOHRJUkY3d3FiUHJMZUI3bXZoMmZ2V3pNajNNdWNWRTlPSS9xSTFCYU12WXBqUGVQNzlTNEQxZFRqYjZPLzVDR2pIT0dySXJraW51NWF6OHpaVS9HRHBIM3RScGNHOTdwYUZQRUhnYy83SlZnSUtDY2xVcVNFek5ZYXZrOUxJbVJ1YndNSjhBK3N6Z3hEMndKeU0rMGxwQ2xvVmJIbkZ2eVNEZ2R1TkRtZGo4eHJTcytyTm5YRTdxWjdINi9ycVYyTzZEQk10dmZjRGFCU3dSK1lJK0VGUmhqa3IxbGthZ3cvaGpUb0tvb2g2S0N3U1Y4Y0Y0a0k3aEFROVhFRDFZYlQ2azhYdm9VRWZ1d2gvam50Wm55RkFNSDFDN0E0TVJHSXVyVkkveDFDZkd2T1dZS1Qya3pnOGdFNVVEaEJrMktBSjZrcW1BcDZwWkJYSkdQS2hhRmlweTJaU1hXTXJSZlN6U3dPRWhFR3BCR0ROcno1MzR4cngzcldqeFVGclJORlRCSk9mb1l1WXVid1lmZzVUOGxQeHNRRlJoMEhNZUNGd0ZZM0JYZ3VPOGY4THRjYVlFYlZRaUdBRFpJNVpyOVhESDlWYkk1aXR2a1Nnb3U5bXRSdUd4eFhoSDdreWR1UVVHV2J0dXB1Yjg4L2Y4QWhKSHkwa1paQ2Zyekc3MFViSE1PRUJhL2R4VVVwQk1JZmNwWER2VVE4NEtBblprV2MvUEpYSUM0WXROR3B3NjFrdkR1dVRpaTNWMGMwMmUwVUFrMzJjSGZFdWxzVCtjR0Q3WGZPTGMxbERDalNVZm85QzVMVWtSRTloa0ZaU09hb1ZWTEYvTDVYS1RNT0E3bnhOYk5EQkxpWTk2U1VqMmhVMWgxK2dpRmRMRk1yZTNMYkVUc09rTWM2WnJiTFpmL1AxRGZjMnpGTC96ZmE0SURQN3FhUzdHckZvUlRlTVF3anhXRU5vL0ZEVTg1MW9TSXVkTU9JMXRUajNoK1NrN3VwaHpoS3lNeE95UFYwREVwS2lHRHFUL1ZtQ2NOazNiTkg5c3JzVU5uNFcrU3hQRERTcjhxbnZJOERaOG52Z1hCdytlTGlTU3BJZXVEMGk1WnJGQy9kanVMM0JPcU10cmJvb3IwLzg1aUFrTHl2em9xbHZra3I3aGVrU0dIYWVEeW5DdE1DcDNlbEUwQkNCdm85ZnZzU3FDck44VTlmOUI5bXJ4cTQwczZGTzRkY1VoaU9xQUVnZ1VKQmsyV0RCTlZWdjNpbmE0NTluK21Rc3NUZk82bmhidTZWM2FSRUZZdjJ3SGtWb3A5VnJrVDJaODJwdUJVVU1SZk5OSGROVEZacktxb2trMnVUazlaek10NVdtcWZTVjBmMktVa0RyWi9DdVpRWGNOUGhUcUFneERVd2RkVVBVRjhuTyt6U2plUTJYTGFKcXNuVHlaL2NHTTJaK3pUajduaDB1VVpKRmhHNGtpVjRxUCswM2RpUk8xZCtIU0loeTRDZ1NxME9weWtYTmgyL0NCeUs3UUc4czZUanZRNjZWdUs2K2FvRFNJSlo3TTFNMGNzTGdiLzVZM094WCswZW9ONEczKzlrY0ZuTGpSWkh1NHZweWpveWl3TGVoUFQ2M2NqSkZzVXpseFhUL3NkdlkxMWlwcGNuaXJiVGd5UCtFanFGZCtZSm4yUWx2NnFsbk9TQm5uUjVQdVNoNktLTWNxNzFUZTZaM3Y2TDA2SENGTnJ2YzlhVGNoaWtUalduL2p6ZEdyY3kyNVhqVnlxbkN4RUJxZndzUnNRbDNVcWpWbm1aUGJXQkJWRG5GRk1FWWh1cHdJMkhVQXFqMGczVDVqeVQwMU01aVVtajVQQko0dkpseGxXV2JkY2lTSnE4alFRRmh6UTI0a3BpMm5CU1g3cHhFRVB0Y0trNVZCNGZBb0xnTERTZ2xiUjFxWWVMM2VYazNNYk1KNVQ3Ym1hZVVuam1CYnFXWUNlKzNFbHgyRlcweWVSMDZEb05NK293cmlsQ1g0bElrMDgzWXBzK2ZNb2NNMkpEWlNRT3hVK2VIUVRxWi9zZXR0Ry9RUEpydG9ISHVjS2xPV1VEVGpzTER4WGYvdllpUXhUcTRsUDJjS21HeVV6RThwNGZHS0lxZ3ZJcDgxbW8yZjNGMWpFaGxFbU83b1BPZDIyRTZ3VHNkbGp4a1lRclJUQ3FwYlpKeWpjZnhvQTRiM2FWZEJzaUNEWG82anNlenc3b1lURGNRVlMwUEJuNlZpdGhBVFVuMDVlM210dlhHVFhoZXJiR05wSUgvbHhrK1JYbkRLUTZYUWVYRkw0eHdyRklyNlk1NGdxTnpDN3VxWTdKeDBTVk5WNFp4Vis3b2t0UTdkWUEwalYxa2RoWlRhTEJUWCtNTEluZWhjRlZBVUhXZG5Xd3JFWm04UG9sa0VSWDM5NEk3OEMxRHBSODVJYnhpUUNKYkpwdHAzMWFQcmJvMFNQME03b0hrNWovdGxiMWoyYzR6TjlqNk5NQXhIR1EwVTVSV25EUWo3T1NpZXByOE0zR0dCOEQ5d1p3NGYwTnhCRnIxUkwwNVFnbWtQVnhSY3NVZTZueFZaUitVRUUzUVVKN2NSeEV2ZnFWN3RzTmhTRkZlNzRiK01nampjVVFnVlF0UEU2V0N3TEs1UVd6TWZUOVV1eTQzbTdZTEY5TTlQektGLzlLeXZqYVZVYXpEbHhKV0UxMkZCQkUvdnMySnJPTkJINVorZURwSUdBOTBFQW1TbDY3NkRxa3dxOFlSZnBUWTF1S0dyK1ZleGhxVnl0MDVGYklocU5adTQyNzM0RGVGSVRPRjBEaVFBV3RTTktLSEFUS0VuWkh4SjlXUTk3Y1U1dUswL3VsTkYvMUxjeENEL2xoeUY1blhZRDF3KzZZaCtKSFlCVVI3WHNMM0k0STBBejdDd1N4a1l5bzA1Y0JDeGlnUGx6MmhPcVA1RG5YVFVEcjdjUDNDVkZtdEQ2WWtzODlSZWhFZCt3WjZBVnZQSkE1bG9Vd0Fvb1Q0NGZyaG9YdDBzbm5rQ1hoV3Jrc0xKWklvZ3h3YmtrbVoxV3pWRUx3b0w3alVmcnJyOU8ySmdLOTJhenBUbkZBRXVxa1RXMXdrWm5KTFRyUy83OGo4Qi9zVWlkbWtyQ0ZKYWJwR1ZOVjg4VGNucW1JbzJlaGNZd3pmYk1HaUVNRXdLcWVYeEZ0SXphWUZiTzBDSVorVVFQMndHNGgzaVB0cVowMTlqSmFDUDJBUWdRZHJRNnEwYnY0LzFXaGgxZ3Y5ODJ6bEtRSW10S1pVK2l6SW1FMTVRbXBrclloT3FOTk9HcXQrVUUxcnBsUHE3TUxHdHpvVThucG9xZWF0TEROOE5kU0Zob3QydTY3T21UQ2RSKzhuUFZiQUFpVEc1Tm1NcFV5SnlKZjd4MnNERGsxQ0htcmxNRTlZREQvUExSellTQ0prS1VwdlR2SmxQalR4T3NwTXRSYXZmZm81TGhqUEtrT1lsWFpJaklzKzZyOFBtV3NFY2l6N3N0ZkNqYWZicXRGNjF3eFpZbTJTSFVLaEVEL0tmeW9OTk1CYUMrc1A3UEZHekZ3TkdNdDlJOXF3Q1U2cTh6RTY0bU5XZmJtV214bjc3Uk5NT3N2QnJ0VFV4SWdNUFozbzlxendva1BhRTcwaVJoRlZuQ0tPVEpzdGY0TDlNcUQvd0tMRjI4engwMWtKK0Z4enNISkVZdlpaLzVmbTZnVFYzWGVkWkN0aXNOQm4zL1VjcHN5QjFjMnkxK3JHdWJ0WnoyVXd3THlBa004WDNyWmQ3VUk2cUpTaCsyUXcrV3pVS2RtMXNTSndiQ2ZHMmpHNmZ0S014azJ2ZG1KVVZya2VaRFRqS3ZhdkVDa3Y1d2JUR3B3SUNEdndqRHZhQnNzb2tXUkQ5VkVOblQrSTVYZlhvdFl3L0hBSk1ZVGJ5b0ZickJtRVVOWmlkNWdGaGQyRjJyb2lqZGVDZTlFWEN3QlYrWlFDdjRrN2djTnhiWDZHTWtaK1FNU3N1OG5WR3BHcC9MYWRQNFJEVm5rTWxwdHV4RWFYbHVhQ0Z5dkZKcjk0WFQrQ2dzeGJycjh6eEg2cVo3ZFp5ZGNFRFJCQUtpSU00dlNjUVkzZVRzcGV3RTNnbllXWGVXc2c5ekRrS1QvSE9lcjI3SmlsZW9hUkVLQUdHSkRsYzcvd3ZJakZUK1V0dlMzZVFSS0lQaU9qTjlYU3hGTDhiSkFaa2QwVVRBUFAydkVMN0tCRzN6UkFtRGlOU01CWkZaenBzUXM0WVVVUHdrejZTZWx3RllUeWhsRG5RRU5iNFNmd1E2WGFmZFh5U2pvcWpFeFpNS1NndWpid25VanM3OE9heCs4dFdqRHJ2YWh5bnQvbHJ0OUxxS3FiWHZqamRzczJrRmtoQ0YvbDllOTlnbC9qVW1xL1Y2ZzNKZCtoS1VQeHB4SFRnelFlbWhZTVRjZXNFRWpla1hleVNlR1BXQUxsME9BbkY4UWlnOE5CeVhJaDN1bE5YZXQzTU9iMVA4K1MrNlR5NFE5UWdUTTNxdmJUU2pKdG1BaVI4T3JrSEJNcG9kMWYzYkVYcTNsemhBcG1SVGdXQmUxY2dvMXJvYzZjektzbHU4akJkSzZNMFNZbnNMejNkQTRhdE55WEVwa1Q5SDZjNjVhU2VSaGtwZ1JVeEJlNStxU3ZaSjhiQzlMZ09ycFg3Tm5GY0U5aElHN3Yzc1A3R2hGc2pWRVNiMk5wcjFOQkxWYTZQc1FnUlVFS0dXNzhWKzFGMVo4d2R2TXJyeTQyYU4wZ1RBNFV3SlhjVzJCcHNBY3p3d2M2TWlGa2pKcmhQUHF5Y0MwVm1lZTdDbFRDeUlrWCtyNXFUSnUyT2ljcFFOc0lBPT0"/>
</p:tagLst>
</file>

<file path=ppt/tags/tag2.xml><?xml version="1.0" encoding="utf-8"?>
<p:tagLst xmlns:a="http://schemas.openxmlformats.org/drawingml/2006/main" xmlns:r="http://schemas.openxmlformats.org/officeDocument/2006/relationships" xmlns:p="http://schemas.openxmlformats.org/presentationml/2006/main">
  <p:tag name="OFFICEATWORKDOCUMENTPART:_SIZE" val="1"/>
  <p:tag name="OFFICEATWORKDOCUMENTPART:_0" val="b2ZmaWNlYXR3b3JrRG9jdW1lbnRQYXJ0OlUyRnNkR1ZrWDE5RTZtdjFrRGNjVWJLZkkxZHE5NVdhK1BEZkJlNmJGUXErRVk4SUIwcU5vR0szUjdrZWd6dkJzNmlhcktlZXNaWmMzL002Y3E3UHg0bkkxVW5reHhTT3J5OTYvY0ZEWVNFcUFGWTZhVHNFaUhWK0xtWFZRVzUydjRXQVpqTDREenJvRmk4Y2p0RFBxLzZUaFJLWHJLTEVnczZmRkFPRjBramRxeUtxU3lCZ2FFdXVaS3p6TEo4ODNsbVhQSVhkRFQyMWIwUzd2RU1DL0JsRFFDa1F6MUhmZjFsQkozR1owRmhxaGtvek9zaW5DS010bFl4cmR6Sk83OUpHTXJkMFB4YzhBb2hHMlp5UDRreG9HT1dlTFNmZjNKWk1Wb09lbHMzbmtsVklxS05nWFVFeVlEY3prbFVLK2psZmJ4Y3VPQWlwRlVnQkFEN2lOMHk2NVd2aVVZTzlJRm9LRVJ1L1UyMTJoM2Q0Z2JBSFVKMk4zL1dDR2c5VnczYTRBSlhMUWpub0d0ckJNblUzMHg2cjVkYjJoOEdmQVJnbVhyWUd0UEFYcVo0a3pNaXFqZUR4NlJsRmpKWXRqNlRDcHE4QmRYUXlmekFEaXpjZWp3ZHZSRnhyT3AzdkJNWkJ4aXhzMDl1elF0OGNKVnBRQSsydEhtK2N1UXZod0hFNDlvY3Bsa3duMy8xbnkvdi94UFFuamFoZGhHelNSelpFM2Iyd05rM1RORTYvTUw2R1pteGJDT01zZ2ZnMUNKYXU2OWltclFsQkNkVWhMU0RIcjJYcUlTVzJrNGxCbUxsb0xKRmhFQlRXK2dEbnR3WjYyYmltQVBBSS8yQW5DZDVYdkwxa2V3cTdBVGpKZjZNZ2pjeXp6Ymlrd2ZBdi9EUGxwclo5Y24zVHE1OTFFTmlaU2FaNFE2YmxoR3RkN3lub1JUVmZ0a3lQeWZJT2pDNEczeEh3RHJNY1pqakF5K3Y4OFBoK1h4VzVuVXZQbk5lZWpJOXFzR3h6U3RFbGljVGRLVDZPbGMvVWRscWtTa3lLaGQ4RmZJM25tb3Vwc1lBcUZzdFZYUnEzTjM1SkEwVnQxTTJPRDZHSlNqeURTZlpRckdWcm8yREhoaFFFL2Q5MFNWRDdBeVZPdUN4YTVKUmZQcHJpMnFqdlE0RHhPZkU4TlpORHhhOXFDR213NjlSck1qMktQQmk2REs1Z2d1RzRmazBOY3hWc09rcllFT0VvSGpzSjcra3NQWll1d1V2S0hSN2kyQU5kcUZDYURBZFdMY2JxNjQzV1FUU21FZVphS2RWSnZNbk53TGYxZ0RqYVk1UU1uUWNoYVdtbU8yeUVvbmhXRHRUS052NjRUT2NNeDJzN2lJR2VmcjVldEhXOWJUbEh6UXNLdDA3ZUhMbDJQampIRmFMRFYwakhkR20xTWJUZFo4ZmpxZ1RUMFU4bGhqUzRVenovK0VwWDRxaHVjYzdxY1prKzBsTUJLdTA3ZDMvczlvbTBVQTJIcitwNDhjM0x4SzNOTTJyOWpvS2FYQWExWkNnVTRiUXgvVDc4L0xvUENySUpzTjNTZDJHMVhmbTR2MGtkU0tvTDJrOHFhUWVaSXVyVlZyK0pFeEEvaWZMTFhyNUg1Q3JQcWgvY2R6MytyOUdnYTFrazQ0dEk1TDZhWXJZdDFpRStXNi80T2pSem53bWoyRGt6ZlRKRklKM0RDaWRYaExQaklMZXhpQ2FSN1hqQlBFcXJGVmpTOUpUQktYb3dQMVFJRmd6ZHJDUmlkNXNlVG11cEFwOUZCVnRwZlJUaldJMEFINUV5TWU0clhZVTYzdGQ1VXl4SmJwVkp1bUJrb240S0lhclVtcnZDN3ZHSE1YQjZqZFlnaEcrV2ZGc2VpSzhxMXpQaE50SGVrbjFMVFVIUG5XNVN3Mm5pWng3c0IwMDcyS2JCVG9Ra1N5RGxWQlNweVdmL3JGWjU2d0REQUNlSUdpaHU4UkovMjlyYjYxTERWeWd4Nk10N2VRcGdDU0V2UC9pbHNkS1dRNEdZcGQyd0g4WDlucTdGNS91dUowRGdHT084UjU3QmZ0NGV5eFVGeHdhbis3bEhhOTRXbzRZTTZEbTlZOGV0eExrNDBHOTQwU0VDNVowT0tTa2VqVnV1aVgyMVQ3UDA3ZTdYSHhBam9tK2FrSGVrTDZ0d3lCajRjRUExdzN5YkR6aEIwa3pmQlQwWENWaU5ZaHhITmpLYTh5dUdXLzBWL2lQYnV5Q0FTanMzWk5XbWdaYk5ScDBUZjNNVi9FaXhxL1Vab2F5NTZraVkvRjljYldtQmMxV0MzUkxmM3Rwa0kxbFk5b1NzNFEzaGJZWjRLQ09wV0xJakI1TFZVR0cxckhXU1kybmtkUVJmSUNaSWcxSm5wT0lXN3FWU05XclRVb1ZzVEJuOTMvSlM3SXVJSCsxNDY0V09tQzYwK2ZNWjFuYmNRK1BSaFlQS3BsQm1UZ2dBeVhEVHdIY01uNG9DR0NSSDVOR09WU0JZOUx0VGp6cTZFRHMxejNSbnFXTGNBQ0VPUExVVGpaZmZiYjRjeHpWWTlJQjQzVFJjbWRlNGYrNjUxSmEwaGNPdW82NzBtVVlTTzkxOGIxNWFDSXJzQkR1YTUrZXVEQ09CY21TWjRSdkxhTUNVWGJHK0pjNXZmaUhxQUZrWDV3UGd1bktXd2YxUU5qekVYdHBzMU4yVTJ4aTNHTEdzMnBONUZvc1dDT0hFdmdYTXFJOXQ3cE1Yc3YzWE90MWo4NEJpM1kwcUZsNCtJemhIRjVFcnpsRTFVQ0lLOC9OT3VMSWZ1NjMxcjJKSUxKdXdQaFo4Z0Y1TWEvYUVmbEhxNjY4THNmN0xZV0pHaFpFYXoxclVJdnh6SUpWaUw2M3VUdEQxVWE3WTR4TFB2blpXNHdFN0s4VHJ3NUYzRzZXRk9Kd29YZjRqc2hwbWRkR2dCbTdiVG5LZWhsQmpZR09abXMveXVGcEY0OXd2VlBqNGpHdHgrV3JPRHpxQ1dmNnUxaWl2NFhkSlRSSG9WMkl6bnJFcEpKaXJrMlBDdXhCN1VFWUErZXFEaWkySHZNck1aUjN5QUdBdU0wN0lpbnN6VCtwcVpIaW05b25TQzJVQTh2M3dtalRkamFDUDNYMUgxSy9zQjdtUldISHJ4SHNNcWExSE5OWnhtS3E4L2djekM5cUxzYmNIa1VxaUlnM0dzT0ZmSkx3UGZENmdlalpiVE5oc3Vvb0h5TUYzTkxWSHI3MkYzNHMyZ2dUL0dkU1BsSk00TmVPTTZsRlA0S1BFUTYyQ2tMMlZNUHF5aFkvVk1lZ1pNZzNuY3JoN2NJQjNRSmN5RGxTNjRaUldHWFhuR1ZmcWtoS3QyenNDK0Y3SGJ2Q0Fucy81UnJjT2RGTTd0NDdWYjNNTldFSUJRMnpSWnl4NG4xYXcvOGRFWjlFWmxqNnBnVGg2blFoT295SmFNR2tDREFPeFAxNW4vUlg1cGRGYjRCRWQyVlhQYUNQVzNFTzl3eFBFN2lqVllIZnRzSG9rRlR6SVRrYWZ6MDU2RHNzektrZHFuT2NaL2hCbDliOExPK3kzYUNPbVdaQzVRQ1pRamhNcDIwanJtU2RiOE9TVDl2dTRFNm0xV2JCb0JNWi92aitGQWlRNzEzMHoyVW9xVUM2V0pLZTduZ01jNVVCNm0xL1h3RHhjT2oxanNzbjU0WUYvR3VML09Lb3BDZUFSNDczT0laQ1U5NmF5NVZWdW9wMXpoRTBwTXFSZnczVWdnOGVyRExoeHIyTEJoUmJVajZENkpxS0Z6QkhURDY3aHlLSW5VK3kvM1RIUzQyQ1NPbXRDajgxWXdPa1ErcEo3U0ViREhTUys2V05XYkU3RmtrSmpVcGVubUdPM3FjUUpYa1RzNW9BVjg3RGYwYVk2UXh2dW9MR1JUZzM0V0NoeCtsZDhsRGdPUERhZDZuTTFoYU9JWitWQ0hESFVNOVpDdDdMSUQzeG5RYmxmVnlhMjZVSFV6TzZlSjFTL2VUTnEyRW9mT1U0OEJDZlVObTBtUCtxczVyUTlpK0VjUVozOFUxbHhYNEQrbzYyN1F4RTlXeDk0REFrdkNMTVp3bFJZbS9QenYySGUwSGNLMGx0cElka095RUZEWjJxd3UvS3RGRVcxd1BwN1pUMUNoUGRvK3JGeUZEM2piVnJVbzRMV0tmT3dNVkNiSlUrTm8vMlFQNnkrMmlJT1d3WTlxNjhLOU9CRStUOWp5T3FkR0swak00SEFmQ2o2bjJxZ2YrblB6ZW80eVRQMmszZVFNVEVtNDl5VVNNUXFJRU5xUnhkN1piMGZKV3YwSTQycnZiR3BycitZd3ptUlBBbVg3a1JDaXlaUHN4Wk1KUE5zclBQUUo2ZS9nUUFBd0g5MnM2b1FpMjVRbDhQNnQ0cUNtdlYvb1F5UHRTMXhjR2ZKSFhITUtPQ3RPckJobk13bFlWVS9WdjZCZEFSa293c1pEZXJVeFk2aUxEZDZjVnBMUW9lajhybUtaV2p1N28zQnlUMGRIZ2VKakMrbWxYVnorcXJxemo3REJNOFgvS2x0bHVvUUVIc01Md1ZCNEtrMzNWWXVmR0dPR1NqZmVvNHYxQm0wQzJMVzRUbDBlcU9taUJFVDVvQy9GNkZKZ1g3NGpvRndGNjZ1VUxlY05CTVhoNytWVnlENTJNWGtJUWUrdldEbkhMbjBkTm5oRTc0Yi92OGdrNlh3Tm8xWFpDRUZodC9CblQwbC8wekI0dytnNjBZcisxRCtrK0lNa2MvYlc3cU9uanZWT2VaWWFHamROeGFhZGdWU05LdHo1VnRORnJqaW9JRGZZRVdVdnVuMkozK20yWE1rbDhXcTZJYyt5UGQzaUJvc25mQ1VuT3I5MTlMeUJueUNoSEZrNFZwSDZ4QUxNUGhJQ1RiYkRXVGNSeXJHaElPcEpsK0pDNER1K3VNaUN5SjBFZnNEUE1SVEphVm9Zb0srQ0VEaWxZU2hVcUJyRFRPVkMzWXFEamk5MlZCdjNjaGV6Q0tmaWdBTVpYdlhuWnBrUkQ2R0paTjQ5SWNmSzE2RFpISysvZFZFL2hkWWhvOE5YZ3pQNTcvS0RFZ3dvUnpmbUljMklBMEZGblJ5SE81UytVOFNXakt1bjdIVTkxeTBlK2diRVpCQjFmek5TY25FUkU1aE1VRGpNT0dKT0RMZDkzYzNUWFkwSnFrUzFnWjZDZkd2bnBZUFVhU3RyTjVUbTFmVkZXYjgxUnpUSVo3QXRxaFVSZlJYaEMxaHlrZ2g3SW1sYXhLbkNHUjFwNFFnbUcrQTRHekhwb05raFBSRjFGMlZ6a0lydjNyV0VtcDg2clhMdGJkNnpXdFhseTFDRGUzUkFzTUVTUXdzbGVwanFQM0dQUk14N21wdXZKSnlnVCtGLzdmQ0pRNnJKNDQrYlNvYTdva0Z5ekRNV2FiUXNBL2ZPdnErRmNlRVIyb01jbUlRcVJJQjh2SzJGYUM0Q3laYWduQ1YyeGFINTJIRlg2bkJHNlF4ZFd4T0VHVmhVczdYYjhrRW5GTmVTVWQ1Qk9TWCtBc2JPOGc1UG1QYnZxdUVIT0M5Y29VUXJNT3Bsd3gxdUJqZzQra2taWWdsb2U2Ym0wL1MvaDMwL3FuUFdKZ1d1TExTVUEwQ3dLVFFUWi9uaHNOd25tVnJZZW9RR1lKdUZ6NnEwaG0zMUVhY0I3dEd4L3hIZHp5ZkxWdzdpcytqUzFWS0tQZENmNFN5QjhoQzFMOE5YQXU5eS9CZ0tpYXlMUFU1Y2M0RFpVMVN4NWY0Tis3R2x1NSsxNi9XZGIwNnRLd1FoWE9aWkxjbm9Ob0lkRHdOc3ZSZlMvTXpxdUJNZU1EeEdzTURObEpweURlb1BMazJEVjhKd0VsejBDdkM4bFZlODJwbWdzdEFINXlFYXF6YjlabE0zaDJTSmF4dmU2L1V1d0wwVnBZSk9MK3hvdXk4OGdYeHlQRDNVYy9FdTJmRFNPdG1CaXFwQlVUYVkxYmtYdE9WMmx6anZpRk1hbWtpTEo0SjY3Uk1zV0hpUXJ6cTBTalUydm9oOFU4MmFNZDM1cURsN1NoMjVUdTV1T05ybVFqZFA2ZnovS0JSejR0Qjg2QS9UMTJyUi9SRVlPS25QTHViS2c9PQ"/>
</p:tagLst>
</file>

<file path=ppt/tags/tag3.xml><?xml version="1.0" encoding="utf-8"?>
<p:tagLst xmlns:a="http://schemas.openxmlformats.org/drawingml/2006/main" xmlns:r="http://schemas.openxmlformats.org/officeDocument/2006/relationships" xmlns:p="http://schemas.openxmlformats.org/presentationml/2006/main">
  <p:tag name="OFFICEATWORKDOCUMENTPART:_SIZE" val="1"/>
  <p:tag name="OFFICEATWORKDOCUMENTPART:_0" val="b2ZmaWNlYXR3b3JrRG9jdW1lbnRQYXJ0OlUyRnNkR1ZrWDE5L0dzYm5pcVFuM0dYVmlYMEc1WmNvT0JLWnNLRTh5ZlkxVGdJejlaaEhFeVVtckVvYzE2R1Y1UytBT2Y2dmFuOWVLVkc0elcxTU03Z2JyTGZuc0FBMDEvaS9NUmtOZ2NaQmxNMGNUWVFmS2pZVDhWNmZuSURDQUlBQW0rQTRUZnBDUWtiK2duVC9xL2Jrb1cvTTVBQ1RoNWRGUlRiVGdOb3BiNldxMitBdXQvU255UEs1bGVaOGl5a0tmL016bHNsN0Iwc1dQSk5iVVB1ckxEZ3UxTlJNTFFlUVY4bm5GbEg4VU9nZ29OaG5GdmJxemQ1VWNsWDNRYTQ4QVI0Z2ZneVZvVEU2ZGZ0R3MwVXk2V0VpL2VSL0x5V0pndU9IS1pveUZBVWRwam84dWorSjJnVXByMDJZVVZUR3MwWmpjZEwwREQ1ck14ZjNqczdZek5LZlJpRnlIRm9iV3JOSlZ6aEljSUwwNndmcmM3R2JtWFJibzRBbWl4b2UxZGtPS25JTEdYcVU0L2pzVVN4TkUxYmY1b2ZSUHRVSG9lYi9tMzFaM3lhSVRxeFQrQmpmNmMyVlJPSTc3VWp5T0RRODVCZU1URU50bzEwZFVvWS8vQnc1L2hCN1JqUTBveFFDY0lveGRKdW9ubUhXMUZKbW5JamRYT2tBaFFoenpIQUpXcWpudDc5V0JwSlhaOE8zQjAzSGlWbHdndVB4anRoaGYvM1AwQXYzRTNLK1UrOU8rMlp6WnNDK0Y0ckdZWDRxRnM1My9UZVgzUHNmQjVLTzVHUUJlakh1RzZQQ0VIdTJ3em9XaUVSSXBaL1Z6RmRxbjEvMmFpNkhsdDRMTW5DeHdIMkE0ckc3eXdLd1krQXAxeEE1K2hQblVsK1h3ek5scnZLRzQrRzJBbmFHQ0tHZEtkcklweXg4a2hiZXpvMnF0eHQzcVVYQjZDRHNvR0ZCUXJjV0ZreWhDNnhKUFM3QnU1K2psZ0ZtRDI3MUxxZTl6bFZ6U2F0UFpMZlVqaFFSM3ZFaVZmZHNWNldWYlNxZUNVNXRmMFBLaGE3K3craHZ5eml0Vjh4QWlLRy9JdTU2aC8zYk41dk5mR3BKem91RFZCTUcxYjZPYm9YRElOZkFacVdIUkZZajBoeCtYUUZiZUVzZEl4VkRXRFh5WklHeWlRTVBYL3dnSXZWcnZTbTQveDdZcU95YWF1cDJ4d2haL0podk1INzYxbkJSVnlrUVRMbUFJWHMwN1dhM1RNYm9xQXRkckRJTFMrNmJ6NjBsWE5BWEc5dkMwdm5xZUdvNXZGR3pibzVkMUVNajJjN0M0OFR6a0tQZHZWaTIyb29oWjEwcVV1d0ZjTWRJNHVzZTdnbmlmZDc4TUlKa2h0SmUzWjdpa0pqRHFIeHFERHg3Sld0cGZzNnB0bHZEZHMvd0h5V0IzN0hUcW15RWlWQjU2UDdFaTBTdEM3a1hDZkROckc1MkNQNnc0bWZrZjJRMDNzdWZwWStMcmdHVmhvNFFuWldxdkdmY0VwbTZETEp5N1VqbHhkVGd0YWJGeU9FT3ZBaU8zaWZMdGt0Rm9XcnBIV1RyUjR1N2pOSFFZVGJ2NkRyUGh0czdESHB5LzFKYUFnTk15dUhGbllrRkdVZW1YWUtpRGQycnNiRTM5ZjRuZlJKQ3crOERCZDI4RnlUdS9OWHhpR3lNS1RsMGw5aGhTNkpITWdoOEpxTXYvL3ZQSW1EMzFrcGNud2VXYTc5RVFZQVN5VUtmT00xMWw1V1czbkFIYkJEZi84N2tya0xlaVl1TnFxT1dNTFRPWElXdnVaTVVqYjlwSEJVRXpIK0VQSnJRQWRYcFhhb1FuMDVmeHhySGZFakN2dW0rUzNaT3VydHpDdzVHQ2VsUGV5a3F3amxYMTJmUWdSZVFPcHhSQ25aR3V6REpvdUZ2Z0YxSDVMY3VjbXRiMkltR2ZYd0gySjlBMi8xQjNJOTlLNWM5V01uTi9ZNlVxUU55d2R0YTY3OHV2eVF6QUdJQ3VxT0tFY0JXcnBFdg"/>
</p:tagLst>
</file>

<file path=ppt/tags/tag4.xml><?xml version="1.0" encoding="utf-8"?>
<p:tagLst xmlns:a="http://schemas.openxmlformats.org/drawingml/2006/main" xmlns:r="http://schemas.openxmlformats.org/officeDocument/2006/relationships" xmlns:p="http://schemas.openxmlformats.org/presentationml/2006/main">
  <p:tag name="OFFICEATWORKDOCUMENTPART:_SIZE" val="1"/>
  <p:tag name="OFFICEATWORKDOCUMENTPART:_0" val="b2ZmaWNlYXR3b3JrRG9jdW1lbnRQYXJ0OlUyRnNkR1ZrWDEvbmUwM2drcEhOVmg3ZGN2VG9OVjBGNDNpdHBzT2l5cS9zZlJES2creGRMbk9FVHJRM2FxNzlwZnZDRmpmYTRqRk5hZ0JmUitIMUJjd2FWUW5ucUtJNzFzMXVTMzJEM2NpZy9DM2dsOG1PdkMrR01SZzBlRVN4OWw2Y2tQUHhTVEFWNVYzeW1xT2VYWDd4NU1PTUh3endVMW5zTGlkZ2xWL2J2cmtWM2dyTFVGWmIwdHZBcFV2WXNLUVFhSzhPOExPaXZaTjNObmlqbVlkeG4xcjFDSXpOKzNNN09DRDltVUNLem0vM3owS2o1NzJYY0gxbEVkTDIrUkJBVjEvRHc4Zlp4Vm9LTG5SbmJEMUdycEE5SG1KQXltOUpQdWRIRTBxcEFXbWNPRzdOOEk5ZVVyZElTYm8wbGhKYXN3amVDbnhYNzBVWFBlK1FDMVFVV1Azc0thRWVvcWE5RkZmdHdBdU8yZ3ZueFpYNWFOa3dlbkw1U2Z6RkVHcFpSOUNFL01aR3prVnAxKzNtbVg1eWV2TXZSaUlwdVJPbWJ6cGJUcnBmNTIyMXdoS1RyR3pBKzEvbGg4SzgrRjc5TVlPNWNsNzZRaW9wbHRQbU5NVFlRNTVNYUdES29kTzAreVFQU0svVVBYYXdvOG5hUlVhL1dYc1FlZ2l5VUZvdHp0NFgzOE0zYkJ0N3JFdmFIVitSalFYb1VKMzRIbWxTeE8rd2JtK2Q4VmNST3JKSkQrV1ArMGowN2ZTaDZBaExBTmN0ZkRHdXJpZTRZdFhTTFl0UlNDRVBCZFNIeGI0RGlmRG1OTUhJcDVmWXZaSGJJRnZhWlFvNnVkTGswaFZvUkVBUVd1ZDB3K2NFWE5qNndCL3F6Q04vRCs3TmhBclcwbjZ4UVdGYmNGK0t0TDZyZ2grWE43MzNTRytBZ2FYZnI2RVBxRkF2VUllOWJwUUplbFN1UG13VHFibFRXcGtoaWU2S2ViQTB0NFJMdllJQXFtYXprd2dIenhWbHBhT25YNEJyWFNkTkpDRnQrWHJnMS85UkNSdmJ6V0JnVzlITVVWRXpSUC9FRUF3N0dGTkw2RDRvSUtZUDNVWitZbEhwK2tURnQxVnRsSDNSVFR5UllSQ1lpRjdyNmpicEcxb2VVREZURHpqUVgvanNsZ2ltVThRVGl6SnFya29iWncwOGtubnA5Yk5rOUlORGZac1NremhHOVFybU1tYmFwWUNyeWozRzl5VXMxcUJXWG9lMjNVQnduamRzeFhNSW53ZExsRk1Ea2I1eHQxTkhycjJZUUlwQUxHbXdFSldTVkxac1ZFNGJKRDhPRXFLSHdqMm56aURYYTVnRytCMHpzSEpJTUhjajFUREQyb2hPRXhaVVhnM29SSGJhdHlsWDNtdm4zejZoMERsMTdjSlNkb1pRTkFSZFZkckpLSFN5THJqOG9RSm9sYXRveHg5VVk2YWlaUVpYcVBaQ3A0Ni92S0tzTG5VZllIODRQSmdscDJUQ05mM21EcWtXYmw3cHJORE1STHhBdUVGUStkSnlmTGZTc0REWTUyTEFaUUlaUjhUVTFobXRjbFc5QW5kem1DalJPYkNNMU90d3RVVW9hWjJWZ3dER3djTnNlcTZPM2kxTjhBUEVkVndpOE5XZEE4U3BpMzBJSE1EMG1OTzdDL1h0dnl3bS96bkswTjVRQU1vWkhwa3dWcnBtVFIwQmJETGhudXNGRTk5OHZseHplcng2UHovVHB4a0RLVGtPa0RIbDhpT2lad0I5OGpmNmRvN0dGV0ZMWitZK2xhdjhiOHVXSUh4dC9FcGNkWENvcGcya1FmQXFFdDdweW9iR2ZwYkZDRnFIZlE2bTcvQmZ2MVFWVFA4cGZsOE9NenhwMGZBc3ZXbzJvTnZETnpiOGwzZ2VseWJZekVoZlRGS3ZvSzJCNGNReWNXN0U1TlFmM0p4Zk9TRFNQaDFIQjAvQUZRQUpPdDdTZjcrWkUzNGlyRlRCWmVCNG9tNGZwVjdseTV5OEhoeFdzMVV1V1Y4UlI4ZFBMb3hZMGRDWUtQNUNMQXUrc0l5UUF0OEsxUDBjdGhjbUNUcWFtUGludS84S0dJK0tnRHZVWGRmcldnSlhJK0t0K1dtS3oycHc5RzFYVHpoaVVGK1NFU3BJVjFVOWw3cFUwVU5CU0FQZCtnMnNFS1RLalJxenFpUmw0Q3JONE1BMTNJRE85VkYyNU1SYWloMkxoMmlSeE1ET0krRkJuSUdVTS9pYThvRWZCNm8wbStqZmNTajdrY2szUU5IZ2d3SkdIcWJOaWdlVHpOcmNVSk5SYTJCK1ZuZGJRaFM3bjdONm5WMXk0b1FEbW9BTzU0N05ndStVOUp1NG1xU0JnZGhlS0JtK21zRm94cnM3YWtXcW9UT3RoV3B6RXBVK3NuMEo1SHBESXpmc0VCNVRKdGx5aDJxREpLejhXcHYxcEN3MmF1SGY5d1VvanE1Mk9jK29IRmlKTW5nN05vbldWQlREYzNMR1RjTUp2ZXJVbXRUNlh4TzNpKzhISVNRS1BHRTFBNjVpa1htV1RmWGREM3cybkZRQUVqQVgzZVNpdzAxV3puUWdaMnJ6K2RRQkJMNGxnQnBMSjNMSmZoZHZxSFcvWUtSWGx2U2Q4NFNudlJ6ZXUrYklmVXFYZ280SmtHWkNhTG1FVklEdSt4VVF3M2hsTDNvR09kMzAxQ2cyeXR2MmJCV2Q1MHBVSW9SUU9WaHFNb3Rka0h2NlNiWnpFaUw0UTlQMFFuaFU3QlhHR2NYZWllRThMN1k2YXIySFJNY21MUGtwVWJOVElJa2NvTy9xTVhIQXpSWHhhZTdvd29DSTJUbjFkTUdKaXUxdUxBQWlYamFvMll5aURPanRjYUZnY1k2UzdyTjlncEU0alN3a090TUV2cnBLTE4rdUtLQWs4WlZodThBS0ptcnI0Ukg2U3hkTlNNN2RMY2JNUlpqS20zeFhwV0hsZ2tBWkk0YVcrRFd1QURRdjFUQi9ZNzBBOStjT3U5MWpFbHh1OWVmcnY4a3R3WmxMUE9McjQvc25Hd0tNckduR3pnTGt3OUd5N0I1OW5aTDJQN1BEcHRKY29QaUxlY3lLOFJHM1Q5MjlRaDM3d1ZzbUZrbGxuNjRqUGd0L21yWmJpanJZT3ZkMlByMlA0Zkk5ZHNPWGFHamRaQmMrQXpnQmMvdVdpb2l1UmdYeWZKUlBpamRkaW5zd0NqeHN2V1FWODJ4QXdWRzBYQXFVR0pnU2F6NnR4OGdmQ0JhdG1IWDAva2Y0RndJVTFTVCsvbThqVCtlbFBYQm5QalE1VHBPM203QnYyRTVQK0FaREJZTkh6T3l2VjZjcmo1SmVSdG1mT3p6akppZ3dxbWswdE05SnB0d1NJVjhPNTByQTVGRTVoQTVmTGhDeUh2c3FzUWsxVmpPUVY4eFdNVEdkdFNQYyszT09yMGw2NHRPaDNjRG4wSml4aGk1S0hYRzcwdEhCc0NUWE9pMktPQSs4dHNMY1VkNVZuNlZ4ZkdPZlNYbi9ESWk1TE1XeHU1OXZOOHdnTkNwRVA5ZTJvcnRYM21vS2NrM3NsZVdvMGFFcm8xclpWMk4wR1o1eW03MTB0S3ZqRjQ4VVo4bUFsdmVUbmI4cnFTalh0WWllTGJyYUFzYzVtb2VPeE1iVTEwdlZ6MmVlRnNSL1FUeUxHV25hNWlpb3VWenBIc0UyK3N2K0ExbVdWNWluenpVNXMzZjZyQ1BVbDVtK3FSeVJyUkI2UWZheTdFeHB1ZlJRV0FyUjhRZ3IwWFlMMGxLVXo3ZlVHNml0eDdhY3ppckRPRTkwR3FxQXZFWUJvRDJJc08rZ2JwN3JWRVNvRWlySmJGZko3UE1GcVliTTdNZ1BkUzBEcWxTWDN6Y2t3MzZWRzdxeHNKcGh5dkJiWUJ6UFIwR3F4WXhmeWYvSlFDb1NsRlhGU3MwaEhLMlpHQWdZWkt4OXIrVU8vS0JtTmVwbzdQblMydXRaUUFlYXcwYU9MWWV6U3dER3lYWEFoUC9QcmNxTU1uN1dPWHk0QTZaeUt1NFczM3oyRkdISnhBRS9FNExDRjVCcmlGVzNGOHJ2STVtZm1XUXBHd3BOVDRHbTBRZ3kyT20zTlFkM1hDQ1prajRzQUJneHowVXBiRkhQMmR1Q1dNTzd3Y1g4dWUrMnduVjBsdTRUM1Q3UlFMN2xwWHQ5c1ByRFFYVnpnU3hKUmRNQ05XMEoyNDFxcXRyR2JYYzZYSXFJOUJzaE1aenM5bkpEWDlMWVAzUVNpN20zamRMUzh6N0VpbXBtNHlBc1B2VkU5bk56b0JpOUxUclZBY1ZIRzNDV3pxNkZnQXE1bi95WStGcTNLU3pqUnQ0MmJvTC9HS2pvSnhmUG9OMytXcXlqMzZRZzBVK1ZGL2NYOUJGR3ZwTk5MRzZMZGtqR0ZMQm1aR0h0YVF2K3RsWVdsMHNUYTRHOXpSNnJNazlvYnNxL0t4QW5YR3dGNStUWXU0WU81OENPazZWeERxb1ZGdko4VTgvYVo4aTd2emZEWEUvZVpMRT0"/>
</p:tagLst>
</file>

<file path=ppt/tags/tag5.xml><?xml version="1.0" encoding="utf-8"?>
<p:tagLst xmlns:a="http://schemas.openxmlformats.org/drawingml/2006/main" xmlns:r="http://schemas.openxmlformats.org/officeDocument/2006/relationships" xmlns:p="http://schemas.openxmlformats.org/presentationml/2006/main">
  <p:tag name="OFFICEATWORKDOCUMENTPART:_SIZE" val="1"/>
  <p:tag name="OFFICEATWORKDOCUMENTPART:_0" val="b2ZmaWNlYXR3b3JrRG9jdW1lbnRQYXJ0OlUyRnNkR1ZrWDE4a3hBZ01mcVdxTG9JN25Tc3R3ajREc3QvZy81cWJwVDA5T3FDMENlUCtjT0t4U1NmTHQvMUtZMHo2VlZEOGhQc0ZSeG53Z3duUU1FVnBqckJ5d3FPTmNMYnZ4VjFzSlhkVE56cWJ0M0RBblY3MHczVGZJY2hPYjJsREdUNzluZllLWm1ISGFXQWZ6eDNNWWhnT3NmSjA3aDlBM3A3b2daTmliYzFqeVJTMGVKWExBRnlJZmFSeHllQmRqZUVMc2JkU3FHa2tWYXlzU3NWaDlxNEg5Yk0yc1BqbHNZamhsV05aTHMzclZTMWlCMGtybElTa0h2bU1ZSFpCVGdHTG9uS25oRTRXSSs0ZHBxQ1Rta0N0S29Ca0VtZWNkaUFTQ2Yyd2V2b3FNQVVzSnhNWVNaL2d0bEM5aVZraG5vODExbXhmaTBsZ09INnhtRVVCUzdNcU9XR2F5eHNKSDBrQlR4VWRuL1pZVEpZZ3I0UEh6OWdtR0pJSDBwUVFybmd0ekF4Z29sdVJFK0ZoS2hyU1dSTlBKR2NOVHUrbTlhUXN5eXBQYXZJOGYxc0VIZVVEZ2V0U2ptYU51Qnl0aUtpZFE4RFJYZ3pvRk1HV2k2UFJJSGFBS0t6U0dscDNwUjM1RG12NFFSZ2VicGw3UExaT2ZrakNydy9QMUJjZ0hTbmNZalpFNGZad2Y5Umd1SkNNaXJHczlibTF5SjcxcHVlVjZiS3ZiVUQ0OGpScjlLVldCTlJGWDZxd2t4Y01LZU1XdjQyZmhuL1NBZE9mSGZyTG9xTXdKVUlvNHplOHhPaG9hS0tFSG1tTldzck9scEtlcXJOOGcyOERlRjhIemNQaDlWVDBsbzNXRnBNUDJlRU1lUFcrNDZvK0NrZ2lmdGU3SzVSRUh5U29lMGEzVUc4Qmp2VnBwS29JTXBJenMxcXpjRDFuTzQ1TXoxWlpnUU5jb291ZW55MVQ0K0p2bi96Zm1MeW5qNlF6TEZYcm9kaVBZWFdKb3ptUVBUeHpubmNVbERzc1NWd3ExV1A5S2FVVmpxbnFrTDBhem1rYi95UTFvUTlJOFBua25QNHdMSnl4dnN4UmVnd3lTTWh2N0lNYWdYSmsybHBaR2dWNVZielFpd2gyOEVjWFhmUXF5ZjJhd3Qwd3BnWVN4S0pOZWpsVzQwQlJFU1hKcmcyZWN4VjNaVFZOczlOTkdGSnlITjhmZktTcHVLL1F5ZkRwRnhxYXdDZi80alRQSEEzRVVNenBtdUluQ3FENjdKZE14QjZxWVRUdWxSbUlOcmk2SjBIYWhCT0ViSVFUQy81R2VLbHdzWktnR3dqM1IwSms5Q2NKcVlyaGZ1L2hhMFVxdi94SVgxVVFteG9BSGJubkVXYm0ybUkyZXBIVDc2bHJUV1RpVWRhSUdzNjVmV2R2RTVtZjBKWS9ZUTg4Yk5TdUw1MURpVFFYZW5qNmdINHFod0VGRDhLWm1mQXJKS3NqQlVQR0tCeEJOTHJGZTIrdWQ1d0NFNVYwcHpLbWJ3VGdoT0FlWlJsaE5rdi9qMmFTbnlWNDhEMkdSOTRMKzhnU3B1dm94djlNSUMva3dGblJsYjlmN3FKc004SGZNTytYanlDTWNicEtBMUNBVHBxUi9nWEJKQUxUQ3RUdENaWm1xOFY2cmwyUG00RWd6WnZjc0NScjBINjhjcUVYOWxPMW4xVFBrSlpxNHF0MENlYTVsT01JU3FsZUFBaEZRcmFWcnhaa0tZeE5BVW1kOUpXc3g3N1k2aVNSQm03M283UEFESVdmQVZMcW8vR0t5SUVmMnpNaTVpdUJzQ05xVks3Q0NVb2hBNkMxelRteS9kS0JLVWorMVZJQmhQYWtWRHdMLzlucndwaWlwZHVzYVBRV3RidFVncjJOZVExMGRHTGd2TU4xWTBWazNONm96cDZpdmtGcTdxNEErWjNHUnBraU5XcWRsRlA3VzNiWXBod3FYNEV1VFZ6NzJNdzgrNnhOK3F5T0piZm5WWmZrSWlTWCtyY2dVZkN3Qk9taFdEcXBwVEM1UFF1Y1AzT1UwUDF2SlJZZnVTRUdtazdnMnFkWkJqL01kN0NJZmdpNU5VQWYwbEFHNGV2MUNJMlBGNlgyS2grVldhSmhQd2pXMXlFZlppaVZRZ2FtM1RFZUVEb0ZWRDdiaWNOd1R1ZmMrakZxZTZ4bWg0aEc4eS9RODRjaFgzTmpjcG9GcDZLcG1sSWxsOVBiUTVJQVpsTlVOS2NYWDFjTE5odW1uekc5YkswaG0vTHR6bDRvRWJRMEJBdytNazhFdXV5MkY1SnZXQ0NWSm5QeExSSzU0cm5EMUNoN0dnNWQwZW5KcXA0MDZva3AyTTlqM2JESUsvY0toWGYrSldlZi9kZDNpVFIzM0hCWjEvekpHRmtkRjdPN0tmcXlSOVZHN212dytTOExKRXZ6RitoRDM5YmRMcUtpMlNObS81aUNXTm52Q01PMG1KNG5SbFI4VGU3aENxRkVqdkhXMDZSNU5iNUlwaHdCMHRRczZMbi96d2pOYkYvazA1OXFxMnNFejBmZ3JUcVBOaW9zYTBuREdPU0ZoTGIwZHNLT2YrSjRETmVaeVdRZWh5QktxaVU2NWJCNnErZk9mVHhGQ01Gc0JSVXhWc3JXVnV0MVJuTW9DUHY0NWJoSGI5MFE4K0NnMjhvcm40R2h4L01JZTdDMXk0Y1NEN1dUYmNQSHlDWk9veXNBZFA3OVNHZVYwV1VVckxOcnk0Q1ozcC8rdGFLaHU1Yys3Wm5KbWhlaFAxcEFKQWdLaEpyWHVRYVFPdHo3Ym1GUUt2S1RBMC93aDJLR2tpUnR3K1h5YTI0UHBoVmppZEFHekNDVmt5WHpRRUJRMys4a0svY1dYYkloeVh2Zzl1VGRNdytOZUVZU3ptMzAvK2d3a3RhWTBNNmp2MU9UNm5yYkN6akkxWHY2TGVudUFiRVJlSVBhYk1nQ0F1dldEQWR4ck5reWRpa2o3ZHFUT3Z0ckRFemJJS2VWc3F4ZUpjaWwxOWk0VVNVMUxFY0F5bWZ0R0kza1VTdllGZXdKSnlsWWQvY1ZaNWhUVlZkdWJCZWNVOUhYcnNZSXp6VE16cU9xRnVnQ1RGcWdrOTgwa3FKaWtsaTZHR2FRZnM0STBRcm52d3o0dlV3TUlUamdHZTFHMnlBcFlRcVdaOEtoTXBVMHJZZG9yRHNRSXFhNVV1SCtZY2Q1T0prWFRJYXo1WVJMWSs3bDB4UlhKVFFpSGNZWWZQQjVFQjhRU2toeExJeUFiMWNQbXl1a0hhNDY2V3YxMGtMRWNnQTBnam9rZ3EwVklFK2FpWFlKUzJNeDZjNnRZVW1iRW96WjZvc2c4RzVzaDNtVXVRMExVQXZyN3JjaklYNDNDdjVyYWVQdzgxUHRncjZFaExRcjRtRlZSUnZjUzZ6VWU1NG9ackRULzl6dzlMcEZuYVpjbmRKYlBvSzRlS2xsSlV0bUJLVXdwVUp4bVhoYWE0OHI2YWExSXBHdnhtbzhJNE1KdVgvVmlBTjdlcmQ1VmxKSG5maWthNEdQTXpDZTQyZ1Rxc3luWnl2WWdxZm9IV1dkdDVNejBUd1dFYlFjcC9Xbkw5NHFFRU5KQlRMRHI5Nzl1NjdpQ2d3RVU0R2NYRU9vZXRHNXRmQzhwZThDY25MczBEVGFWZ0tTNmZNRy9tV2pzRWlrYjg1Q3ZIRFFMMk0xaVczOWx4TjRFQVZQNjBjb0JCTDVQSngzVVdjZmJkVUsyUnZDbStnbFlhb2wydW52WEJDQ2MrVU5XbzBQS0RwOWdHcnJVOTlSRkJGeTVhRk5sMlF0cGJXNjlHdTR3Zm5zUkhZMmR1SVYyMm94KyttTUVlaEpjWnpLUXVLWDdtTnQxRDM0a0YzbUxTNjlPQXJPamd6NjhUT2dpd1FpWWFHRUpnVEMyMlRINTNWR3RBbzBGS3ZteCtaYmhOQjBqbmVhV0FHZEJXSUd1eXd4V0FJSGh3SlZmQ1pNSWdNR05iOWo0SDlGVjRiMlJwdzAzNGw3ZFM3MGdCaFh2dzRSMlpNK1ZxSFNETVBVakFzRGh3NTdaKzl6SmpuMzIzVnhMK1p3Q0Vma3Q5Z0E5blJvWmJUUk1nMUdzR3lwWGU5djVVbmI0dkpVdDVNNWc4WnBLdnRuaVhSZ3p2R3BsajJ6VEQycm5TV016OFVCb09qb3A2RzA0cSsrQWw5Q3J5RTlqMlZIZEJpLzN6NHhTRzFoSk9MVzJINXJ5N2Q0RlVwSUdNbEhWVC9TUlQzTlJibmo2LzRaSFFtN3FmZkxuNThrZHlKcXNySFZ4cGhoQ01hZnFoMTlaajJpc0lSeXQwQnFFMHFjMDl4Q3VmemdWeUY2VFhpbGIzYVNZY1NwdmR4bVdudzZkV1BiT2I2Qlk3bXk2UE5LZjVEK1VEbnpYYVo3SzNCNlhhOGZTRDRQQlZZVHZpLzdWbTJnNWRpNXhaZ0VITDZiVFdGZ0lqMmJ0WDBRelRROG5QMG1rVHFGMGhVN1NrY1lnMUhBbWdRMGhrNTFLczlCSmNXbytqTT0"/>
</p:tagLst>
</file>

<file path=ppt/theme/theme1.xml><?xml version="1.0" encoding="utf-8"?>
<a:theme xmlns:a="http://schemas.openxmlformats.org/drawingml/2006/main" name="Benutzerdefiniertes Design">
  <a:themeElements>
    <a:clrScheme name="Uni Zürich">
      <a:dk1>
        <a:sysClr val="windowText" lastClr="000000"/>
      </a:dk1>
      <a:lt1>
        <a:sysClr val="window" lastClr="FFFFFF"/>
      </a:lt1>
      <a:dk2>
        <a:srgbClr val="666666"/>
      </a:dk2>
      <a:lt2>
        <a:srgbClr val="D7D7D7"/>
      </a:lt2>
      <a:accent1>
        <a:srgbClr val="0028A5"/>
      </a:accent1>
      <a:accent2>
        <a:srgbClr val="4AC9E3"/>
      </a:accent2>
      <a:accent3>
        <a:srgbClr val="A4D233"/>
      </a:accent3>
      <a:accent4>
        <a:srgbClr val="FFC845"/>
      </a:accent4>
      <a:accent5>
        <a:srgbClr val="FC4C02"/>
      </a:accent5>
      <a:accent6>
        <a:srgbClr val="BF0D3E"/>
      </a:accent6>
      <a:hlink>
        <a:srgbClr val="000000"/>
      </a:hlink>
      <a:folHlink>
        <a:srgbClr val="000000"/>
      </a:folHlink>
    </a:clrScheme>
    <a:fontScheme name="Uni Zürich">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a:defPPr>
      </a:lstStyle>
    </a:txDef>
  </a:objectDefaults>
  <a:extraClrSchemeLst/>
  <a:extLst>
    <a:ext uri="{05A4C25C-085E-4340-85A3-A5531E510DB2}">
      <thm15:themeFamily xmlns:thm15="http://schemas.microsoft.com/office/thememl/2012/main" name="uzh-presentation-en" id="{2E91CC56-76F7-C745-B43F-C7CDE56C9E42}" vid="{4CAC08BD-F5ED-4846-91D6-CB5B019000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9662A1C5-CDB4-4172-93F0-918A0E818F77}">
  <we:reference id="e765dd0b-6697-44aa-9025-1ce65686c598" version="3.6.0.0" store="EXCatalog" storeType="EXCatalog"/>
  <we:alternateReferences>
    <we:reference id="WA104380519" version="3.6.0.0" store="en-US" storeType="OMEX"/>
  </we:alternateReferences>
  <we:properties>
    <we:property name="Office.AutoShowTaskpaneWithDocument" value="true"/>
  </we:properties>
  <we:bindings/>
  <we:snapshot xmlns:r="http://schemas.openxmlformats.org/officeDocument/2006/relationships"/>
</we:webextension>
</file>

<file path=ppt/webextensions/webextension2.xml><?xml version="1.0" encoding="utf-8"?>
<we:webextension xmlns:we="http://schemas.microsoft.com/office/webextensions/webextension/2010/11" id="{EDC11EA0-5743-4DD7-AEA0-A858C22EFE07}">
  <we:reference id="444c804e-8891-41f9-b246-f6dac759fca9" version="3.6.0.0" store="EXCatalog" storeType="EXCatalog"/>
  <we:alternateReferences>
    <we:reference id="WA104380518" version="3.6.0.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f3334dd-1dc5-4372-a6f2-3f71584ecfd8">
      <Terms xmlns="http://schemas.microsoft.com/office/infopath/2007/PartnerControls"/>
    </lcf76f155ced4ddcb4097134ff3c332f>
    <TaxCatchAll xmlns="ed60b28e-4087-47e5-a793-3dd82852ccb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6C9D8B65E5CD1443A5683B92230AF706" ma:contentTypeVersion="11" ma:contentTypeDescription="Ein neues Dokument erstellen." ma:contentTypeScope="" ma:versionID="bb89fb60d47bba6ad455e9ddb9618aed">
  <xsd:schema xmlns:xsd="http://www.w3.org/2001/XMLSchema" xmlns:xs="http://www.w3.org/2001/XMLSchema" xmlns:p="http://schemas.microsoft.com/office/2006/metadata/properties" xmlns:ns2="4f3334dd-1dc5-4372-a6f2-3f71584ecfd8" xmlns:ns3="ed60b28e-4087-47e5-a793-3dd82852ccbb" targetNamespace="http://schemas.microsoft.com/office/2006/metadata/properties" ma:root="true" ma:fieldsID="683779030b118981738c440cd58bb44d" ns2:_="" ns3:_="">
    <xsd:import namespace="4f3334dd-1dc5-4372-a6f2-3f71584ecfd8"/>
    <xsd:import namespace="ed60b28e-4087-47e5-a793-3dd82852cc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3334dd-1dc5-4372-a6f2-3f71584ec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7d765f60-988f-46c4-9a80-60b35363e64d"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d60b28e-4087-47e5-a793-3dd82852cc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003ec33-4cf6-490d-bcdb-5de5befc4f50}" ma:internalName="TaxCatchAll" ma:showField="CatchAllData" ma:web="ed60b28e-4087-47e5-a793-3dd82852cc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87C162D-526B-43BE-AA12-D49C057254E8}">
  <ds:schemaRefs>
    <ds:schemaRef ds:uri="4f3334dd-1dc5-4372-a6f2-3f71584ecfd8"/>
    <ds:schemaRef ds:uri="ed60b28e-4087-47e5-a793-3dd82852ccb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7390DD9-A9A7-4361-B01C-92EBC770A025}">
  <ds:schemaRefs>
    <ds:schemaRef ds:uri="4f3334dd-1dc5-4372-a6f2-3f71584ecfd8"/>
    <ds:schemaRef ds:uri="ed60b28e-4087-47e5-a793-3dd82852ccb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DDC9B80-FE3A-49BA-AE3E-390CBFBCEB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FA5A7D87</Template>
  <TotalTime>0</TotalTime>
  <Words>1535</Words>
  <Application>Microsoft Office PowerPoint</Application>
  <PresentationFormat>Breitbild</PresentationFormat>
  <Paragraphs>131</Paragraphs>
  <Slides>20</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20</vt:i4>
      </vt:variant>
    </vt:vector>
  </HeadingPairs>
  <TitlesOfParts>
    <vt:vector size="26" baseType="lpstr">
      <vt:lpstr>Arial</vt:lpstr>
      <vt:lpstr>Calibri</vt:lpstr>
      <vt:lpstr>Source Sans Pro</vt:lpstr>
      <vt:lpstr>Source Sans Pro SemiBold</vt:lpstr>
      <vt:lpstr>Times New Roman</vt:lpstr>
      <vt:lpstr>Benutzerdefiniertes Design</vt:lpstr>
      <vt:lpstr>PowerPoint-Präsentation</vt:lpstr>
      <vt:lpstr>PowerPoint-Präsentation</vt:lpstr>
      <vt:lpstr>PowerPoint-Präsentation</vt:lpstr>
      <vt:lpstr>PowerPoint-Präsentation</vt:lpstr>
      <vt:lpstr>Project and Research Aims</vt:lpstr>
      <vt:lpstr>Theoretical frames and research questions</vt:lpstr>
      <vt:lpstr>Investigated Areas</vt:lpstr>
      <vt:lpstr>Sample and Data</vt:lpstr>
      <vt:lpstr>PowerPoint-Präsentation</vt:lpstr>
      <vt:lpstr>Sensitive Areas?</vt:lpstr>
      <vt:lpstr>Croatian Diaspora – a very small communtiy and a strict hierarchy</vt:lpstr>
      <vt:lpstr>PowerPoint-Präsentation</vt:lpstr>
      <vt:lpstr>Measures</vt:lpstr>
      <vt:lpstr>Good Examples</vt:lpstr>
      <vt:lpstr>Critical Examples</vt:lpstr>
      <vt:lpstr>Challenges with Quotes</vt:lpstr>
      <vt:lpstr>PowerPoint-Präsentation</vt:lpstr>
      <vt:lpstr>Opportunity costs – finding a balance</vt:lpstr>
      <vt:lpstr>And..</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
  <cp:revision>1</cp:revision>
  <dcterms:created xsi:type="dcterms:W3CDTF">2024-11-25T11:37:45Z</dcterms:created>
  <dcterms:modified xsi:type="dcterms:W3CDTF">2025-02-07T15:10:42Z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0x0101006C9D8B65E5CD1443A5683B92230AF706</vt:lpwstr>
  </property>
  <property fmtid="{D5CDD505-2E9C-101B-9397-08002B2CF9AE}" pid="4" name="MSIP_Label_e8b0afbd-3cf7-4707-aee4-8dc9d855de29_Enabled">
    <vt:lpwstr>true</vt:lpwstr>
  </property>
  <property fmtid="{D5CDD505-2E9C-101B-9397-08002B2CF9AE}" pid="5" name="MSIP_Label_e8b0afbd-3cf7-4707-aee4-8dc9d855de29_SetDate">
    <vt:lpwstr>2025-02-07T15:10:42Z</vt:lpwstr>
  </property>
  <property fmtid="{D5CDD505-2E9C-101B-9397-08002B2CF9AE}" pid="6" name="MSIP_Label_e8b0afbd-3cf7-4707-aee4-8dc9d855de29_Method">
    <vt:lpwstr>Standard</vt:lpwstr>
  </property>
  <property fmtid="{D5CDD505-2E9C-101B-9397-08002B2CF9AE}" pid="7" name="MSIP_Label_e8b0afbd-3cf7-4707-aee4-8dc9d855de29_Name">
    <vt:lpwstr>intern</vt:lpwstr>
  </property>
  <property fmtid="{D5CDD505-2E9C-101B-9397-08002B2CF9AE}" pid="8" name="MSIP_Label_e8b0afbd-3cf7-4707-aee4-8dc9d855de29_SiteId">
    <vt:lpwstr>75a34008-d7d1-4924-8e78-31fea86f6e68</vt:lpwstr>
  </property>
  <property fmtid="{D5CDD505-2E9C-101B-9397-08002B2CF9AE}" pid="9" name="MSIP_Label_e8b0afbd-3cf7-4707-aee4-8dc9d855de29_ActionId">
    <vt:lpwstr>c9ba99c9-1de2-460a-a28e-1ee76715ddd1</vt:lpwstr>
  </property>
  <property fmtid="{D5CDD505-2E9C-101B-9397-08002B2CF9AE}" pid="10" name="MSIP_Label_e8b0afbd-3cf7-4707-aee4-8dc9d855de29_ContentBits">
    <vt:lpwstr>0</vt:lpwstr>
  </property>
</Properties>
</file>