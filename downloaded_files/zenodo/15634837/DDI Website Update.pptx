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0FA8E3-22A6-40DA-9BF6-7444D911C248}">
  <a:tblStyle styleId="{F40FA8E3-22A6-40DA-9BF6-7444D911C2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here to provide an update on the DDI Alliance website—covering the transition of technical hosting, progress in user experience improvements, and an important question about our publications section.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d0e2bb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d0e2bb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December 2024, we transitioned the technical hosting of the DDI website from ICPSR to the DDI Technical Committee. The transition included migrating to a new server, setting up a dedicated hosting account, and transferring responsibility for site maintenance, security, accessibility, and technical troubleshooting.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site content, we’ve divided page updates so: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Technical Committee</a:t>
            </a:r>
            <a:r>
              <a:rPr lang="en">
                <a:solidFill>
                  <a:schemeClr val="dk1"/>
                </a:solidFill>
              </a:rPr>
              <a:t> now owns product-related content.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Secretariat</a:t>
            </a:r>
            <a:r>
              <a:rPr lang="en">
                <a:solidFill>
                  <a:schemeClr val="dk1"/>
                </a:solidFill>
              </a:rPr>
              <a:t> continues to manage content related to membership and communications.”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6d0e2bbe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6d0e2bbe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what the migrated site looks like today (using HubSpot) after the initial lift-and-shift of the old Drupal site.  Thanks to the Technical Committee for taking on this technical hosting.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6d0e2bbe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6d0e2bbe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shift to the new site, an </a:t>
            </a:r>
            <a:r>
              <a:rPr lang="en"/>
              <a:t>ICPSR UX consultant completed a comprehensive review of site content, navigation, and accessibility to identify friction points. What we heard was clear: users are looking for simplified content, easier navigation, and more intuitive organization—especially for first-time visitors trying to understand what DDI is and how to use it.”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[From UX interviews: “Confusing to organize by product and by task (and then output) under "Getting Started" – especially with a separate Products menu. Users unsure where to start: Learn, Getting Started or Products. Resources are somewhat surprising to find at the bottom of the Getting Started section.”]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UX designer took the feedback and created design templates for several key sections.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6d0e2bbe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6d0e2bbe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 snapshot of a redesigned Products page template. It prioritizes clarity and discoverability. We’ve streamlined descriptions and added visual anchors to help users find the product version, documentation, and support materials quickly.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6d0e2bbe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6d0e2bbe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 reimagined homepage mockup highlighting key resources and creating an immediate sense of what DDI offers.  The new layout reduces clutter, centers on user needs, and adds search function.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6d0e2bbe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6d0e2bbe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What’s next? By the end of summer, we plan to: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Conduct user testing to finalize the navigation structure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Apply new page templates site-wide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Simplify content across major pages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Launch the redesigned homepage and search bar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phase will ensure the updates we implement are based on real user behavior.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6d0e2bbe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6d0e2bbe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*****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Click the “Polls” or “Polls/Quizzes” Button.  On the bottom Zoom toolbar (desktop only), click Polls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Select the Poll you want to launch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Click “Launch”. Participants will see the poll pop up on their screen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Monitor Responses. Click End Poll when ready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Share Results (Optional).  Click Share Results so everyone can see the outcome. You can also download the results after the meeting.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*****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key decision point: the prior site included a section that cataloged DDI-related publications—working papers, posters, and workshops. That feature didn’t make the migration.</a:t>
            </a:r>
            <a:br>
              <a:rPr lang="en"/>
            </a:br>
            <a:r>
              <a:rPr lang="en"/>
              <a:t> The question to you now is: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 we want to continue maintaining a curated list of DDI-related publications?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if yes, who is willing to maintain it—including oversight of submissions and workflows?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an opportunity to align our communications and scholarship more tightly—but only if we have the resources and commitment to maintain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6d0e2bbe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6d0e2bbe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concludes the update. I welcome your questions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Updates</a:t>
            </a:r>
            <a:endParaRPr sz="24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675" y="2290300"/>
            <a:ext cx="291465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of Technical Hosting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>
                <a:solidFill>
                  <a:schemeClr val="dk1"/>
                </a:solidFill>
              </a:rPr>
              <a:t>In </a:t>
            </a:r>
            <a:r>
              <a:rPr b="1" lang="en" sz="1700">
                <a:solidFill>
                  <a:schemeClr val="dk1"/>
                </a:solidFill>
              </a:rPr>
              <a:t>December 2024</a:t>
            </a:r>
            <a:r>
              <a:rPr lang="en" sz="1700">
                <a:solidFill>
                  <a:schemeClr val="dk1"/>
                </a:solidFill>
              </a:rPr>
              <a:t>, technical hosting of the DDI Alliance website transitioned from </a:t>
            </a:r>
            <a:r>
              <a:rPr b="1" lang="en" sz="1700">
                <a:solidFill>
                  <a:schemeClr val="dk1"/>
                </a:solidFill>
              </a:rPr>
              <a:t>ICPSR</a:t>
            </a:r>
            <a:r>
              <a:rPr lang="en" sz="1700">
                <a:solidFill>
                  <a:schemeClr val="dk1"/>
                </a:solidFill>
              </a:rPr>
              <a:t> to the </a:t>
            </a:r>
            <a:r>
              <a:rPr b="1" lang="en" sz="1700">
                <a:solidFill>
                  <a:schemeClr val="dk1"/>
                </a:solidFill>
              </a:rPr>
              <a:t>DDI Technical Committee (TC)</a:t>
            </a:r>
            <a:r>
              <a:rPr lang="en" sz="1700">
                <a:solidFill>
                  <a:schemeClr val="dk1"/>
                </a:solidFill>
              </a:rPr>
              <a:t>.  This included migrating the site to a new server and hosting account, site maintenance, security monitoring, technical troubleshooting, and accessibility complian</a:t>
            </a:r>
            <a:r>
              <a:rPr lang="en" sz="1600">
                <a:solidFill>
                  <a:schemeClr val="dk1"/>
                </a:solidFill>
              </a:rPr>
              <a:t>ce.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Technical Committee has primary responsibility for Product-related content, including the Product pages and much of the content currently listed under the Getting Started section.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Secretariat continues to manage content for membership and communication, which is most of the other content on the site. </a:t>
            </a:r>
            <a:r>
              <a:rPr lang="en" sz="17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238" y="152400"/>
            <a:ext cx="6965525" cy="48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Review - Findings</a:t>
            </a:r>
            <a:endParaRPr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952500" y="124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{F40FA8E3-22A6-40DA-9BF6-7444D911C248}</a:tableStyleId>
              </a:tblPr>
              <a:tblGrid>
                <a:gridCol w="2496475"/>
                <a:gridCol w="2496475"/>
                <a:gridCol w="2496475"/>
              </a:tblGrid>
              <a:tr h="431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Area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Issue Identified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Strategic Recommendation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9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Navigation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Overly complex structure; hard to locate info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Simplify layout and terminology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69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User Interface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Inconsistent formatting; content overload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Apply uniform design templates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69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Search &amp; UX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Poor discoverability; broken links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Add robust search and maintain broken link fixes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69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Accessibility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Color contrast, link labels, alt text lacking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Improve compliance with WCAG 2.1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775" y="678500"/>
            <a:ext cx="3402450" cy="437294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>
            <p:ph type="title"/>
          </p:nvPr>
        </p:nvSpPr>
        <p:spPr>
          <a:xfrm>
            <a:off x="141525" y="105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Mockup: Products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41525" y="105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Mockup: Home Page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0" l="803" r="0" t="635"/>
          <a:stretch/>
        </p:blipFill>
        <p:spPr>
          <a:xfrm>
            <a:off x="2957900" y="748125"/>
            <a:ext cx="3228224" cy="4151325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- Phase 2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By end of summer: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User testing to decide on navigation menu and page placement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Apply page templates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Simplify page content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Implement redesigned homepage and search bar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Publications Section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Background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Previous site included a section cataloging DDI-related publications, presentations, posters, working papers, and workshops. 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This functionality was not transferred in the website migration.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Questions: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Is maintaining a curated list of DDI-related publications a priority for the Alliance and its members?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yes, who is willing to maintain them, including maintaining a submission workflow?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